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26" r:id="rId1"/>
  </p:sldMasterIdLst>
  <p:notesMasterIdLst>
    <p:notesMasterId r:id="rId10"/>
  </p:notesMasterIdLst>
  <p:handoutMasterIdLst>
    <p:handoutMasterId r:id="rId11"/>
  </p:handoutMasterIdLst>
  <p:sldIdLst>
    <p:sldId id="259" r:id="rId2"/>
    <p:sldId id="398" r:id="rId3"/>
    <p:sldId id="396" r:id="rId4"/>
    <p:sldId id="406" r:id="rId5"/>
    <p:sldId id="405" r:id="rId6"/>
    <p:sldId id="408" r:id="rId7"/>
    <p:sldId id="403" r:id="rId8"/>
    <p:sldId id="400" r:id="rId9"/>
  </p:sldIdLst>
  <p:sldSz cx="12192000" cy="6858000"/>
  <p:notesSz cx="6858000" cy="9144000"/>
  <p:embeddedFontLst>
    <p:embeddedFont>
      <p:font typeface="KoPubWorld돋움체 Bold" pitchFamily="2" charset="-127"/>
      <p:bold r:id="rId12"/>
    </p:embeddedFont>
    <p:embeddedFont>
      <p:font typeface="KoPubWorld돋움체 Light" pitchFamily="2" charset="-127"/>
      <p:regular r:id="rId13"/>
    </p:embeddedFont>
    <p:embeddedFont>
      <p:font typeface="KoPubWorld돋움체 Medium" pitchFamily="2" charset="-127"/>
      <p:regular r:id="rId14"/>
    </p:embeddedFont>
    <p:embeddedFont>
      <p:font typeface="맑은 고딕" panose="020B0503020000020004" pitchFamily="34" charset="-127"/>
      <p:regular r:id="rId15"/>
      <p:bold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98E"/>
    <a:srgbClr val="F0F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31" autoAdjust="0"/>
    <p:restoredTop sz="94660"/>
  </p:normalViewPr>
  <p:slideViewPr>
    <p:cSldViewPr snapToGrid="0">
      <p:cViewPr>
        <p:scale>
          <a:sx n="58" d="100"/>
          <a:sy n="58" d="100"/>
        </p:scale>
        <p:origin x="1592" y="2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964" y="102"/>
      </p:cViewPr>
      <p:guideLst/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5DFC5F-1939-41AF-891D-8BE6928784CA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84B98-3C0E-4EA8-9CBB-0149333E58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0846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A3949-66A9-42B8-A303-0972F04D40C0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920D6-0251-4D4D-8E3E-8239996633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697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5160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420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6573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5FDD1-F045-22F0-10CF-96E10D6AA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35283-F9B5-827E-56D7-C7F2632A0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306B56-B1E2-0530-A330-3608A6534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0C052D-3726-4567-F88F-906747DB5E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484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BDE61-1941-ABFC-A57D-8F4381CC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0FD37A-5D6A-4810-AC42-69CA5ECE3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3276E-D033-086D-2098-2BAD5C785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0010B4-1500-217F-EA3C-0A9B4E5CAE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0295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5E8AA-E179-A355-78C1-69D63E1B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70F8D-DBF0-21FC-6E53-73A69764E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5F5026-DE3C-AD2B-ACD4-41FEF642F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E5AEFD-2834-6F8E-6476-5DB23412D4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6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7A02A-BC16-6FB5-7425-6B448D69B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76BED3-B5FB-DCE2-6B39-DD553E2C95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CCE40C-F8DB-34A6-3E11-61FA8F8B2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70B72-7E3A-88DC-C8E4-D0977564CC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907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4A4-568D-13AD-110B-7DF3351A6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FE4305-B519-F886-2B36-1B6B2DEC1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A0F427-8C0A-0527-32C2-7E4608E02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4D4DA4-82A3-3779-E842-53C232293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3B920D6-0251-4D4D-8E3E-8239996633D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4477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101724" y="4774456"/>
            <a:ext cx="10252075" cy="1381248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b="0" baseline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 dirty="0"/>
              <a:t>1. First goal</a:t>
            </a:r>
          </a:p>
          <a:p>
            <a:r>
              <a:rPr lang="en-US" altLang="ko-KR" dirty="0"/>
              <a:t>2. Second goal</a:t>
            </a:r>
            <a:endParaRPr lang="ko-KR" altLang="en-US" dirty="0"/>
          </a:p>
        </p:txBody>
      </p:sp>
      <p:sp>
        <p:nvSpPr>
          <p:cNvPr id="14" name="제목 13"/>
          <p:cNvSpPr>
            <a:spLocks noGrp="1"/>
          </p:cNvSpPr>
          <p:nvPr>
            <p:ph type="title" hasCustomPrompt="1"/>
          </p:nvPr>
        </p:nvSpPr>
        <p:spPr>
          <a:xfrm>
            <a:off x="1102150" y="572517"/>
            <a:ext cx="10251650" cy="1482528"/>
          </a:xfrm>
        </p:spPr>
        <p:txBody>
          <a:bodyPr anchor="b"/>
          <a:lstStyle>
            <a:lvl1pPr>
              <a:defRPr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11" hasCustomPrompt="1"/>
          </p:nvPr>
        </p:nvSpPr>
        <p:spPr>
          <a:xfrm>
            <a:off x="1101725" y="2196363"/>
            <a:ext cx="10252074" cy="1008749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Subtitle</a:t>
            </a:r>
            <a:endParaRPr lang="ko-KR" altLang="en-US" dirty="0"/>
          </a:p>
        </p:txBody>
      </p:sp>
      <p:sp>
        <p:nvSpPr>
          <p:cNvPr id="24" name="텍스트 개체 틀 23"/>
          <p:cNvSpPr>
            <a:spLocks noGrp="1"/>
          </p:cNvSpPr>
          <p:nvPr>
            <p:ph type="body" sz="quarter" idx="12" hasCustomPrompt="1"/>
          </p:nvPr>
        </p:nvSpPr>
        <p:spPr>
          <a:xfrm>
            <a:off x="7707085" y="3527970"/>
            <a:ext cx="3646714" cy="461962"/>
          </a:xfrm>
        </p:spPr>
        <p:txBody>
          <a:bodyPr>
            <a:normAutofit/>
          </a:bodyPr>
          <a:lstStyle>
            <a:lvl1pPr marL="0" indent="0" algn="r">
              <a:buNone/>
              <a:defRPr sz="200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Weeks (xx/16)</a:t>
            </a:r>
            <a:endParaRPr lang="ko-KR" altLang="en-US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1101725" y="4312791"/>
            <a:ext cx="165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License</a:t>
            </a:r>
            <a:endParaRPr lang="ko-KR" altLang="en-US" sz="2400" b="1" dirty="0">
              <a:solidFill>
                <a:schemeClr val="accent6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369765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10705" y="410368"/>
            <a:ext cx="10737130" cy="654861"/>
          </a:xfrm>
        </p:spPr>
        <p:txBody>
          <a:bodyPr anchor="t"/>
          <a:lstStyle>
            <a:lvl1pPr>
              <a:defRPr sz="4400" baseline="0">
                <a:solidFill>
                  <a:schemeClr val="accent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</a:lstStyle>
          <a:p>
            <a:r>
              <a:rPr lang="en-US" altLang="ko-KR" dirty="0"/>
              <a:t>Section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44627" y="1825625"/>
            <a:ext cx="10903208" cy="4351338"/>
          </a:xfrm>
        </p:spPr>
        <p:txBody>
          <a:bodyPr>
            <a:normAutofit/>
          </a:bodyPr>
          <a:lstStyle>
            <a:lvl1pPr marL="457200" indent="-457200">
              <a:buFont typeface="맑은 고딕" panose="020B0503020000020004" pitchFamily="50" charset="-127"/>
              <a:buChar char=" "/>
              <a:defRPr sz="20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0100" indent="-342900">
              <a:buFont typeface="맑은 고딕" panose="020B0503020000020004" pitchFamily="50" charset="-127"/>
              <a:buChar char=" "/>
              <a:defRPr sz="18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257300" indent="-342900">
              <a:buFont typeface="맑은 고딕" panose="020B0503020000020004" pitchFamily="50" charset="-127"/>
              <a:buChar char=" "/>
              <a:defRPr sz="16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 marL="16573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 marL="2114550" indent="-285750">
              <a:buFont typeface="맑은 고딕" panose="020B0503020000020004" pitchFamily="50" charset="-127"/>
              <a:buChar char=" "/>
              <a:defRPr sz="14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810705" y="1065229"/>
            <a:ext cx="10737130" cy="509588"/>
          </a:xfrm>
        </p:spPr>
        <p:txBody>
          <a:bodyPr/>
          <a:lstStyle>
            <a:lvl1pPr marL="0" indent="0">
              <a:buNone/>
              <a:defRPr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pPr lvl="0"/>
            <a:r>
              <a:rPr lang="en-US" altLang="ko-KR" dirty="0"/>
              <a:t>Subsection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8678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1805336C-5CC8-4FD5-A3DF-65457D0FFC6B}" type="datetimeFigureOut">
              <a:rPr lang="ko-KR" altLang="en-US" smtClean="0"/>
              <a:pPr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18650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18650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</a:lstStyle>
          <a:p>
            <a:fld id="{BADD9178-41EF-4962-AB62-A9BEF6BCDFE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6206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You can use, copy, modify and redistribute the entire or the partial contents of this template.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Database System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ERD Template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Additional Materials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5987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234" name="직사각형 233"/>
          <p:cNvSpPr/>
          <p:nvPr/>
        </p:nvSpPr>
        <p:spPr>
          <a:xfrm>
            <a:off x="6282824" y="164276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6" name="직사각형 245"/>
          <p:cNvSpPr/>
          <p:nvPr/>
        </p:nvSpPr>
        <p:spPr>
          <a:xfrm>
            <a:off x="5781132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7" name="직사각형 246"/>
          <p:cNvSpPr/>
          <p:nvPr/>
        </p:nvSpPr>
        <p:spPr>
          <a:xfrm>
            <a:off x="6798076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8" name="직사각형 247"/>
          <p:cNvSpPr/>
          <p:nvPr/>
        </p:nvSpPr>
        <p:spPr>
          <a:xfrm>
            <a:off x="3747243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49" name="직사각형 248"/>
          <p:cNvSpPr/>
          <p:nvPr/>
        </p:nvSpPr>
        <p:spPr>
          <a:xfrm>
            <a:off x="4764187" y="288569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0" name="직사각형 249"/>
          <p:cNvSpPr/>
          <p:nvPr/>
        </p:nvSpPr>
        <p:spPr>
          <a:xfrm>
            <a:off x="7815020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1" name="직사각형 250"/>
          <p:cNvSpPr/>
          <p:nvPr/>
        </p:nvSpPr>
        <p:spPr>
          <a:xfrm>
            <a:off x="8831964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2" name="직사각형 251"/>
          <p:cNvSpPr/>
          <p:nvPr/>
        </p:nvSpPr>
        <p:spPr>
          <a:xfrm>
            <a:off x="9848909" y="288569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3" name="직사각형 252"/>
          <p:cNvSpPr/>
          <p:nvPr/>
        </p:nvSpPr>
        <p:spPr>
          <a:xfrm>
            <a:off x="8831963" y="398851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8" name="직사각형 257"/>
          <p:cNvSpPr/>
          <p:nvPr/>
        </p:nvSpPr>
        <p:spPr>
          <a:xfrm>
            <a:off x="8831963" y="5091334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59" name="직사각형 258"/>
          <p:cNvSpPr/>
          <p:nvPr/>
        </p:nvSpPr>
        <p:spPr>
          <a:xfrm>
            <a:off x="8831963" y="164276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60" name="직사각형 259"/>
          <p:cNvSpPr/>
          <p:nvPr/>
        </p:nvSpPr>
        <p:spPr>
          <a:xfrm>
            <a:off x="7815020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61" name="직사각형 260"/>
          <p:cNvSpPr/>
          <p:nvPr/>
        </p:nvSpPr>
        <p:spPr>
          <a:xfrm>
            <a:off x="9848909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70" name="직사각형 269"/>
          <p:cNvSpPr/>
          <p:nvPr/>
        </p:nvSpPr>
        <p:spPr>
          <a:xfrm>
            <a:off x="10865853" y="398851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271" name="그룹 270"/>
          <p:cNvGrpSpPr/>
          <p:nvPr/>
        </p:nvGrpSpPr>
        <p:grpSpPr>
          <a:xfrm rot="10800000">
            <a:off x="9622920" y="4131322"/>
            <a:ext cx="1242934" cy="179918"/>
            <a:chOff x="7756782" y="4369985"/>
            <a:chExt cx="1654345" cy="239471"/>
          </a:xfrm>
        </p:grpSpPr>
        <p:cxnSp>
          <p:nvCxnSpPr>
            <p:cNvPr id="540" name="직선 연결선 539"/>
            <p:cNvCxnSpPr/>
            <p:nvPr/>
          </p:nvCxnSpPr>
          <p:spPr>
            <a:xfrm rot="10800000" flipH="1">
              <a:off x="7756782" y="4494892"/>
              <a:ext cx="1654344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41" name="그룹 540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45" name="직선 연결선 544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7" name="직선 연결선 546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42" name="직선 연결선 541"/>
            <p:cNvCxnSpPr/>
            <p:nvPr/>
          </p:nvCxnSpPr>
          <p:spPr>
            <a:xfrm>
              <a:off x="7898675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3" name="직선 연결선 542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4" name="타원 543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72" name="그룹 271"/>
          <p:cNvGrpSpPr/>
          <p:nvPr/>
        </p:nvGrpSpPr>
        <p:grpSpPr>
          <a:xfrm rot="5400000">
            <a:off x="8908799" y="4682733"/>
            <a:ext cx="637287" cy="179918"/>
            <a:chOff x="8562897" y="4369985"/>
            <a:chExt cx="848230" cy="239471"/>
          </a:xfrm>
        </p:grpSpPr>
        <p:cxnSp>
          <p:nvCxnSpPr>
            <p:cNvPr id="532" name="직선 연결선 531"/>
            <p:cNvCxnSpPr/>
            <p:nvPr/>
          </p:nvCxnSpPr>
          <p:spPr>
            <a:xfrm rot="16200000">
              <a:off x="8987011" y="4065607"/>
              <a:ext cx="0" cy="84822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33" name="그룹 532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37" name="직선 연결선 536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8" name="직선 연결선 537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9" name="직선 연결선 538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34" name="직선 연결선 533"/>
            <p:cNvCxnSpPr/>
            <p:nvPr/>
          </p:nvCxnSpPr>
          <p:spPr>
            <a:xfrm>
              <a:off x="8704889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5" name="직선 연결선 534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36" name="타원 535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cxnSp>
        <p:nvCxnSpPr>
          <p:cNvPr id="273" name="직선 연결선 272"/>
          <p:cNvCxnSpPr>
            <a:stCxn id="250" idx="2"/>
          </p:cNvCxnSpPr>
          <p:nvPr/>
        </p:nvCxnSpPr>
        <p:spPr>
          <a:xfrm flipH="1">
            <a:off x="8210498" y="3351230"/>
            <a:ext cx="1" cy="33220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4" name="직선 연결선 273"/>
          <p:cNvCxnSpPr>
            <a:endCxn id="253" idx="0"/>
          </p:cNvCxnSpPr>
          <p:nvPr/>
        </p:nvCxnSpPr>
        <p:spPr>
          <a:xfrm>
            <a:off x="9223556" y="3351230"/>
            <a:ext cx="3886" cy="63728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5" name="직선 연결선 274"/>
          <p:cNvCxnSpPr/>
          <p:nvPr/>
        </p:nvCxnSpPr>
        <p:spPr>
          <a:xfrm>
            <a:off x="10240500" y="3351230"/>
            <a:ext cx="0" cy="33220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직선 연결선 275"/>
          <p:cNvCxnSpPr/>
          <p:nvPr/>
        </p:nvCxnSpPr>
        <p:spPr>
          <a:xfrm flipV="1">
            <a:off x="8210498" y="3676966"/>
            <a:ext cx="2030002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77" name="그룹 276"/>
          <p:cNvGrpSpPr/>
          <p:nvPr/>
        </p:nvGrpSpPr>
        <p:grpSpPr>
          <a:xfrm>
            <a:off x="9086871" y="3504290"/>
            <a:ext cx="273366" cy="266712"/>
            <a:chOff x="9572828" y="3343638"/>
            <a:chExt cx="363851" cy="354994"/>
          </a:xfrm>
        </p:grpSpPr>
        <p:sp>
          <p:nvSpPr>
            <p:cNvPr id="529" name="순서도: 지연 528"/>
            <p:cNvSpPr/>
            <p:nvPr/>
          </p:nvSpPr>
          <p:spPr>
            <a:xfrm rot="16200000">
              <a:off x="9580405" y="3342358"/>
              <a:ext cx="354994" cy="357554"/>
            </a:xfrm>
            <a:prstGeom prst="flowChartDelay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30" name="직선 연결선 529"/>
            <p:cNvCxnSpPr/>
            <p:nvPr/>
          </p:nvCxnSpPr>
          <p:spPr>
            <a:xfrm>
              <a:off x="9579125" y="3484124"/>
              <a:ext cx="357554" cy="1774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1" name="직선 연결선 530"/>
            <p:cNvCxnSpPr/>
            <p:nvPr/>
          </p:nvCxnSpPr>
          <p:spPr>
            <a:xfrm flipH="1">
              <a:off x="9572828" y="3484124"/>
              <a:ext cx="363851" cy="1773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78" name="그룹 277"/>
          <p:cNvGrpSpPr/>
          <p:nvPr/>
        </p:nvGrpSpPr>
        <p:grpSpPr>
          <a:xfrm rot="16200000">
            <a:off x="9412844" y="1966903"/>
            <a:ext cx="1656489" cy="181096"/>
            <a:chOff x="7206341" y="4369985"/>
            <a:chExt cx="2204787" cy="241039"/>
          </a:xfrm>
        </p:grpSpPr>
        <p:cxnSp>
          <p:nvCxnSpPr>
            <p:cNvPr id="521" name="직선 연결선 520"/>
            <p:cNvCxnSpPr>
              <a:stCxn id="252" idx="0"/>
              <a:endCxn id="261" idx="2"/>
            </p:cNvCxnSpPr>
            <p:nvPr/>
          </p:nvCxnSpPr>
          <p:spPr>
            <a:xfrm rot="5400000" flipV="1">
              <a:off x="8308735" y="3392502"/>
              <a:ext cx="0" cy="220478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22" name="그룹 521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26" name="직선 연결선 52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7" name="직선 연결선 52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8" name="직선 연결선 52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23" name="직선 연결선 522"/>
            <p:cNvCxnSpPr/>
            <p:nvPr/>
          </p:nvCxnSpPr>
          <p:spPr>
            <a:xfrm>
              <a:off x="7331503" y="437422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4" name="직선 연결선 523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5" name="타원 524"/>
            <p:cNvSpPr/>
            <p:nvPr/>
          </p:nvSpPr>
          <p:spPr>
            <a:xfrm>
              <a:off x="9094080" y="4401336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79" name="그룹 278"/>
          <p:cNvGrpSpPr/>
          <p:nvPr/>
        </p:nvGrpSpPr>
        <p:grpSpPr>
          <a:xfrm rot="10800000">
            <a:off x="8605976" y="906480"/>
            <a:ext cx="1242933" cy="179918"/>
            <a:chOff x="7756785" y="4369985"/>
            <a:chExt cx="1654343" cy="239471"/>
          </a:xfrm>
        </p:grpSpPr>
        <p:cxnSp>
          <p:nvCxnSpPr>
            <p:cNvPr id="513" name="직선 연결선 512"/>
            <p:cNvCxnSpPr>
              <a:stCxn id="261" idx="1"/>
              <a:endCxn id="260" idx="3"/>
            </p:cNvCxnSpPr>
            <p:nvPr/>
          </p:nvCxnSpPr>
          <p:spPr>
            <a:xfrm rot="10800000" flipH="1">
              <a:off x="7756785" y="4489720"/>
              <a:ext cx="165434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14" name="그룹 513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18" name="직선 연결선 517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9" name="직선 연결선 518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20" name="직선 연결선 519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5" name="직선 연결선 514"/>
            <p:cNvCxnSpPr/>
            <p:nvPr/>
          </p:nvCxnSpPr>
          <p:spPr>
            <a:xfrm>
              <a:off x="7881297" y="436998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6" name="직선 연결선 515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7" name="타원 516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80" name="그룹 279"/>
          <p:cNvGrpSpPr/>
          <p:nvPr/>
        </p:nvGrpSpPr>
        <p:grpSpPr>
          <a:xfrm rot="5400000">
            <a:off x="6884714" y="712457"/>
            <a:ext cx="637385" cy="1223227"/>
            <a:chOff x="8562771" y="2981340"/>
            <a:chExt cx="848360" cy="1628116"/>
          </a:xfrm>
        </p:grpSpPr>
        <p:cxnSp>
          <p:nvCxnSpPr>
            <p:cNvPr id="503" name="직선 연결선 502"/>
            <p:cNvCxnSpPr>
              <a:endCxn id="234" idx="0"/>
            </p:cNvCxnSpPr>
            <p:nvPr/>
          </p:nvCxnSpPr>
          <p:spPr>
            <a:xfrm rot="16200000" flipH="1">
              <a:off x="9038146" y="4121327"/>
              <a:ext cx="3" cy="74596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04" name="그룹 503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510" name="직선 연결선 509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1" name="직선 연결선 510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2" name="직선 연결선 511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05" name="직선 연결선 504"/>
            <p:cNvCxnSpPr/>
            <p:nvPr/>
          </p:nvCxnSpPr>
          <p:spPr>
            <a:xfrm rot="16200000" flipH="1" flipV="1">
              <a:off x="7923731" y="3732279"/>
              <a:ext cx="1507048" cy="517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6" name="직선 연결선 505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7" name="타원 506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08" name="직선 연결선 507"/>
            <p:cNvCxnSpPr/>
            <p:nvPr/>
          </p:nvCxnSpPr>
          <p:spPr>
            <a:xfrm rot="5400000">
              <a:off x="8681172" y="299167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9" name="타원 508"/>
            <p:cNvSpPr/>
            <p:nvPr/>
          </p:nvSpPr>
          <p:spPr>
            <a:xfrm>
              <a:off x="8579311" y="3116523"/>
              <a:ext cx="194807" cy="194807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cxnSp>
        <p:nvCxnSpPr>
          <p:cNvPr id="281" name="직선 연결선 280"/>
          <p:cNvCxnSpPr/>
          <p:nvPr/>
        </p:nvCxnSpPr>
        <p:spPr>
          <a:xfrm>
            <a:off x="6176609" y="2494555"/>
            <a:ext cx="1" cy="39114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2" name="직선 연결선 281"/>
          <p:cNvCxnSpPr/>
          <p:nvPr/>
        </p:nvCxnSpPr>
        <p:spPr>
          <a:xfrm>
            <a:off x="7190539" y="2494555"/>
            <a:ext cx="1" cy="39114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3" name="직선 연결선 282"/>
          <p:cNvCxnSpPr/>
          <p:nvPr/>
        </p:nvCxnSpPr>
        <p:spPr>
          <a:xfrm flipH="1">
            <a:off x="6677865" y="2108973"/>
            <a:ext cx="1" cy="38558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4" name="직선 연결선 283"/>
          <p:cNvCxnSpPr/>
          <p:nvPr/>
        </p:nvCxnSpPr>
        <p:spPr>
          <a:xfrm flipV="1">
            <a:off x="6175538" y="2494556"/>
            <a:ext cx="1015001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5" name="그룹 284"/>
          <p:cNvGrpSpPr/>
          <p:nvPr/>
        </p:nvGrpSpPr>
        <p:grpSpPr>
          <a:xfrm>
            <a:off x="6541182" y="2320679"/>
            <a:ext cx="273366" cy="266712"/>
            <a:chOff x="9572828" y="3343638"/>
            <a:chExt cx="363851" cy="354994"/>
          </a:xfrm>
        </p:grpSpPr>
        <p:sp>
          <p:nvSpPr>
            <p:cNvPr id="500" name="순서도: 지연 499"/>
            <p:cNvSpPr/>
            <p:nvPr/>
          </p:nvSpPr>
          <p:spPr>
            <a:xfrm rot="16200000">
              <a:off x="9580405" y="3342358"/>
              <a:ext cx="354994" cy="357554"/>
            </a:xfrm>
            <a:prstGeom prst="flowChartDelay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501" name="직선 연결선 500"/>
            <p:cNvCxnSpPr/>
            <p:nvPr/>
          </p:nvCxnSpPr>
          <p:spPr>
            <a:xfrm>
              <a:off x="9579125" y="3484124"/>
              <a:ext cx="357554" cy="17749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2" name="직선 연결선 501"/>
            <p:cNvCxnSpPr/>
            <p:nvPr/>
          </p:nvCxnSpPr>
          <p:spPr>
            <a:xfrm flipH="1">
              <a:off x="9572828" y="3484124"/>
              <a:ext cx="363851" cy="17737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3" name="그룹 292"/>
          <p:cNvGrpSpPr/>
          <p:nvPr/>
        </p:nvGrpSpPr>
        <p:grpSpPr>
          <a:xfrm rot="16200000">
            <a:off x="8834273" y="2404782"/>
            <a:ext cx="777397" cy="184433"/>
            <a:chOff x="8381612" y="4376008"/>
            <a:chExt cx="1034716" cy="245480"/>
          </a:xfrm>
        </p:grpSpPr>
        <p:cxnSp>
          <p:nvCxnSpPr>
            <p:cNvPr id="492" name="직선 연결선 491"/>
            <p:cNvCxnSpPr>
              <a:stCxn id="251" idx="0"/>
              <a:endCxn id="259" idx="2"/>
            </p:cNvCxnSpPr>
            <p:nvPr/>
          </p:nvCxnSpPr>
          <p:spPr>
            <a:xfrm rot="5400000" flipH="1" flipV="1">
              <a:off x="8898969" y="3987342"/>
              <a:ext cx="2" cy="103471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93" name="그룹 492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497" name="직선 연결선 496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8" name="직선 연결선 497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9" name="직선 연결선 498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94" name="직선 연결선 493"/>
            <p:cNvCxnSpPr/>
            <p:nvPr/>
          </p:nvCxnSpPr>
          <p:spPr>
            <a:xfrm>
              <a:off x="8508700" y="4376008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5" name="직선 연결선 494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96" name="타원 495"/>
            <p:cNvSpPr/>
            <p:nvPr/>
          </p:nvSpPr>
          <p:spPr>
            <a:xfrm>
              <a:off x="9094080" y="440568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294" name="그룹 293"/>
          <p:cNvGrpSpPr/>
          <p:nvPr/>
        </p:nvGrpSpPr>
        <p:grpSpPr>
          <a:xfrm>
            <a:off x="8118192" y="1229207"/>
            <a:ext cx="713770" cy="738541"/>
            <a:chOff x="8465571" y="3638490"/>
            <a:chExt cx="950028" cy="982998"/>
          </a:xfrm>
        </p:grpSpPr>
        <p:cxnSp>
          <p:nvCxnSpPr>
            <p:cNvPr id="483" name="직선 연결선 482"/>
            <p:cNvCxnSpPr>
              <a:endCxn id="259" idx="1"/>
            </p:cNvCxnSpPr>
            <p:nvPr/>
          </p:nvCxnSpPr>
          <p:spPr>
            <a:xfrm flipV="1">
              <a:off x="8588424" y="4498748"/>
              <a:ext cx="827175" cy="595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4" name="그룹 483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489" name="직선 연결선 488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0" name="직선 연결선 489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1" name="직선 연결선 490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85" name="직선 연결선 484"/>
            <p:cNvCxnSpPr>
              <a:stCxn id="260" idx="2"/>
            </p:cNvCxnSpPr>
            <p:nvPr/>
          </p:nvCxnSpPr>
          <p:spPr>
            <a:xfrm>
              <a:off x="8588430" y="3638490"/>
              <a:ext cx="6496" cy="86843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6" name="직선 연결선 485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7" name="타원 486"/>
            <p:cNvSpPr/>
            <p:nvPr/>
          </p:nvSpPr>
          <p:spPr>
            <a:xfrm>
              <a:off x="9094080" y="440568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88" name="직선 연결선 487"/>
            <p:cNvCxnSpPr/>
            <p:nvPr/>
          </p:nvCxnSpPr>
          <p:spPr>
            <a:xfrm rot="5400000">
              <a:off x="8583972" y="3642331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5" name="그룹 294"/>
          <p:cNvGrpSpPr/>
          <p:nvPr/>
        </p:nvGrpSpPr>
        <p:grpSpPr>
          <a:xfrm rot="16200000">
            <a:off x="7536357" y="2919273"/>
            <a:ext cx="871054" cy="1734972"/>
            <a:chOff x="8251753" y="4375065"/>
            <a:chExt cx="1159374" cy="2309247"/>
          </a:xfrm>
        </p:grpSpPr>
        <p:cxnSp>
          <p:nvCxnSpPr>
            <p:cNvPr id="474" name="직선 연결선 473"/>
            <p:cNvCxnSpPr/>
            <p:nvPr/>
          </p:nvCxnSpPr>
          <p:spPr>
            <a:xfrm rot="5400000" flipV="1">
              <a:off x="8891976" y="3975744"/>
              <a:ext cx="0" cy="103830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75" name="그룹 474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80" name="직선 연결선 479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1" name="직선 연결선 480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2" name="직선 연결선 481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76" name="직선 연결선 475"/>
            <p:cNvCxnSpPr/>
            <p:nvPr/>
          </p:nvCxnSpPr>
          <p:spPr>
            <a:xfrm rot="5400000">
              <a:off x="7276668" y="5593441"/>
              <a:ext cx="2181742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7" name="직선 연결선 476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78" name="타원 477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79" name="직선 연결선 478"/>
            <p:cNvCxnSpPr/>
            <p:nvPr/>
          </p:nvCxnSpPr>
          <p:spPr>
            <a:xfrm rot="16200000">
              <a:off x="8370154" y="6430302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6" name="그룹 295"/>
          <p:cNvGrpSpPr/>
          <p:nvPr/>
        </p:nvGrpSpPr>
        <p:grpSpPr>
          <a:xfrm rot="16200000">
            <a:off x="7010154" y="2581751"/>
            <a:ext cx="1048967" cy="2587929"/>
            <a:chOff x="8014952" y="4375065"/>
            <a:chExt cx="1396175" cy="3444534"/>
          </a:xfrm>
        </p:grpSpPr>
        <p:cxnSp>
          <p:nvCxnSpPr>
            <p:cNvPr id="465" name="직선 연결선 464"/>
            <p:cNvCxnSpPr/>
            <p:nvPr/>
          </p:nvCxnSpPr>
          <p:spPr>
            <a:xfrm rot="5400000" flipV="1">
              <a:off x="8773575" y="3857342"/>
              <a:ext cx="0" cy="127510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66" name="그룹 465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71" name="직선 연결선 470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2" name="직선 연결선 471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3" name="직선 연결선 472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67" name="직선 연결선 466"/>
            <p:cNvCxnSpPr/>
            <p:nvPr/>
          </p:nvCxnSpPr>
          <p:spPr>
            <a:xfrm rot="5400000">
              <a:off x="6467089" y="6155950"/>
              <a:ext cx="332729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68" name="직선 연결선 467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9" name="타원 468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70" name="직선 연결선 469"/>
            <p:cNvCxnSpPr/>
            <p:nvPr/>
          </p:nvCxnSpPr>
          <p:spPr>
            <a:xfrm rot="16200000">
              <a:off x="8133353" y="7577683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7" name="그룹 296"/>
          <p:cNvGrpSpPr/>
          <p:nvPr/>
        </p:nvGrpSpPr>
        <p:grpSpPr>
          <a:xfrm rot="16200000">
            <a:off x="5344880" y="2062379"/>
            <a:ext cx="2205637" cy="4783343"/>
            <a:chOff x="6475424" y="4375065"/>
            <a:chExt cx="2935703" cy="6366630"/>
          </a:xfrm>
        </p:grpSpPr>
        <p:cxnSp>
          <p:nvCxnSpPr>
            <p:cNvPr id="456" name="직선 연결선 455"/>
            <p:cNvCxnSpPr/>
            <p:nvPr/>
          </p:nvCxnSpPr>
          <p:spPr>
            <a:xfrm rot="5400000" flipV="1">
              <a:off x="8002475" y="3086243"/>
              <a:ext cx="0" cy="281730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57" name="그룹 456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62" name="직선 연결선 461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3" name="직선 연결선 462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4" name="직선 연결선 463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58" name="직선 연결선 457"/>
            <p:cNvCxnSpPr/>
            <p:nvPr/>
          </p:nvCxnSpPr>
          <p:spPr>
            <a:xfrm rot="5400000">
              <a:off x="3470349" y="7620834"/>
              <a:ext cx="624172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9" name="직선 연결선 458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0" name="타원 459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61" name="직선 연결선 460"/>
            <p:cNvCxnSpPr/>
            <p:nvPr/>
          </p:nvCxnSpPr>
          <p:spPr>
            <a:xfrm rot="16200000">
              <a:off x="6593825" y="1049454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8" name="그룹 297"/>
          <p:cNvGrpSpPr/>
          <p:nvPr/>
        </p:nvGrpSpPr>
        <p:grpSpPr>
          <a:xfrm rot="16200000">
            <a:off x="5919645" y="2502139"/>
            <a:ext cx="2056663" cy="3761251"/>
            <a:chOff x="6673709" y="4375065"/>
            <a:chExt cx="2737418" cy="5006225"/>
          </a:xfrm>
        </p:grpSpPr>
        <p:cxnSp>
          <p:nvCxnSpPr>
            <p:cNvPr id="447" name="직선 연결선 446"/>
            <p:cNvCxnSpPr/>
            <p:nvPr/>
          </p:nvCxnSpPr>
          <p:spPr>
            <a:xfrm rot="5400000" flipV="1">
              <a:off x="8101617" y="3185386"/>
              <a:ext cx="0" cy="261901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48" name="그룹 447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53" name="직선 연결선 452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4" name="직선 연결선 453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5" name="직선 연결선 454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9" name="직선 연결선 448"/>
            <p:cNvCxnSpPr/>
            <p:nvPr/>
          </p:nvCxnSpPr>
          <p:spPr>
            <a:xfrm rot="5400000">
              <a:off x="4348837" y="6940632"/>
              <a:ext cx="4881317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0" name="직선 연결선 449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1" name="타원 450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52" name="직선 연결선 451"/>
            <p:cNvCxnSpPr/>
            <p:nvPr/>
          </p:nvCxnSpPr>
          <p:spPr>
            <a:xfrm rot="16200000">
              <a:off x="6792110" y="914847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9" name="그룹 298"/>
          <p:cNvGrpSpPr/>
          <p:nvPr/>
        </p:nvGrpSpPr>
        <p:grpSpPr>
          <a:xfrm rot="16200000">
            <a:off x="6427249" y="2857757"/>
            <a:ext cx="1915445" cy="2908799"/>
            <a:chOff x="6861669" y="4375065"/>
            <a:chExt cx="2549458" cy="3871611"/>
          </a:xfrm>
        </p:grpSpPr>
        <p:cxnSp>
          <p:nvCxnSpPr>
            <p:cNvPr id="438" name="직선 연결선 437"/>
            <p:cNvCxnSpPr/>
            <p:nvPr/>
          </p:nvCxnSpPr>
          <p:spPr>
            <a:xfrm rot="5400000" flipV="1">
              <a:off x="8195597" y="3279367"/>
              <a:ext cx="0" cy="243105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39" name="그룹 438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44" name="직선 연결선 443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5" name="직선 연결선 444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6" name="직선 연결선 445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0" name="직선 연결선 439"/>
            <p:cNvCxnSpPr/>
            <p:nvPr/>
          </p:nvCxnSpPr>
          <p:spPr>
            <a:xfrm rot="5400000">
              <a:off x="5104103" y="6373325"/>
              <a:ext cx="3746703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1" name="직선 연결선 440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2" name="타원 441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43" name="직선 연결선 442"/>
            <p:cNvCxnSpPr/>
            <p:nvPr/>
          </p:nvCxnSpPr>
          <p:spPr>
            <a:xfrm rot="16200000">
              <a:off x="6980070" y="7999529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0" name="그룹 299"/>
          <p:cNvGrpSpPr/>
          <p:nvPr/>
        </p:nvGrpSpPr>
        <p:grpSpPr>
          <a:xfrm rot="5400000" flipV="1">
            <a:off x="5391894" y="2174350"/>
            <a:ext cx="389156" cy="1029566"/>
            <a:chOff x="8893160" y="4375065"/>
            <a:chExt cx="517967" cy="1370353"/>
          </a:xfrm>
        </p:grpSpPr>
        <p:cxnSp>
          <p:nvCxnSpPr>
            <p:cNvPr id="428" name="직선 연결선 427"/>
            <p:cNvCxnSpPr/>
            <p:nvPr/>
          </p:nvCxnSpPr>
          <p:spPr>
            <a:xfrm rot="5400000" flipV="1">
              <a:off x="9152143" y="4235910"/>
              <a:ext cx="0" cy="51796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29" name="그룹 428"/>
            <p:cNvGrpSpPr/>
            <p:nvPr/>
          </p:nvGrpSpPr>
          <p:grpSpPr>
            <a:xfrm>
              <a:off x="9288888" y="4377735"/>
              <a:ext cx="122239" cy="236801"/>
              <a:chOff x="2297548" y="3787588"/>
              <a:chExt cx="122239" cy="236801"/>
            </a:xfrm>
          </p:grpSpPr>
          <p:cxnSp>
            <p:nvCxnSpPr>
              <p:cNvPr id="435" name="직선 연결선 434"/>
              <p:cNvCxnSpPr/>
              <p:nvPr/>
            </p:nvCxnSpPr>
            <p:spPr>
              <a:xfrm flipV="1">
                <a:off x="2297548" y="378758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6" name="직선 연결선 435"/>
              <p:cNvCxnSpPr/>
              <p:nvPr/>
            </p:nvCxnSpPr>
            <p:spPr>
              <a:xfrm>
                <a:off x="2297548" y="390215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7" name="직선 연결선 436"/>
              <p:cNvCxnSpPr/>
              <p:nvPr/>
            </p:nvCxnSpPr>
            <p:spPr>
              <a:xfrm>
                <a:off x="2297548" y="3905485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30" name="직선 연결선 429"/>
            <p:cNvCxnSpPr/>
            <p:nvPr/>
          </p:nvCxnSpPr>
          <p:spPr>
            <a:xfrm rot="5400000" flipV="1">
              <a:off x="8317737" y="5067724"/>
              <a:ext cx="1150847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1" name="직선 연결선 430"/>
            <p:cNvCxnSpPr/>
            <p:nvPr/>
          </p:nvCxnSpPr>
          <p:spPr>
            <a:xfrm>
              <a:off x="9288888" y="437506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2" name="타원 431"/>
            <p:cNvSpPr/>
            <p:nvPr/>
          </p:nvSpPr>
          <p:spPr>
            <a:xfrm>
              <a:off x="9094080" y="4398735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33" name="직선 연결선 432"/>
            <p:cNvCxnSpPr/>
            <p:nvPr/>
          </p:nvCxnSpPr>
          <p:spPr>
            <a:xfrm>
              <a:off x="9275145" y="55086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4" name="직선 연결선 433"/>
            <p:cNvCxnSpPr/>
            <p:nvPr/>
          </p:nvCxnSpPr>
          <p:spPr>
            <a:xfrm rot="5400000" flipV="1">
              <a:off x="9152144" y="5372938"/>
              <a:ext cx="0" cy="51796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01" name="그룹 300"/>
          <p:cNvGrpSpPr/>
          <p:nvPr/>
        </p:nvGrpSpPr>
        <p:grpSpPr>
          <a:xfrm rot="5400000">
            <a:off x="4620153" y="1227194"/>
            <a:ext cx="1096202" cy="2222419"/>
            <a:chOff x="7952082" y="1651416"/>
            <a:chExt cx="1459045" cy="2958040"/>
          </a:xfrm>
        </p:grpSpPr>
        <p:cxnSp>
          <p:nvCxnSpPr>
            <p:cNvPr id="419" name="직선 연결선 418"/>
            <p:cNvCxnSpPr/>
            <p:nvPr/>
          </p:nvCxnSpPr>
          <p:spPr>
            <a:xfrm rot="16200000">
              <a:off x="8738324" y="3821506"/>
              <a:ext cx="0" cy="134560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20" name="그룹 41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25" name="직선 연결선 424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6" name="직선 연결선 425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7" name="직선 연결선 426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21" name="직선 연결선 420"/>
            <p:cNvCxnSpPr/>
            <p:nvPr/>
          </p:nvCxnSpPr>
          <p:spPr>
            <a:xfrm rot="16200000" flipH="1" flipV="1">
              <a:off x="6651248" y="3069317"/>
              <a:ext cx="2835803" cy="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2" name="직선 연결선 42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3" name="타원 42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24" name="직선 연결선 423"/>
            <p:cNvCxnSpPr/>
            <p:nvPr/>
          </p:nvCxnSpPr>
          <p:spPr>
            <a:xfrm rot="5400000">
              <a:off x="8070483" y="1661749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2" name="직사각형 301"/>
          <p:cNvSpPr/>
          <p:nvPr/>
        </p:nvSpPr>
        <p:spPr>
          <a:xfrm>
            <a:off x="8831963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3" name="직사각형 302"/>
          <p:cNvSpPr/>
          <p:nvPr/>
        </p:nvSpPr>
        <p:spPr>
          <a:xfrm>
            <a:off x="7799444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4" name="직사각형 303"/>
          <p:cNvSpPr/>
          <p:nvPr/>
        </p:nvSpPr>
        <p:spPr>
          <a:xfrm>
            <a:off x="9851797" y="6283642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05" name="그룹 304"/>
          <p:cNvGrpSpPr/>
          <p:nvPr/>
        </p:nvGrpSpPr>
        <p:grpSpPr>
          <a:xfrm rot="5400000">
            <a:off x="8861842" y="5830300"/>
            <a:ext cx="726774" cy="179918"/>
            <a:chOff x="8443791" y="4369985"/>
            <a:chExt cx="967336" cy="239471"/>
          </a:xfrm>
        </p:grpSpPr>
        <p:cxnSp>
          <p:nvCxnSpPr>
            <p:cNvPr id="410" name="직선 연결선 409"/>
            <p:cNvCxnSpPr/>
            <p:nvPr/>
          </p:nvCxnSpPr>
          <p:spPr>
            <a:xfrm rot="16200000">
              <a:off x="8927458" y="4006053"/>
              <a:ext cx="0" cy="967334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11" name="그룹 410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16" name="직선 연결선 41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7" name="직선 연결선 41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8" name="직선 연결선 41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12" name="직선 연결선 411"/>
            <p:cNvCxnSpPr/>
            <p:nvPr/>
          </p:nvCxnSpPr>
          <p:spPr>
            <a:xfrm>
              <a:off x="8568899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3" name="직선 연결선 412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4" name="타원 413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15" name="타원 414"/>
            <p:cNvSpPr/>
            <p:nvPr/>
          </p:nvSpPr>
          <p:spPr>
            <a:xfrm>
              <a:off x="8571242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306" name="그룹 305"/>
          <p:cNvGrpSpPr/>
          <p:nvPr/>
        </p:nvGrpSpPr>
        <p:grpSpPr>
          <a:xfrm rot="5400000">
            <a:off x="9477410" y="5423820"/>
            <a:ext cx="726775" cy="992873"/>
            <a:chOff x="8443788" y="4369985"/>
            <a:chExt cx="967339" cy="1321513"/>
          </a:xfrm>
        </p:grpSpPr>
        <p:cxnSp>
          <p:nvCxnSpPr>
            <p:cNvPr id="399" name="직선 연결선 398"/>
            <p:cNvCxnSpPr/>
            <p:nvPr/>
          </p:nvCxnSpPr>
          <p:spPr>
            <a:xfrm rot="16200000">
              <a:off x="9169292" y="4247888"/>
              <a:ext cx="0" cy="48366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00" name="그룹 39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407" name="직선 연결선 406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8" name="직선 연결선 407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9" name="직선 연결선 408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01" name="직선 연결선 400"/>
            <p:cNvCxnSpPr/>
            <p:nvPr/>
          </p:nvCxnSpPr>
          <p:spPr>
            <a:xfrm rot="16200000" flipH="1">
              <a:off x="8415868" y="5011668"/>
              <a:ext cx="102318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2" name="직선 연결선 40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3" name="타원 40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404" name="직선 연결선 403"/>
            <p:cNvCxnSpPr/>
            <p:nvPr/>
          </p:nvCxnSpPr>
          <p:spPr>
            <a:xfrm rot="16200000">
              <a:off x="8685625" y="5331259"/>
              <a:ext cx="0" cy="48367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5" name="직선 연결선 404"/>
            <p:cNvCxnSpPr/>
            <p:nvPr/>
          </p:nvCxnSpPr>
          <p:spPr>
            <a:xfrm>
              <a:off x="8568869" y="545469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6" name="타원 405"/>
            <p:cNvSpPr/>
            <p:nvPr/>
          </p:nvSpPr>
          <p:spPr>
            <a:xfrm>
              <a:off x="8577895" y="5485753"/>
              <a:ext cx="194805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</p:grpSp>
      <p:grpSp>
        <p:nvGrpSpPr>
          <p:cNvPr id="307" name="그룹 306"/>
          <p:cNvGrpSpPr/>
          <p:nvPr/>
        </p:nvGrpSpPr>
        <p:grpSpPr>
          <a:xfrm rot="16200000" flipH="1">
            <a:off x="8247372" y="5423821"/>
            <a:ext cx="726775" cy="992873"/>
            <a:chOff x="8443788" y="4369985"/>
            <a:chExt cx="967339" cy="1321513"/>
          </a:xfrm>
        </p:grpSpPr>
        <p:cxnSp>
          <p:nvCxnSpPr>
            <p:cNvPr id="389" name="직선 연결선 388"/>
            <p:cNvCxnSpPr/>
            <p:nvPr/>
          </p:nvCxnSpPr>
          <p:spPr>
            <a:xfrm rot="16200000">
              <a:off x="9169292" y="4247888"/>
              <a:ext cx="0" cy="483665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90" name="그룹 389"/>
            <p:cNvGrpSpPr/>
            <p:nvPr/>
          </p:nvGrpSpPr>
          <p:grpSpPr>
            <a:xfrm>
              <a:off x="9288888" y="4372655"/>
              <a:ext cx="122239" cy="236801"/>
              <a:chOff x="2297548" y="3782508"/>
              <a:chExt cx="122239" cy="236801"/>
            </a:xfrm>
          </p:grpSpPr>
          <p:cxnSp>
            <p:nvCxnSpPr>
              <p:cNvPr id="396" name="직선 연결선 395"/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7" name="직선 연결선 396"/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8" name="직선 연결선 397"/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1" name="직선 연결선 390"/>
            <p:cNvCxnSpPr/>
            <p:nvPr/>
          </p:nvCxnSpPr>
          <p:spPr>
            <a:xfrm rot="16200000" flipH="1">
              <a:off x="8415868" y="5011668"/>
              <a:ext cx="102318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2" name="직선 연결선 391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93" name="타원 392"/>
            <p:cNvSpPr/>
            <p:nvPr/>
          </p:nvSpPr>
          <p:spPr>
            <a:xfrm>
              <a:off x="9094080" y="4393653"/>
              <a:ext cx="194806" cy="194806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394" name="직선 연결선 393"/>
            <p:cNvCxnSpPr/>
            <p:nvPr/>
          </p:nvCxnSpPr>
          <p:spPr>
            <a:xfrm rot="16200000">
              <a:off x="8685625" y="5331259"/>
              <a:ext cx="0" cy="48367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5" name="직선 연결선 394"/>
            <p:cNvCxnSpPr/>
            <p:nvPr/>
          </p:nvCxnSpPr>
          <p:spPr>
            <a:xfrm>
              <a:off x="8568869" y="545469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8" name="직사각형 307"/>
          <p:cNvSpPr/>
          <p:nvPr/>
        </p:nvSpPr>
        <p:spPr>
          <a:xfrm>
            <a:off x="4142721" y="5699007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09" name="직사각형 308"/>
          <p:cNvSpPr/>
          <p:nvPr/>
        </p:nvSpPr>
        <p:spPr>
          <a:xfrm>
            <a:off x="4142721" y="6283642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10" name="TextBox 309"/>
          <p:cNvSpPr txBox="1"/>
          <p:nvPr/>
        </p:nvSpPr>
        <p:spPr>
          <a:xfrm>
            <a:off x="3591329" y="1294562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11" name="모서리가 둥근 직사각형 310"/>
          <p:cNvSpPr/>
          <p:nvPr/>
        </p:nvSpPr>
        <p:spPr>
          <a:xfrm>
            <a:off x="3672055" y="1605147"/>
            <a:ext cx="3979351" cy="1807250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2" name="모서리가 둥근 직사각형 311"/>
          <p:cNvSpPr/>
          <p:nvPr/>
        </p:nvSpPr>
        <p:spPr>
          <a:xfrm>
            <a:off x="7754539" y="2827489"/>
            <a:ext cx="3944523" cy="2763963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3" name="TextBox 312"/>
          <p:cNvSpPr txBox="1"/>
          <p:nvPr/>
        </p:nvSpPr>
        <p:spPr>
          <a:xfrm>
            <a:off x="11200988" y="2489202"/>
            <a:ext cx="54299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D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16" name="모서리가 둥근 직사각형 315"/>
          <p:cNvSpPr/>
          <p:nvPr/>
        </p:nvSpPr>
        <p:spPr>
          <a:xfrm>
            <a:off x="7754539" y="5998718"/>
            <a:ext cx="2942925" cy="810676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8" name="모서리가 둥근 직사각형 317"/>
          <p:cNvSpPr/>
          <p:nvPr/>
        </p:nvSpPr>
        <p:spPr>
          <a:xfrm>
            <a:off x="4094035" y="5646249"/>
            <a:ext cx="2146638" cy="1163144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19" name="모서리가 둥근 직사각형 318"/>
          <p:cNvSpPr/>
          <p:nvPr/>
        </p:nvSpPr>
        <p:spPr>
          <a:xfrm>
            <a:off x="5730794" y="721916"/>
            <a:ext cx="4966670" cy="555029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20" name="TextBox 319"/>
          <p:cNvSpPr txBox="1"/>
          <p:nvPr/>
        </p:nvSpPr>
        <p:spPr>
          <a:xfrm>
            <a:off x="3497250" y="5649468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F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21" name="TextBox 320"/>
          <p:cNvSpPr txBox="1"/>
          <p:nvPr/>
        </p:nvSpPr>
        <p:spPr>
          <a:xfrm>
            <a:off x="7588820" y="5700570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E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28" name="모서리가 둥근 직사각형 327"/>
          <p:cNvSpPr/>
          <p:nvPr/>
        </p:nvSpPr>
        <p:spPr>
          <a:xfrm>
            <a:off x="8784881" y="1596045"/>
            <a:ext cx="2914181" cy="553148"/>
          </a:xfrm>
          <a:prstGeom prst="roundRect">
            <a:avLst>
              <a:gd name="adj" fmla="val 1912"/>
            </a:avLst>
          </a:prstGeom>
          <a:noFill/>
          <a:ln>
            <a:solidFill>
              <a:schemeClr val="accent3"/>
            </a:solidFill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40" name="TextBox 339"/>
          <p:cNvSpPr txBox="1"/>
          <p:nvPr/>
        </p:nvSpPr>
        <p:spPr>
          <a:xfrm>
            <a:off x="11195220" y="1256036"/>
            <a:ext cx="54299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42" name="TextBox 341"/>
          <p:cNvSpPr txBox="1"/>
          <p:nvPr/>
        </p:nvSpPr>
        <p:spPr>
          <a:xfrm>
            <a:off x="10033332" y="410368"/>
            <a:ext cx="722720" cy="335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</a:t>
            </a:r>
            <a:endParaRPr lang="ko-KR" altLang="en-US" sz="16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6777929" y="2203938"/>
            <a:ext cx="5244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9279131" y="3708628"/>
            <a:ext cx="5244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45" name="직사각형 344"/>
          <p:cNvSpPr/>
          <p:nvPr/>
        </p:nvSpPr>
        <p:spPr>
          <a:xfrm>
            <a:off x="5391788" y="6283642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46" name="그룹 345"/>
          <p:cNvGrpSpPr/>
          <p:nvPr/>
        </p:nvGrpSpPr>
        <p:grpSpPr>
          <a:xfrm>
            <a:off x="4933677" y="6404056"/>
            <a:ext cx="458111" cy="217149"/>
            <a:chOff x="3116600" y="6182064"/>
            <a:chExt cx="458111" cy="217149"/>
          </a:xfrm>
        </p:grpSpPr>
        <p:cxnSp>
          <p:nvCxnSpPr>
            <p:cNvPr id="386" name="직선 연결선 385"/>
            <p:cNvCxnSpPr/>
            <p:nvPr/>
          </p:nvCxnSpPr>
          <p:spPr>
            <a:xfrm flipH="1">
              <a:off x="3207143" y="6182064"/>
              <a:ext cx="1" cy="21714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7" name="직선 연결선 386"/>
            <p:cNvCxnSpPr/>
            <p:nvPr/>
          </p:nvCxnSpPr>
          <p:spPr>
            <a:xfrm flipV="1">
              <a:off x="3116600" y="6292875"/>
              <a:ext cx="458111" cy="1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8" name="직선 연결선 387"/>
            <p:cNvCxnSpPr/>
            <p:nvPr/>
          </p:nvCxnSpPr>
          <p:spPr>
            <a:xfrm flipH="1">
              <a:off x="3488676" y="6182064"/>
              <a:ext cx="1" cy="21714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7" name="직사각형 346"/>
          <p:cNvSpPr/>
          <p:nvPr/>
        </p:nvSpPr>
        <p:spPr>
          <a:xfrm>
            <a:off x="10865853" y="508937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48" name="그룹 347"/>
          <p:cNvGrpSpPr/>
          <p:nvPr/>
        </p:nvGrpSpPr>
        <p:grpSpPr>
          <a:xfrm rot="10800000">
            <a:off x="9622922" y="5234185"/>
            <a:ext cx="1242933" cy="177912"/>
            <a:chOff x="7756782" y="4369985"/>
            <a:chExt cx="1654344" cy="236801"/>
          </a:xfrm>
        </p:grpSpPr>
        <p:cxnSp>
          <p:nvCxnSpPr>
            <p:cNvPr id="383" name="직선 연결선 382"/>
            <p:cNvCxnSpPr/>
            <p:nvPr/>
          </p:nvCxnSpPr>
          <p:spPr>
            <a:xfrm rot="10800000" flipH="1">
              <a:off x="7756782" y="4494892"/>
              <a:ext cx="1654344" cy="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직선 연결선 383"/>
            <p:cNvCxnSpPr/>
            <p:nvPr/>
          </p:nvCxnSpPr>
          <p:spPr>
            <a:xfrm>
              <a:off x="7898675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직선 연결선 384"/>
            <p:cNvCxnSpPr/>
            <p:nvPr/>
          </p:nvCxnSpPr>
          <p:spPr>
            <a:xfrm>
              <a:off x="9288888" y="4369985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9" name="직사각형 348"/>
          <p:cNvSpPr/>
          <p:nvPr/>
        </p:nvSpPr>
        <p:spPr>
          <a:xfrm>
            <a:off x="5776253" y="76367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50" name="그룹 349"/>
          <p:cNvGrpSpPr/>
          <p:nvPr/>
        </p:nvGrpSpPr>
        <p:grpSpPr>
          <a:xfrm>
            <a:off x="6567209" y="817977"/>
            <a:ext cx="1247810" cy="177912"/>
            <a:chOff x="4750132" y="595985"/>
            <a:chExt cx="1247810" cy="177912"/>
          </a:xfrm>
        </p:grpSpPr>
        <p:cxnSp>
          <p:nvCxnSpPr>
            <p:cNvPr id="379" name="직선 연결선 378"/>
            <p:cNvCxnSpPr/>
            <p:nvPr/>
          </p:nvCxnSpPr>
          <p:spPr>
            <a:xfrm flipH="1">
              <a:off x="4750132" y="683940"/>
              <a:ext cx="1247810" cy="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0" name="직선 연결선 379"/>
            <p:cNvCxnSpPr/>
            <p:nvPr/>
          </p:nvCxnSpPr>
          <p:spPr>
            <a:xfrm rot="10800000">
              <a:off x="5901222" y="595985"/>
              <a:ext cx="0" cy="1779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1" name="직선 연결선 380"/>
            <p:cNvCxnSpPr/>
            <p:nvPr/>
          </p:nvCxnSpPr>
          <p:spPr>
            <a:xfrm rot="10800000">
              <a:off x="4860788" y="595985"/>
              <a:ext cx="0" cy="1779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3" name="직사각형 352"/>
          <p:cNvSpPr/>
          <p:nvPr/>
        </p:nvSpPr>
        <p:spPr>
          <a:xfrm>
            <a:off x="10867444" y="164276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354" name="그룹 353"/>
          <p:cNvGrpSpPr/>
          <p:nvPr/>
        </p:nvGrpSpPr>
        <p:grpSpPr>
          <a:xfrm>
            <a:off x="9628685" y="1787827"/>
            <a:ext cx="1237964" cy="179918"/>
            <a:chOff x="7767869" y="4382017"/>
            <a:chExt cx="1647730" cy="239471"/>
          </a:xfrm>
        </p:grpSpPr>
        <p:cxnSp>
          <p:nvCxnSpPr>
            <p:cNvPr id="355" name="직선 연결선 354"/>
            <p:cNvCxnSpPr/>
            <p:nvPr/>
          </p:nvCxnSpPr>
          <p:spPr>
            <a:xfrm>
              <a:off x="7767869" y="4498748"/>
              <a:ext cx="1647730" cy="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56" name="그룹 355"/>
            <p:cNvGrpSpPr/>
            <p:nvPr/>
          </p:nvGrpSpPr>
          <p:grpSpPr>
            <a:xfrm>
              <a:off x="9288888" y="4384687"/>
              <a:ext cx="122239" cy="236801"/>
              <a:chOff x="2297548" y="3794540"/>
              <a:chExt cx="122239" cy="236801"/>
            </a:xfrm>
          </p:grpSpPr>
          <p:cxnSp>
            <p:nvCxnSpPr>
              <p:cNvPr id="366" name="직선 연결선 365"/>
              <p:cNvCxnSpPr/>
              <p:nvPr/>
            </p:nvCxnSpPr>
            <p:spPr>
              <a:xfrm flipV="1">
                <a:off x="2297548" y="3794540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7" name="직선 연결선 376"/>
              <p:cNvCxnSpPr/>
              <p:nvPr/>
            </p:nvCxnSpPr>
            <p:spPr>
              <a:xfrm>
                <a:off x="2297548" y="3909104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8" name="직선 연결선 377"/>
              <p:cNvCxnSpPr/>
              <p:nvPr/>
            </p:nvCxnSpPr>
            <p:spPr>
              <a:xfrm>
                <a:off x="2297548" y="3912438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57" name="직선 연결선 356"/>
            <p:cNvCxnSpPr/>
            <p:nvPr/>
          </p:nvCxnSpPr>
          <p:spPr>
            <a:xfrm>
              <a:off x="9288888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8" name="타원 357"/>
            <p:cNvSpPr/>
            <p:nvPr/>
          </p:nvSpPr>
          <p:spPr>
            <a:xfrm>
              <a:off x="9094080" y="4405692"/>
              <a:ext cx="194806" cy="194807"/>
            </a:xfrm>
            <a:prstGeom prst="ellipse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endParaRPr>
            </a:p>
          </p:txBody>
        </p:sp>
        <p:cxnSp>
          <p:nvCxnSpPr>
            <p:cNvPr id="365" name="직선 연결선 364"/>
            <p:cNvCxnSpPr/>
            <p:nvPr/>
          </p:nvCxnSpPr>
          <p:spPr>
            <a:xfrm>
              <a:off x="7899621" y="4382017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2934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ER Diagram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Notations</a:t>
            </a:r>
            <a:endParaRPr lang="ko-KR" alt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143491" y="5538287"/>
            <a:ext cx="184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Barker’s notation</a:t>
            </a:r>
          </a:p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(CASE* method)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45806" y="5661397"/>
            <a:ext cx="1676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IE notation</a:t>
            </a:r>
          </a:p>
        </p:txBody>
      </p:sp>
      <p:cxnSp>
        <p:nvCxnSpPr>
          <p:cNvPr id="140" name="직선 연결선 139"/>
          <p:cNvCxnSpPr/>
          <p:nvPr/>
        </p:nvCxnSpPr>
        <p:spPr>
          <a:xfrm>
            <a:off x="6054969" y="1647092"/>
            <a:ext cx="0" cy="4700954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0" name="모서리가 둥근 직사각형 79"/>
          <p:cNvSpPr/>
          <p:nvPr/>
        </p:nvSpPr>
        <p:spPr>
          <a:xfrm>
            <a:off x="6060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7021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3" name="직선 연결선 82"/>
          <p:cNvCxnSpPr/>
          <p:nvPr/>
        </p:nvCxnSpPr>
        <p:spPr>
          <a:xfrm>
            <a:off x="8733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모서리가 둥근 직사각형 83"/>
          <p:cNvSpPr/>
          <p:nvPr/>
        </p:nvSpPr>
        <p:spPr>
          <a:xfrm>
            <a:off x="2358667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3454774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6" name="직선 연결선 85"/>
          <p:cNvCxnSpPr/>
          <p:nvPr/>
        </p:nvCxnSpPr>
        <p:spPr>
          <a:xfrm>
            <a:off x="2625970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모서리가 둥근 직사각형 86"/>
          <p:cNvSpPr/>
          <p:nvPr/>
        </p:nvSpPr>
        <p:spPr>
          <a:xfrm>
            <a:off x="4116485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5212592" y="2090148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89" name="직선 연결선 88"/>
          <p:cNvCxnSpPr/>
          <p:nvPr/>
        </p:nvCxnSpPr>
        <p:spPr>
          <a:xfrm>
            <a:off x="4383788" y="2228036"/>
            <a:ext cx="82880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모서리가 둥근 직사각형 90"/>
          <p:cNvSpPr/>
          <p:nvPr/>
        </p:nvSpPr>
        <p:spPr>
          <a:xfrm>
            <a:off x="6060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08" name="모서리가 둥근 직사각형 107"/>
          <p:cNvSpPr/>
          <p:nvPr/>
        </p:nvSpPr>
        <p:spPr>
          <a:xfrm>
            <a:off x="17021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09" name="직선 연결선 108"/>
          <p:cNvCxnSpPr/>
          <p:nvPr/>
        </p:nvCxnSpPr>
        <p:spPr>
          <a:xfrm>
            <a:off x="873370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모서리가 둥근 직사각형 109"/>
          <p:cNvSpPr/>
          <p:nvPr/>
        </p:nvSpPr>
        <p:spPr>
          <a:xfrm>
            <a:off x="2358667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3454774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4116485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5212592" y="288628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606067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1702174" y="3679131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sp>
        <p:nvSpPr>
          <p:cNvPr id="142" name="모서리가 둥근 직사각형 141"/>
          <p:cNvSpPr/>
          <p:nvPr/>
        </p:nvSpPr>
        <p:spPr>
          <a:xfrm>
            <a:off x="2358667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3" name="모서리가 둥근 직사각형 142"/>
          <p:cNvSpPr/>
          <p:nvPr/>
        </p:nvSpPr>
        <p:spPr>
          <a:xfrm>
            <a:off x="3454774" y="4471980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4" name="직선 연결선 143"/>
          <p:cNvCxnSpPr/>
          <p:nvPr/>
        </p:nvCxnSpPr>
        <p:spPr>
          <a:xfrm>
            <a:off x="2625970" y="4609868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모서리가 둥근 직사각형 144"/>
          <p:cNvSpPr/>
          <p:nvPr/>
        </p:nvSpPr>
        <p:spPr>
          <a:xfrm>
            <a:off x="66300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6" name="모서리가 둥근 직사각형 145"/>
          <p:cNvSpPr/>
          <p:nvPr/>
        </p:nvSpPr>
        <p:spPr>
          <a:xfrm>
            <a:off x="77261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47" name="직선 연결선 146"/>
          <p:cNvCxnSpPr/>
          <p:nvPr/>
        </p:nvCxnSpPr>
        <p:spPr>
          <a:xfrm>
            <a:off x="68973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모서리가 둥근 직사각형 147"/>
          <p:cNvSpPr/>
          <p:nvPr/>
        </p:nvSpPr>
        <p:spPr>
          <a:xfrm>
            <a:off x="8382644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9478751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0" name="직선 연결선 149"/>
          <p:cNvCxnSpPr/>
          <p:nvPr/>
        </p:nvCxnSpPr>
        <p:spPr>
          <a:xfrm>
            <a:off x="8649947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모서리가 둥근 직사각형 150"/>
          <p:cNvSpPr/>
          <p:nvPr/>
        </p:nvSpPr>
        <p:spPr>
          <a:xfrm>
            <a:off x="10140462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11236569" y="209014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3" name="직선 연결선 152"/>
          <p:cNvCxnSpPr/>
          <p:nvPr/>
        </p:nvCxnSpPr>
        <p:spPr>
          <a:xfrm>
            <a:off x="10407765" y="222803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모서리가 둥근 직사각형 153"/>
          <p:cNvSpPr/>
          <p:nvPr/>
        </p:nvSpPr>
        <p:spPr>
          <a:xfrm>
            <a:off x="66300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77261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6" name="직선 연결선 155"/>
          <p:cNvCxnSpPr/>
          <p:nvPr/>
        </p:nvCxnSpPr>
        <p:spPr>
          <a:xfrm>
            <a:off x="68973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모서리가 둥근 직사각형 156"/>
          <p:cNvSpPr/>
          <p:nvPr/>
        </p:nvSpPr>
        <p:spPr>
          <a:xfrm>
            <a:off x="8382644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9478751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59" name="직선 연결선 158"/>
          <p:cNvCxnSpPr/>
          <p:nvPr/>
        </p:nvCxnSpPr>
        <p:spPr>
          <a:xfrm>
            <a:off x="8649947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모서리가 둥근 직사각형 159"/>
          <p:cNvSpPr/>
          <p:nvPr/>
        </p:nvSpPr>
        <p:spPr>
          <a:xfrm>
            <a:off x="10140462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11236569" y="288628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2" name="직선 연결선 161"/>
          <p:cNvCxnSpPr/>
          <p:nvPr/>
        </p:nvCxnSpPr>
        <p:spPr>
          <a:xfrm>
            <a:off x="10407765" y="302416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3" name="모서리가 둥근 직사각형 162"/>
          <p:cNvSpPr/>
          <p:nvPr/>
        </p:nvSpPr>
        <p:spPr>
          <a:xfrm>
            <a:off x="6630044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7726151" y="3679131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65" name="직선 연결선 164"/>
          <p:cNvCxnSpPr/>
          <p:nvPr/>
        </p:nvCxnSpPr>
        <p:spPr>
          <a:xfrm>
            <a:off x="6897347" y="3817019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2" name="모서리가 둥근 직사각형 171"/>
          <p:cNvSpPr/>
          <p:nvPr/>
        </p:nvSpPr>
        <p:spPr>
          <a:xfrm>
            <a:off x="8382644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9478751" y="4470338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4" name="직선 연결선 173"/>
          <p:cNvCxnSpPr/>
          <p:nvPr/>
        </p:nvCxnSpPr>
        <p:spPr>
          <a:xfrm>
            <a:off x="8649947" y="4608226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모서리가 둥근 직사각형 174"/>
          <p:cNvSpPr/>
          <p:nvPr/>
        </p:nvSpPr>
        <p:spPr>
          <a:xfrm>
            <a:off x="606067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6" name="모서리가 둥근 직사각형 175"/>
          <p:cNvSpPr/>
          <p:nvPr/>
        </p:nvSpPr>
        <p:spPr>
          <a:xfrm>
            <a:off x="1702174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77" name="직선 연결선 176"/>
          <p:cNvCxnSpPr/>
          <p:nvPr/>
        </p:nvCxnSpPr>
        <p:spPr>
          <a:xfrm>
            <a:off x="873370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8" name="모서리가 둥근 직사각형 177"/>
          <p:cNvSpPr/>
          <p:nvPr/>
        </p:nvSpPr>
        <p:spPr>
          <a:xfrm>
            <a:off x="4116485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79" name="모서리가 둥근 직사각형 178"/>
          <p:cNvSpPr/>
          <p:nvPr/>
        </p:nvSpPr>
        <p:spPr>
          <a:xfrm>
            <a:off x="5212592" y="4468696"/>
            <a:ext cx="267303" cy="279060"/>
          </a:xfrm>
          <a:prstGeom prst="roundRect">
            <a:avLst>
              <a:gd name="adj" fmla="val 1785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0" name="직선 연결선 179"/>
          <p:cNvCxnSpPr/>
          <p:nvPr/>
        </p:nvCxnSpPr>
        <p:spPr>
          <a:xfrm>
            <a:off x="4383788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모서리가 둥근 직사각형 180"/>
          <p:cNvSpPr/>
          <p:nvPr/>
        </p:nvSpPr>
        <p:spPr>
          <a:xfrm>
            <a:off x="6630044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2" name="모서리가 둥근 직사각형 181"/>
          <p:cNvSpPr/>
          <p:nvPr/>
        </p:nvSpPr>
        <p:spPr>
          <a:xfrm>
            <a:off x="7726151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3" name="직선 연결선 182"/>
          <p:cNvCxnSpPr/>
          <p:nvPr/>
        </p:nvCxnSpPr>
        <p:spPr>
          <a:xfrm>
            <a:off x="6897347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모서리가 둥근 직사각형 183"/>
          <p:cNvSpPr/>
          <p:nvPr/>
        </p:nvSpPr>
        <p:spPr>
          <a:xfrm>
            <a:off x="10140462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C</a:t>
            </a:r>
          </a:p>
        </p:txBody>
      </p:sp>
      <p:sp>
        <p:nvSpPr>
          <p:cNvPr id="185" name="모서리가 둥근 직사각형 184"/>
          <p:cNvSpPr/>
          <p:nvPr/>
        </p:nvSpPr>
        <p:spPr>
          <a:xfrm>
            <a:off x="11236569" y="4468696"/>
            <a:ext cx="267303" cy="27906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</a:t>
            </a:r>
          </a:p>
        </p:txBody>
      </p:sp>
      <p:cxnSp>
        <p:nvCxnSpPr>
          <p:cNvPr id="186" name="직선 연결선 185"/>
          <p:cNvCxnSpPr/>
          <p:nvPr/>
        </p:nvCxnSpPr>
        <p:spPr>
          <a:xfrm>
            <a:off x="10407765" y="4606584"/>
            <a:ext cx="82880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>
            <a:off x="1289050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직선 연결선 187"/>
          <p:cNvCxnSpPr/>
          <p:nvPr/>
        </p:nvCxnSpPr>
        <p:spPr>
          <a:xfrm>
            <a:off x="873370" y="381701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9" name="직선 연결선 188"/>
          <p:cNvCxnSpPr/>
          <p:nvPr/>
        </p:nvCxnSpPr>
        <p:spPr>
          <a:xfrm>
            <a:off x="1289050" y="381701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>
            <a:off x="2623414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직선 연결선 190"/>
          <p:cNvCxnSpPr/>
          <p:nvPr/>
        </p:nvCxnSpPr>
        <p:spPr>
          <a:xfrm>
            <a:off x="3039094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직선 연결선 191"/>
          <p:cNvCxnSpPr/>
          <p:nvPr/>
        </p:nvCxnSpPr>
        <p:spPr>
          <a:xfrm>
            <a:off x="4381232" y="3024169"/>
            <a:ext cx="41568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>
            <a:off x="4796912" y="3024169"/>
            <a:ext cx="4156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" name="그룹 10"/>
          <p:cNvGrpSpPr/>
          <p:nvPr/>
        </p:nvGrpSpPr>
        <p:grpSpPr>
          <a:xfrm>
            <a:off x="1579935" y="2112148"/>
            <a:ext cx="122239" cy="236801"/>
            <a:chOff x="2297548" y="3782508"/>
            <a:chExt cx="122239" cy="236801"/>
          </a:xfrm>
        </p:grpSpPr>
        <p:cxnSp>
          <p:nvCxnSpPr>
            <p:cNvPr id="194" name="직선 연결선 19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직선 연결선 19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7" name="그룹 196"/>
          <p:cNvGrpSpPr/>
          <p:nvPr/>
        </p:nvGrpSpPr>
        <p:grpSpPr>
          <a:xfrm>
            <a:off x="1579935" y="2905768"/>
            <a:ext cx="122239" cy="236801"/>
            <a:chOff x="2297548" y="3782508"/>
            <a:chExt cx="122239" cy="236801"/>
          </a:xfrm>
        </p:grpSpPr>
        <p:cxnSp>
          <p:nvCxnSpPr>
            <p:cNvPr id="198" name="직선 연결선 19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직선 연결선 19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0" name="직선 연결선 19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1" name="그룹 200"/>
          <p:cNvGrpSpPr/>
          <p:nvPr/>
        </p:nvGrpSpPr>
        <p:grpSpPr>
          <a:xfrm>
            <a:off x="1579935" y="3699390"/>
            <a:ext cx="122239" cy="236801"/>
            <a:chOff x="2297548" y="3782508"/>
            <a:chExt cx="122239" cy="236801"/>
          </a:xfrm>
        </p:grpSpPr>
        <p:cxnSp>
          <p:nvCxnSpPr>
            <p:cNvPr id="202" name="직선 연결선 20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직선 연결선 20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직선 연결선 20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5" name="그룹 204"/>
          <p:cNvGrpSpPr/>
          <p:nvPr/>
        </p:nvGrpSpPr>
        <p:grpSpPr>
          <a:xfrm flipH="1">
            <a:off x="2623414" y="4490808"/>
            <a:ext cx="122239" cy="236801"/>
            <a:chOff x="2297548" y="3782508"/>
            <a:chExt cx="122239" cy="236801"/>
          </a:xfrm>
        </p:grpSpPr>
        <p:cxnSp>
          <p:nvCxnSpPr>
            <p:cNvPr id="206" name="직선 연결선 20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직선 연결선 20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직선 연결선 20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9" name="그룹 208"/>
          <p:cNvGrpSpPr/>
          <p:nvPr/>
        </p:nvGrpSpPr>
        <p:grpSpPr>
          <a:xfrm>
            <a:off x="5091063" y="4487633"/>
            <a:ext cx="122239" cy="236801"/>
            <a:chOff x="2297548" y="3782508"/>
            <a:chExt cx="122239" cy="236801"/>
          </a:xfrm>
        </p:grpSpPr>
        <p:cxnSp>
          <p:nvCxnSpPr>
            <p:cNvPr id="210" name="직선 연결선 20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1" name="직선 연결선 21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331087" y="4490808"/>
            <a:ext cx="122239" cy="236801"/>
            <a:chOff x="2297548" y="3782508"/>
            <a:chExt cx="122239" cy="236801"/>
          </a:xfrm>
        </p:grpSpPr>
        <p:cxnSp>
          <p:nvCxnSpPr>
            <p:cNvPr id="214" name="직선 연결선 213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7" name="그룹 216"/>
          <p:cNvGrpSpPr/>
          <p:nvPr/>
        </p:nvGrpSpPr>
        <p:grpSpPr>
          <a:xfrm flipH="1">
            <a:off x="4387860" y="2112148"/>
            <a:ext cx="122239" cy="236801"/>
            <a:chOff x="2297548" y="3782508"/>
            <a:chExt cx="122239" cy="236801"/>
          </a:xfrm>
        </p:grpSpPr>
        <p:cxnSp>
          <p:nvCxnSpPr>
            <p:cNvPr id="218" name="직선 연결선 21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9" name="직선 연결선 21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직선 연결선 21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5095533" y="2112148"/>
            <a:ext cx="122239" cy="236801"/>
            <a:chOff x="2297548" y="3782508"/>
            <a:chExt cx="122239" cy="236801"/>
          </a:xfrm>
        </p:grpSpPr>
        <p:cxnSp>
          <p:nvCxnSpPr>
            <p:cNvPr id="222" name="직선 연결선 22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직선 연결선 22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직선 연결선 22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5" name="그룹 224"/>
          <p:cNvGrpSpPr/>
          <p:nvPr/>
        </p:nvGrpSpPr>
        <p:grpSpPr>
          <a:xfrm flipH="1">
            <a:off x="4387860" y="2905768"/>
            <a:ext cx="122239" cy="236801"/>
            <a:chOff x="2297548" y="3782508"/>
            <a:chExt cx="122239" cy="236801"/>
          </a:xfrm>
        </p:grpSpPr>
        <p:cxnSp>
          <p:nvCxnSpPr>
            <p:cNvPr id="226" name="직선 연결선 22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9" name="그룹 228"/>
          <p:cNvGrpSpPr/>
          <p:nvPr/>
        </p:nvGrpSpPr>
        <p:grpSpPr>
          <a:xfrm>
            <a:off x="5095533" y="2905768"/>
            <a:ext cx="122239" cy="236801"/>
            <a:chOff x="2297548" y="3782508"/>
            <a:chExt cx="122239" cy="236801"/>
          </a:xfrm>
        </p:grpSpPr>
        <p:cxnSp>
          <p:nvCxnSpPr>
            <p:cNvPr id="230" name="직선 연결선 22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2" name="직선 연결선 23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5" name="그룹 234"/>
          <p:cNvGrpSpPr/>
          <p:nvPr/>
        </p:nvGrpSpPr>
        <p:grpSpPr>
          <a:xfrm flipH="1">
            <a:off x="8649393" y="4490303"/>
            <a:ext cx="122239" cy="236801"/>
            <a:chOff x="2297548" y="3782508"/>
            <a:chExt cx="122239" cy="236801"/>
          </a:xfrm>
        </p:grpSpPr>
        <p:cxnSp>
          <p:nvCxnSpPr>
            <p:cNvPr id="236" name="직선 연결선 235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직선 연결선 236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직선 연결선 237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9" name="그룹 238"/>
          <p:cNvGrpSpPr/>
          <p:nvPr/>
        </p:nvGrpSpPr>
        <p:grpSpPr>
          <a:xfrm>
            <a:off x="9357066" y="4490303"/>
            <a:ext cx="122239" cy="236801"/>
            <a:chOff x="2297548" y="3782508"/>
            <a:chExt cx="122239" cy="236801"/>
          </a:xfrm>
        </p:grpSpPr>
        <p:cxnSp>
          <p:nvCxnSpPr>
            <p:cNvPr id="240" name="직선 연결선 23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직선 연결선 24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직선 연결선 24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43" name="직선 연결선 242"/>
          <p:cNvCxnSpPr/>
          <p:nvPr/>
        </p:nvCxnSpPr>
        <p:spPr>
          <a:xfrm>
            <a:off x="8771632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4" name="직선 연결선 243"/>
          <p:cNvCxnSpPr/>
          <p:nvPr/>
        </p:nvCxnSpPr>
        <p:spPr>
          <a:xfrm>
            <a:off x="9357066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타원 17"/>
          <p:cNvSpPr/>
          <p:nvPr/>
        </p:nvSpPr>
        <p:spPr>
          <a:xfrm>
            <a:off x="877474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45" name="타원 244"/>
          <p:cNvSpPr/>
          <p:nvPr/>
        </p:nvSpPr>
        <p:spPr>
          <a:xfrm>
            <a:off x="9162258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254" name="직선 연결선 253"/>
          <p:cNvCxnSpPr/>
          <p:nvPr/>
        </p:nvCxnSpPr>
        <p:spPr>
          <a:xfrm>
            <a:off x="7019033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직선 연결선 254"/>
          <p:cNvCxnSpPr/>
          <p:nvPr/>
        </p:nvCxnSpPr>
        <p:spPr>
          <a:xfrm>
            <a:off x="7604467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타원 255"/>
          <p:cNvSpPr/>
          <p:nvPr/>
        </p:nvSpPr>
        <p:spPr>
          <a:xfrm>
            <a:off x="702215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57" name="타원 256"/>
          <p:cNvSpPr/>
          <p:nvPr/>
        </p:nvSpPr>
        <p:spPr>
          <a:xfrm>
            <a:off x="7409659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62" name="그룹 261"/>
          <p:cNvGrpSpPr/>
          <p:nvPr/>
        </p:nvGrpSpPr>
        <p:grpSpPr>
          <a:xfrm>
            <a:off x="11113448" y="4490303"/>
            <a:ext cx="122239" cy="236801"/>
            <a:chOff x="2297548" y="3782508"/>
            <a:chExt cx="122239" cy="236801"/>
          </a:xfrm>
        </p:grpSpPr>
        <p:cxnSp>
          <p:nvCxnSpPr>
            <p:cNvPr id="263" name="직선 연결선 26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직선 연결선 26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5" name="직선 연결선 26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6" name="직선 연결선 265"/>
          <p:cNvCxnSpPr/>
          <p:nvPr/>
        </p:nvCxnSpPr>
        <p:spPr>
          <a:xfrm>
            <a:off x="10528014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7" name="직선 연결선 266"/>
          <p:cNvCxnSpPr/>
          <p:nvPr/>
        </p:nvCxnSpPr>
        <p:spPr>
          <a:xfrm>
            <a:off x="11113448" y="4487633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8" name="타원 267"/>
          <p:cNvSpPr/>
          <p:nvPr/>
        </p:nvSpPr>
        <p:spPr>
          <a:xfrm>
            <a:off x="10531131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69" name="타원 268"/>
          <p:cNvSpPr/>
          <p:nvPr/>
        </p:nvSpPr>
        <p:spPr>
          <a:xfrm>
            <a:off x="10918640" y="4511301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286" name="그룹 285"/>
          <p:cNvGrpSpPr/>
          <p:nvPr/>
        </p:nvGrpSpPr>
        <p:grpSpPr>
          <a:xfrm>
            <a:off x="7604467" y="3698828"/>
            <a:ext cx="122239" cy="236801"/>
            <a:chOff x="2297548" y="3782508"/>
            <a:chExt cx="122239" cy="236801"/>
          </a:xfrm>
        </p:grpSpPr>
        <p:cxnSp>
          <p:nvCxnSpPr>
            <p:cNvPr id="287" name="직선 연결선 286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0" name="직선 연결선 289"/>
          <p:cNvCxnSpPr/>
          <p:nvPr/>
        </p:nvCxnSpPr>
        <p:spPr>
          <a:xfrm>
            <a:off x="7019033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1" name="직선 연결선 290"/>
          <p:cNvCxnSpPr/>
          <p:nvPr/>
        </p:nvCxnSpPr>
        <p:spPr>
          <a:xfrm>
            <a:off x="7604467" y="3696158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타원 291"/>
          <p:cNvSpPr/>
          <p:nvPr/>
        </p:nvSpPr>
        <p:spPr>
          <a:xfrm>
            <a:off x="7022150" y="3719826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14" name="직선 연결선 313"/>
          <p:cNvCxnSpPr/>
          <p:nvPr/>
        </p:nvCxnSpPr>
        <p:spPr>
          <a:xfrm>
            <a:off x="8771632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5" name="직선 연결선 314"/>
          <p:cNvCxnSpPr/>
          <p:nvPr/>
        </p:nvCxnSpPr>
        <p:spPr>
          <a:xfrm>
            <a:off x="9357066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7" name="타원 316"/>
          <p:cNvSpPr/>
          <p:nvPr/>
        </p:nvSpPr>
        <p:spPr>
          <a:xfrm>
            <a:off x="9162258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22" name="그룹 321"/>
          <p:cNvGrpSpPr/>
          <p:nvPr/>
        </p:nvGrpSpPr>
        <p:grpSpPr>
          <a:xfrm>
            <a:off x="7604467" y="2904802"/>
            <a:ext cx="122239" cy="236801"/>
            <a:chOff x="2297548" y="3782508"/>
            <a:chExt cx="122239" cy="236801"/>
          </a:xfrm>
        </p:grpSpPr>
        <p:cxnSp>
          <p:nvCxnSpPr>
            <p:cNvPr id="323" name="직선 연결선 322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4" name="직선 연결선 323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직선 연결선 324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26" name="직선 연결선 325"/>
          <p:cNvCxnSpPr/>
          <p:nvPr/>
        </p:nvCxnSpPr>
        <p:spPr>
          <a:xfrm>
            <a:off x="7019033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>
            <a:off x="7604467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9" name="타원 328"/>
          <p:cNvSpPr/>
          <p:nvPr/>
        </p:nvSpPr>
        <p:spPr>
          <a:xfrm>
            <a:off x="7409659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grpSp>
        <p:nvGrpSpPr>
          <p:cNvPr id="330" name="그룹 329"/>
          <p:cNvGrpSpPr/>
          <p:nvPr/>
        </p:nvGrpSpPr>
        <p:grpSpPr>
          <a:xfrm flipH="1">
            <a:off x="10405775" y="2904802"/>
            <a:ext cx="122239" cy="236801"/>
            <a:chOff x="2297548" y="3782508"/>
            <a:chExt cx="122239" cy="236801"/>
          </a:xfrm>
        </p:grpSpPr>
        <p:cxnSp>
          <p:nvCxnSpPr>
            <p:cNvPr id="331" name="직선 연결선 330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2" name="직선 연결선 331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3" name="직선 연결선 332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4" name="그룹 333"/>
          <p:cNvGrpSpPr/>
          <p:nvPr/>
        </p:nvGrpSpPr>
        <p:grpSpPr>
          <a:xfrm>
            <a:off x="11113448" y="2904802"/>
            <a:ext cx="122239" cy="236801"/>
            <a:chOff x="2297548" y="3782508"/>
            <a:chExt cx="122239" cy="236801"/>
          </a:xfrm>
        </p:grpSpPr>
        <p:cxnSp>
          <p:nvCxnSpPr>
            <p:cNvPr id="335" name="직선 연결선 334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직선 연결선 335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직선 연결선 336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38" name="직선 연결선 337"/>
          <p:cNvCxnSpPr/>
          <p:nvPr/>
        </p:nvCxnSpPr>
        <p:spPr>
          <a:xfrm>
            <a:off x="10528014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직선 연결선 338"/>
          <p:cNvCxnSpPr/>
          <p:nvPr/>
        </p:nvCxnSpPr>
        <p:spPr>
          <a:xfrm>
            <a:off x="11113448" y="2902132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1" name="타원 340"/>
          <p:cNvSpPr/>
          <p:nvPr/>
        </p:nvSpPr>
        <p:spPr>
          <a:xfrm>
            <a:off x="10918640" y="2925800"/>
            <a:ext cx="194806" cy="194806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351" name="직선 연결선 350"/>
          <p:cNvCxnSpPr/>
          <p:nvPr/>
        </p:nvCxnSpPr>
        <p:spPr>
          <a:xfrm>
            <a:off x="8771632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2" name="직선 연결선 351"/>
          <p:cNvCxnSpPr/>
          <p:nvPr/>
        </p:nvCxnSpPr>
        <p:spPr>
          <a:xfrm>
            <a:off x="9357066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59" name="그룹 358"/>
          <p:cNvGrpSpPr/>
          <p:nvPr/>
        </p:nvGrpSpPr>
        <p:grpSpPr>
          <a:xfrm>
            <a:off x="7604467" y="2111281"/>
            <a:ext cx="122239" cy="236801"/>
            <a:chOff x="2297548" y="3782508"/>
            <a:chExt cx="122239" cy="236801"/>
          </a:xfrm>
        </p:grpSpPr>
        <p:cxnSp>
          <p:nvCxnSpPr>
            <p:cNvPr id="360" name="직선 연결선 359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직선 연결선 360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직선 연결선 361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63" name="직선 연결선 362"/>
          <p:cNvCxnSpPr/>
          <p:nvPr/>
        </p:nvCxnSpPr>
        <p:spPr>
          <a:xfrm>
            <a:off x="7019033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직선 연결선 363"/>
          <p:cNvCxnSpPr/>
          <p:nvPr/>
        </p:nvCxnSpPr>
        <p:spPr>
          <a:xfrm>
            <a:off x="7604467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7" name="그룹 366"/>
          <p:cNvGrpSpPr/>
          <p:nvPr/>
        </p:nvGrpSpPr>
        <p:grpSpPr>
          <a:xfrm flipH="1">
            <a:off x="10405775" y="2111281"/>
            <a:ext cx="122239" cy="236801"/>
            <a:chOff x="2297548" y="3782508"/>
            <a:chExt cx="122239" cy="236801"/>
          </a:xfrm>
        </p:grpSpPr>
        <p:cxnSp>
          <p:nvCxnSpPr>
            <p:cNvPr id="368" name="직선 연결선 367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9" name="직선 연결선 368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직선 연결선 369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71" name="그룹 370"/>
          <p:cNvGrpSpPr/>
          <p:nvPr/>
        </p:nvGrpSpPr>
        <p:grpSpPr>
          <a:xfrm>
            <a:off x="11113448" y="2111281"/>
            <a:ext cx="122239" cy="236801"/>
            <a:chOff x="2297548" y="3782508"/>
            <a:chExt cx="122239" cy="236801"/>
          </a:xfrm>
        </p:grpSpPr>
        <p:cxnSp>
          <p:nvCxnSpPr>
            <p:cNvPr id="372" name="직선 연결선 371"/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직선 연결선 372"/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직선 연결선 373"/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75" name="직선 연결선 374"/>
          <p:cNvCxnSpPr/>
          <p:nvPr/>
        </p:nvCxnSpPr>
        <p:spPr>
          <a:xfrm>
            <a:off x="10528014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6" name="직선 연결선 375"/>
          <p:cNvCxnSpPr/>
          <p:nvPr/>
        </p:nvCxnSpPr>
        <p:spPr>
          <a:xfrm>
            <a:off x="11113448" y="210861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38750" y="1704398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Customer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82" name="TextBox 381"/>
          <p:cNvSpPr txBox="1"/>
          <p:nvPr/>
        </p:nvSpPr>
        <p:spPr>
          <a:xfrm>
            <a:off x="7507062" y="1339315"/>
            <a:ext cx="1049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Order</a:t>
            </a:r>
            <a:endParaRPr lang="ko-KR" altLang="en-US" sz="14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92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5E12E-17AD-204A-9725-653C36353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>
            <a:extLst>
              <a:ext uri="{FF2B5EF4-FFF2-40B4-BE49-F238E27FC236}">
                <a16:creationId xmlns:a16="http://schemas.microsoft.com/office/drawing/2014/main" id="{68DDDD7C-3D59-F371-9572-F905A2D03D5D}"/>
              </a:ext>
            </a:extLst>
          </p:cNvPr>
          <p:cNvSpPr/>
          <p:nvPr/>
        </p:nvSpPr>
        <p:spPr>
          <a:xfrm>
            <a:off x="8831963" y="398851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age_rating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03F29E5-7C3A-A084-5951-1B527FABE83D}"/>
              </a:ext>
            </a:extLst>
          </p:cNvPr>
          <p:cNvSpPr/>
          <p:nvPr/>
        </p:nvSpPr>
        <p:spPr>
          <a:xfrm>
            <a:off x="6871661" y="3999179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8611D48-E48E-7DEC-3609-8650793EFFC3}"/>
              </a:ext>
            </a:extLst>
          </p:cNvPr>
          <p:cNvSpPr/>
          <p:nvPr/>
        </p:nvSpPr>
        <p:spPr>
          <a:xfrm>
            <a:off x="7204712" y="511381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CC4D974-4C01-5755-BD6F-B1F02FE97D84}"/>
              </a:ext>
            </a:extLst>
          </p:cNvPr>
          <p:cNvSpPr/>
          <p:nvPr/>
        </p:nvSpPr>
        <p:spPr>
          <a:xfrm>
            <a:off x="8193407" y="5099473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77936A7-DB08-5300-EADA-51FF53847CB2}"/>
              </a:ext>
            </a:extLst>
          </p:cNvPr>
          <p:cNvSpPr/>
          <p:nvPr/>
        </p:nvSpPr>
        <p:spPr>
          <a:xfrm>
            <a:off x="9153146" y="511381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D0AC695-EB96-9721-4FDA-A69EB4F29B84}"/>
              </a:ext>
            </a:extLst>
          </p:cNvPr>
          <p:cNvSpPr/>
          <p:nvPr/>
        </p:nvSpPr>
        <p:spPr>
          <a:xfrm>
            <a:off x="10310624" y="5185944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1FFC11-FCCA-1302-82C6-18692002158A}"/>
              </a:ext>
            </a:extLst>
          </p:cNvPr>
          <p:cNvSpPr/>
          <p:nvPr/>
        </p:nvSpPr>
        <p:spPr>
          <a:xfrm>
            <a:off x="10537319" y="4284980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74CB58B-9174-3CBD-36ED-9CE7465E108A}"/>
              </a:ext>
            </a:extLst>
          </p:cNvPr>
          <p:cNvSpPr/>
          <p:nvPr/>
        </p:nvSpPr>
        <p:spPr>
          <a:xfrm>
            <a:off x="9434181" y="4517747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5AC6393-B74D-E474-E8C8-CBE64BFC4AE1}"/>
              </a:ext>
            </a:extLst>
          </p:cNvPr>
          <p:cNvSpPr/>
          <p:nvPr/>
        </p:nvSpPr>
        <p:spPr>
          <a:xfrm>
            <a:off x="10141841" y="4016927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77715FB-7F35-86F1-D905-92772E70044D}"/>
              </a:ext>
            </a:extLst>
          </p:cNvPr>
          <p:cNvSpPr/>
          <p:nvPr/>
        </p:nvSpPr>
        <p:spPr>
          <a:xfrm>
            <a:off x="7917563" y="3507926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4E7FC92-1F5E-96AE-4C05-BFFE71CD70DF}"/>
              </a:ext>
            </a:extLst>
          </p:cNvPr>
          <p:cNvSpPr/>
          <p:nvPr/>
        </p:nvSpPr>
        <p:spPr>
          <a:xfrm>
            <a:off x="3996959" y="354963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48C7214-4C69-C3FA-347F-28E0E4ACF949}"/>
              </a:ext>
            </a:extLst>
          </p:cNvPr>
          <p:cNvSpPr/>
          <p:nvPr/>
        </p:nvSpPr>
        <p:spPr>
          <a:xfrm>
            <a:off x="4993493" y="329687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800" dirty="0" err="1"/>
              <a:t>maintenanceticket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9485C66-335C-7FDD-CA6B-5A85A76A98BE}"/>
              </a:ext>
            </a:extLst>
          </p:cNvPr>
          <p:cNvSpPr/>
          <p:nvPr/>
        </p:nvSpPr>
        <p:spPr>
          <a:xfrm>
            <a:off x="4940315" y="4495568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DD2DB76-C94C-9E38-8DA3-AB3BA9B35D85}"/>
              </a:ext>
            </a:extLst>
          </p:cNvPr>
          <p:cNvSpPr/>
          <p:nvPr/>
        </p:nvSpPr>
        <p:spPr>
          <a:xfrm>
            <a:off x="3632375" y="486670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CE95B532-D73A-0EA4-DC4E-69F8C0F900F4}"/>
              </a:ext>
            </a:extLst>
          </p:cNvPr>
          <p:cNvSpPr/>
          <p:nvPr/>
        </p:nvSpPr>
        <p:spPr>
          <a:xfrm>
            <a:off x="4787915" y="515888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0A2F0EE-B54E-7019-7AAD-6C057894E85F}"/>
              </a:ext>
            </a:extLst>
          </p:cNvPr>
          <p:cNvSpPr/>
          <p:nvPr/>
        </p:nvSpPr>
        <p:spPr>
          <a:xfrm>
            <a:off x="3792171" y="1758527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259769D-BE04-39F6-D62E-E5576752C5CD}"/>
              </a:ext>
            </a:extLst>
          </p:cNvPr>
          <p:cNvSpPr/>
          <p:nvPr/>
        </p:nvSpPr>
        <p:spPr>
          <a:xfrm>
            <a:off x="4940315" y="1875744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00277F7-D402-3D37-C8FB-6C9FF26060D4}"/>
              </a:ext>
            </a:extLst>
          </p:cNvPr>
          <p:cNvSpPr/>
          <p:nvPr/>
        </p:nvSpPr>
        <p:spPr>
          <a:xfrm>
            <a:off x="5894721" y="1847803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749F85E-4F74-E134-1D29-3B5B35C68D31}"/>
              </a:ext>
            </a:extLst>
          </p:cNvPr>
          <p:cNvSpPr/>
          <p:nvPr/>
        </p:nvSpPr>
        <p:spPr>
          <a:xfrm>
            <a:off x="6219391" y="251892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48" name="직사각형 547">
            <a:extLst>
              <a:ext uri="{FF2B5EF4-FFF2-40B4-BE49-F238E27FC236}">
                <a16:creationId xmlns:a16="http://schemas.microsoft.com/office/drawing/2014/main" id="{6A42FC80-6CF6-D8FB-00A5-6B6F61A08791}"/>
              </a:ext>
            </a:extLst>
          </p:cNvPr>
          <p:cNvSpPr/>
          <p:nvPr/>
        </p:nvSpPr>
        <p:spPr>
          <a:xfrm>
            <a:off x="6127124" y="3128983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549" name="직사각형 548">
            <a:extLst>
              <a:ext uri="{FF2B5EF4-FFF2-40B4-BE49-F238E27FC236}">
                <a16:creationId xmlns:a16="http://schemas.microsoft.com/office/drawing/2014/main" id="{C883FA9D-5F1E-D447-3D58-544B0BF53D29}"/>
              </a:ext>
            </a:extLst>
          </p:cNvPr>
          <p:cNvSpPr/>
          <p:nvPr/>
        </p:nvSpPr>
        <p:spPr>
          <a:xfrm>
            <a:off x="7148066" y="2833032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0" name="직사각형 549">
            <a:extLst>
              <a:ext uri="{FF2B5EF4-FFF2-40B4-BE49-F238E27FC236}">
                <a16:creationId xmlns:a16="http://schemas.microsoft.com/office/drawing/2014/main" id="{4E642996-40D0-328A-6122-3524884930A3}"/>
              </a:ext>
            </a:extLst>
          </p:cNvPr>
          <p:cNvSpPr/>
          <p:nvPr/>
        </p:nvSpPr>
        <p:spPr>
          <a:xfrm>
            <a:off x="7642470" y="1382268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1" name="직사각형 550">
            <a:extLst>
              <a:ext uri="{FF2B5EF4-FFF2-40B4-BE49-F238E27FC236}">
                <a16:creationId xmlns:a16="http://schemas.microsoft.com/office/drawing/2014/main" id="{F2275BF3-E869-167B-C9F8-BA1AE77D50EB}"/>
              </a:ext>
            </a:extLst>
          </p:cNvPr>
          <p:cNvSpPr/>
          <p:nvPr/>
        </p:nvSpPr>
        <p:spPr>
          <a:xfrm>
            <a:off x="7754113" y="2023821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2" name="직사각형 551">
            <a:extLst>
              <a:ext uri="{FF2B5EF4-FFF2-40B4-BE49-F238E27FC236}">
                <a16:creationId xmlns:a16="http://schemas.microsoft.com/office/drawing/2014/main" id="{92D493EC-BCE3-F80A-7600-C21CA3BF1211}"/>
              </a:ext>
            </a:extLst>
          </p:cNvPr>
          <p:cNvSpPr/>
          <p:nvPr/>
        </p:nvSpPr>
        <p:spPr>
          <a:xfrm>
            <a:off x="8545069" y="1525759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3" name="직사각형 552">
            <a:extLst>
              <a:ext uri="{FF2B5EF4-FFF2-40B4-BE49-F238E27FC236}">
                <a16:creationId xmlns:a16="http://schemas.microsoft.com/office/drawing/2014/main" id="{CA00E282-4214-9915-70E1-36FCE4AFEE5A}"/>
              </a:ext>
            </a:extLst>
          </p:cNvPr>
          <p:cNvSpPr/>
          <p:nvPr/>
        </p:nvSpPr>
        <p:spPr>
          <a:xfrm>
            <a:off x="9622919" y="1278647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4" name="직사각형 553">
            <a:extLst>
              <a:ext uri="{FF2B5EF4-FFF2-40B4-BE49-F238E27FC236}">
                <a16:creationId xmlns:a16="http://schemas.microsoft.com/office/drawing/2014/main" id="{D6B78433-3830-F1CC-5D52-99B5B8700D09}"/>
              </a:ext>
            </a:extLst>
          </p:cNvPr>
          <p:cNvSpPr/>
          <p:nvPr/>
        </p:nvSpPr>
        <p:spPr>
          <a:xfrm>
            <a:off x="10620615" y="120143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5" name="직사각형 554">
            <a:extLst>
              <a:ext uri="{FF2B5EF4-FFF2-40B4-BE49-F238E27FC236}">
                <a16:creationId xmlns:a16="http://schemas.microsoft.com/office/drawing/2014/main" id="{C98C140B-298F-926C-3FA3-9459A76BDC8C}"/>
              </a:ext>
            </a:extLst>
          </p:cNvPr>
          <p:cNvSpPr/>
          <p:nvPr/>
        </p:nvSpPr>
        <p:spPr>
          <a:xfrm>
            <a:off x="10379208" y="1876996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6" name="직사각형 555">
            <a:extLst>
              <a:ext uri="{FF2B5EF4-FFF2-40B4-BE49-F238E27FC236}">
                <a16:creationId xmlns:a16="http://schemas.microsoft.com/office/drawing/2014/main" id="{263F0815-FF72-A1E3-0BE1-5909309D1313}"/>
              </a:ext>
            </a:extLst>
          </p:cNvPr>
          <p:cNvSpPr/>
          <p:nvPr/>
        </p:nvSpPr>
        <p:spPr>
          <a:xfrm>
            <a:off x="9515437" y="1949664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7" name="직사각형 556">
            <a:extLst>
              <a:ext uri="{FF2B5EF4-FFF2-40B4-BE49-F238E27FC236}">
                <a16:creationId xmlns:a16="http://schemas.microsoft.com/office/drawing/2014/main" id="{F200C074-F3DC-AC31-8EE8-3D72553D8C9C}"/>
              </a:ext>
            </a:extLst>
          </p:cNvPr>
          <p:cNvSpPr/>
          <p:nvPr/>
        </p:nvSpPr>
        <p:spPr>
          <a:xfrm>
            <a:off x="10430683" y="422945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58" name="직사각형 557">
            <a:extLst>
              <a:ext uri="{FF2B5EF4-FFF2-40B4-BE49-F238E27FC236}">
                <a16:creationId xmlns:a16="http://schemas.microsoft.com/office/drawing/2014/main" id="{359D67A2-8C5A-ED77-7DB9-2BDF698CAD4A}"/>
              </a:ext>
            </a:extLst>
          </p:cNvPr>
          <p:cNvSpPr/>
          <p:nvPr/>
        </p:nvSpPr>
        <p:spPr>
          <a:xfrm>
            <a:off x="9548624" y="562882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0" name="직사각형 559">
            <a:extLst>
              <a:ext uri="{FF2B5EF4-FFF2-40B4-BE49-F238E27FC236}">
                <a16:creationId xmlns:a16="http://schemas.microsoft.com/office/drawing/2014/main" id="{E8D52D63-934C-2D23-491B-D1D8D3E69577}"/>
              </a:ext>
            </a:extLst>
          </p:cNvPr>
          <p:cNvSpPr/>
          <p:nvPr/>
        </p:nvSpPr>
        <p:spPr>
          <a:xfrm>
            <a:off x="6096000" y="33011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2" name="직사각형 561">
            <a:extLst>
              <a:ext uri="{FF2B5EF4-FFF2-40B4-BE49-F238E27FC236}">
                <a16:creationId xmlns:a16="http://schemas.microsoft.com/office/drawing/2014/main" id="{B9DDF02B-4B80-9421-4848-CC4C4EC83EF3}"/>
              </a:ext>
            </a:extLst>
          </p:cNvPr>
          <p:cNvSpPr/>
          <p:nvPr/>
        </p:nvSpPr>
        <p:spPr>
          <a:xfrm>
            <a:off x="5435941" y="1112179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3" name="직사각형 562">
            <a:extLst>
              <a:ext uri="{FF2B5EF4-FFF2-40B4-BE49-F238E27FC236}">
                <a16:creationId xmlns:a16="http://schemas.microsoft.com/office/drawing/2014/main" id="{79B05F6B-D0B4-3EAE-22EB-DD55EAB994E8}"/>
              </a:ext>
            </a:extLst>
          </p:cNvPr>
          <p:cNvSpPr/>
          <p:nvPr/>
        </p:nvSpPr>
        <p:spPr>
          <a:xfrm>
            <a:off x="4438245" y="70015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4" name="직사각형 563">
            <a:extLst>
              <a:ext uri="{FF2B5EF4-FFF2-40B4-BE49-F238E27FC236}">
                <a16:creationId xmlns:a16="http://schemas.microsoft.com/office/drawing/2014/main" id="{33614E36-492E-0775-7565-871A53010A8D}"/>
              </a:ext>
            </a:extLst>
          </p:cNvPr>
          <p:cNvSpPr/>
          <p:nvPr/>
        </p:nvSpPr>
        <p:spPr>
          <a:xfrm>
            <a:off x="4561979" y="200188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5" name="직사각형 564">
            <a:extLst>
              <a:ext uri="{FF2B5EF4-FFF2-40B4-BE49-F238E27FC236}">
                <a16:creationId xmlns:a16="http://schemas.microsoft.com/office/drawing/2014/main" id="{641B6462-2207-DDCE-2649-DC35DDE12D88}"/>
              </a:ext>
            </a:extLst>
          </p:cNvPr>
          <p:cNvSpPr/>
          <p:nvPr/>
        </p:nvSpPr>
        <p:spPr>
          <a:xfrm>
            <a:off x="7246992" y="75534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6" name="직사각형 565">
            <a:extLst>
              <a:ext uri="{FF2B5EF4-FFF2-40B4-BE49-F238E27FC236}">
                <a16:creationId xmlns:a16="http://schemas.microsoft.com/office/drawing/2014/main" id="{9A4C99CA-4A01-34F3-C045-101B7F96D790}"/>
              </a:ext>
            </a:extLst>
          </p:cNvPr>
          <p:cNvSpPr/>
          <p:nvPr/>
        </p:nvSpPr>
        <p:spPr>
          <a:xfrm>
            <a:off x="7081195" y="16562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7" name="직사각형 566">
            <a:extLst>
              <a:ext uri="{FF2B5EF4-FFF2-40B4-BE49-F238E27FC236}">
                <a16:creationId xmlns:a16="http://schemas.microsoft.com/office/drawing/2014/main" id="{71338092-500B-6E69-83EE-590B95EAF949}"/>
              </a:ext>
            </a:extLst>
          </p:cNvPr>
          <p:cNvSpPr/>
          <p:nvPr/>
        </p:nvSpPr>
        <p:spPr>
          <a:xfrm>
            <a:off x="1776577" y="340199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8" name="직사각형 567">
            <a:extLst>
              <a:ext uri="{FF2B5EF4-FFF2-40B4-BE49-F238E27FC236}">
                <a16:creationId xmlns:a16="http://schemas.microsoft.com/office/drawing/2014/main" id="{3BD5033E-1D71-B8EE-2883-4885E17B02BB}"/>
              </a:ext>
            </a:extLst>
          </p:cNvPr>
          <p:cNvSpPr/>
          <p:nvPr/>
        </p:nvSpPr>
        <p:spPr>
          <a:xfrm>
            <a:off x="1960478" y="1045879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69" name="직사각형 568">
            <a:extLst>
              <a:ext uri="{FF2B5EF4-FFF2-40B4-BE49-F238E27FC236}">
                <a16:creationId xmlns:a16="http://schemas.microsoft.com/office/drawing/2014/main" id="{42DA9BB0-7952-A456-B69E-D59B4E8A151E}"/>
              </a:ext>
            </a:extLst>
          </p:cNvPr>
          <p:cNvSpPr/>
          <p:nvPr/>
        </p:nvSpPr>
        <p:spPr>
          <a:xfrm>
            <a:off x="3086104" y="1009493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0" name="직사각형 569">
            <a:extLst>
              <a:ext uri="{FF2B5EF4-FFF2-40B4-BE49-F238E27FC236}">
                <a16:creationId xmlns:a16="http://schemas.microsoft.com/office/drawing/2014/main" id="{FDE790A0-4099-6AE6-AD9A-A111C7D441E0}"/>
              </a:ext>
            </a:extLst>
          </p:cNvPr>
          <p:cNvSpPr/>
          <p:nvPr/>
        </p:nvSpPr>
        <p:spPr>
          <a:xfrm>
            <a:off x="3010291" y="346708"/>
            <a:ext cx="790956" cy="46553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571" name="직사각형 570">
            <a:extLst>
              <a:ext uri="{FF2B5EF4-FFF2-40B4-BE49-F238E27FC236}">
                <a16:creationId xmlns:a16="http://schemas.microsoft.com/office/drawing/2014/main" id="{475D5036-1E8F-8166-E4E9-2D59D0C9F67B}"/>
              </a:ext>
            </a:extLst>
          </p:cNvPr>
          <p:cNvSpPr/>
          <p:nvPr/>
        </p:nvSpPr>
        <p:spPr>
          <a:xfrm>
            <a:off x="1490129" y="2286155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2" name="직사각형 571">
            <a:extLst>
              <a:ext uri="{FF2B5EF4-FFF2-40B4-BE49-F238E27FC236}">
                <a16:creationId xmlns:a16="http://schemas.microsoft.com/office/drawing/2014/main" id="{0259EC46-F8CC-DA6B-367D-C3545E9F777F}"/>
              </a:ext>
            </a:extLst>
          </p:cNvPr>
          <p:cNvSpPr/>
          <p:nvPr/>
        </p:nvSpPr>
        <p:spPr>
          <a:xfrm>
            <a:off x="2618273" y="2182431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3" name="직사각형 572">
            <a:extLst>
              <a:ext uri="{FF2B5EF4-FFF2-40B4-BE49-F238E27FC236}">
                <a16:creationId xmlns:a16="http://schemas.microsoft.com/office/drawing/2014/main" id="{AFCD426D-7751-8A9E-42FE-8BF76D47640B}"/>
              </a:ext>
            </a:extLst>
          </p:cNvPr>
          <p:cNvSpPr/>
          <p:nvPr/>
        </p:nvSpPr>
        <p:spPr>
          <a:xfrm>
            <a:off x="2464901" y="2845216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74" name="직사각형 573">
            <a:extLst>
              <a:ext uri="{FF2B5EF4-FFF2-40B4-BE49-F238E27FC236}">
                <a16:creationId xmlns:a16="http://schemas.microsoft.com/office/drawing/2014/main" id="{AF7489E2-B326-8179-C400-0968908B537C}"/>
              </a:ext>
            </a:extLst>
          </p:cNvPr>
          <p:cNvSpPr/>
          <p:nvPr/>
        </p:nvSpPr>
        <p:spPr>
          <a:xfrm>
            <a:off x="1486589" y="2912850"/>
            <a:ext cx="790956" cy="46553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B6312787-B5AC-28B7-EBA7-B346077143DB}"/>
              </a:ext>
            </a:extLst>
          </p:cNvPr>
          <p:cNvSpPr/>
          <p:nvPr/>
        </p:nvSpPr>
        <p:spPr>
          <a:xfrm>
            <a:off x="985621" y="4517747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93" name="직사각형 192">
            <a:extLst>
              <a:ext uri="{FF2B5EF4-FFF2-40B4-BE49-F238E27FC236}">
                <a16:creationId xmlns:a16="http://schemas.microsoft.com/office/drawing/2014/main" id="{BF0187DC-FB98-9B2A-CC46-FB4AC2640261}"/>
              </a:ext>
            </a:extLst>
          </p:cNvPr>
          <p:cNvSpPr/>
          <p:nvPr/>
        </p:nvSpPr>
        <p:spPr>
          <a:xfrm>
            <a:off x="2003766" y="4665012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156B1CD-8443-5283-FA29-B673B210C820}"/>
              </a:ext>
            </a:extLst>
          </p:cNvPr>
          <p:cNvSpPr/>
          <p:nvPr/>
        </p:nvSpPr>
        <p:spPr>
          <a:xfrm>
            <a:off x="3601481" y="423547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8001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8F809-BB80-A4D2-DD9D-A3F5788A6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167785D2-3875-2A20-9212-D44215DB8C55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D06B7AD1-A11D-DBA3-1C22-3C9C8AAC9D51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718E83B1-12AE-47F4-D125-A813EFDC9608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2AE36EC8-12C7-0308-9609-C66776FE05A9}"/>
              </a:ext>
            </a:extLst>
          </p:cNvPr>
          <p:cNvSpPr>
            <a:spLocks/>
          </p:cNvSpPr>
          <p:nvPr/>
        </p:nvSpPr>
        <p:spPr>
          <a:xfrm>
            <a:off x="9148203" y="280918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77AA902C-5C0E-EE64-A15E-F6A186FDA38E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1F82D27E-CCC2-FFE7-7AEC-E5BE92C2F41E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A904EFE9-747C-EE9D-F34C-D9ABDABBFADC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21179079-C055-2275-30DD-3D5DB94F426C}"/>
              </a:ext>
            </a:extLst>
          </p:cNvPr>
          <p:cNvSpPr>
            <a:spLocks/>
          </p:cNvSpPr>
          <p:nvPr/>
        </p:nvSpPr>
        <p:spPr>
          <a:xfrm>
            <a:off x="9148203" y="370891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1D91A243-8818-8D65-6167-C3BF5D2CF70E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B40FE8C6-CD80-CBA8-1124-164A119A8EB3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35D66A23-BB03-EE7E-07E6-C006151AE9FC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97B2F029-9EB7-434C-C975-1CF9B2A9D035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9A6488B1-F589-3676-75D5-38E354827766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1A1AB792-F503-3CD6-0408-147C10DEB8F8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>
            <a:off x="8588471" y="3025183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B5F1A381-B34B-92C4-4C30-9C77E585194D}"/>
              </a:ext>
            </a:extLst>
          </p:cNvPr>
          <p:cNvCxnSpPr>
            <a:cxnSpLocks/>
          </p:cNvCxnSpPr>
          <p:nvPr/>
        </p:nvCxnSpPr>
        <p:spPr>
          <a:xfrm flipH="1">
            <a:off x="8588471" y="5717286"/>
            <a:ext cx="91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1DC1B960-0F4D-3FC6-DBC6-31FB66B6C934}"/>
              </a:ext>
            </a:extLst>
          </p:cNvPr>
          <p:cNvCxnSpPr>
            <a:cxnSpLocks/>
          </p:cNvCxnSpPr>
          <p:nvPr/>
        </p:nvCxnSpPr>
        <p:spPr>
          <a:xfrm flipV="1">
            <a:off x="9509305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B0431A9A-2C36-866E-9047-75333C70DC55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9508203" y="414091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08640B3C-DF82-1AEE-97D5-EC68306DB2CB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C0D3499A-3200-22A2-4558-0C16D2383784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D7C87244-5E4B-924C-B7E0-E63841E8648F}"/>
              </a:ext>
            </a:extLst>
          </p:cNvPr>
          <p:cNvSpPr>
            <a:spLocks/>
          </p:cNvSpPr>
          <p:nvPr/>
        </p:nvSpPr>
        <p:spPr>
          <a:xfrm>
            <a:off x="8316940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3D52BC28-4EDD-BC36-A65F-4FE73601AE90}"/>
              </a:ext>
            </a:extLst>
          </p:cNvPr>
          <p:cNvSpPr>
            <a:spLocks/>
          </p:cNvSpPr>
          <p:nvPr/>
        </p:nvSpPr>
        <p:spPr>
          <a:xfrm>
            <a:off x="9148203" y="214686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6C87B0CD-0549-19FC-0339-A9A46DE716B4}"/>
              </a:ext>
            </a:extLst>
          </p:cNvPr>
          <p:cNvSpPr>
            <a:spLocks/>
          </p:cNvSpPr>
          <p:nvPr/>
        </p:nvSpPr>
        <p:spPr>
          <a:xfrm>
            <a:off x="9148203" y="165489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D4B44754-E55B-C1B9-E16D-779D7A981845}"/>
              </a:ext>
            </a:extLst>
          </p:cNvPr>
          <p:cNvSpPr>
            <a:spLocks/>
          </p:cNvSpPr>
          <p:nvPr/>
        </p:nvSpPr>
        <p:spPr>
          <a:xfrm>
            <a:off x="6588739" y="100971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C393539F-C444-703E-33B0-FDC430844C4F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C11E00F0-A72E-3BF7-2382-70F89FB36317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4190CA47-2DE9-7C2E-01BA-94D40BD8D79D}"/>
              </a:ext>
            </a:extLst>
          </p:cNvPr>
          <p:cNvCxnSpPr>
            <a:cxnSpLocks/>
          </p:cNvCxnSpPr>
          <p:nvPr/>
        </p:nvCxnSpPr>
        <p:spPr>
          <a:xfrm flipH="1">
            <a:off x="8588471" y="2234815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6DE8CB05-4758-9489-E377-A8DE6C316615}"/>
              </a:ext>
            </a:extLst>
          </p:cNvPr>
          <p:cNvCxnSpPr>
            <a:cxnSpLocks/>
          </p:cNvCxnSpPr>
          <p:nvPr/>
        </p:nvCxnSpPr>
        <p:spPr>
          <a:xfrm flipH="1">
            <a:off x="7308739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3B7872F3-E865-FFCB-7885-9B80AB35640B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33D6312F-1941-C0E2-0AA2-7BD801DEAED6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CC8643A1-ABF9-7720-0A6F-A213A1D88C42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DE520E0A-039A-7620-215B-0DECDF4226F4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2017D448-8DFB-3E3B-ED80-865D9211AAC4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74750387-C0AD-C781-8EF6-815D071F29C8}"/>
              </a:ext>
            </a:extLst>
          </p:cNvPr>
          <p:cNvSpPr>
            <a:spLocks/>
          </p:cNvSpPr>
          <p:nvPr/>
        </p:nvSpPr>
        <p:spPr>
          <a:xfrm>
            <a:off x="10427934" y="549659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700" dirty="0" err="1"/>
              <a:t>maintenanceticket</a:t>
            </a:r>
            <a:endParaRPr lang="ko-KR" altLang="en-US" sz="7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29DCBC4F-57AB-F3B5-C17F-A50F1F78EC3F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5ED08D15-A24B-4C4A-E0BE-08C6D6971085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78A4860A-B5BC-0868-95F4-4986261A05D8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7AB6CDD9-727B-BD57-1D41-B8306D0D4781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BEDF4BB3-6743-DBF9-FAE2-4D9140BC5C16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3BECFD1C-5F6D-9BF6-0792-3AFE9E0E9D06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183946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346056F5-272B-55FA-6CA9-6F0519E5E516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EF62BD6B-9E24-FC4F-8DF2-B539A3FFCFBB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28FE1BC0-2A53-484E-4CB9-9151461B65C8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AEAAA73C-9E6E-A190-7CA5-1137B3602AD5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078011F8-1D5F-C2A7-945C-99D98151FA6E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B6D77364-BDD9-D0F3-67E7-6456973553D2}"/>
              </a:ext>
            </a:extLst>
          </p:cNvPr>
          <p:cNvSpPr>
            <a:spLocks/>
          </p:cNvSpPr>
          <p:nvPr/>
        </p:nvSpPr>
        <p:spPr>
          <a:xfrm>
            <a:off x="10427934" y="417672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E2951A38-6E4C-84BD-939A-C868E5D34872}"/>
              </a:ext>
            </a:extLst>
          </p:cNvPr>
          <p:cNvSpPr>
            <a:spLocks/>
          </p:cNvSpPr>
          <p:nvPr/>
        </p:nvSpPr>
        <p:spPr>
          <a:xfrm>
            <a:off x="10427934" y="328054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E89EFD7B-A497-6CD8-1371-EFABE7C46E07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0787934" y="371254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A64BA13D-B781-CCCA-A6A6-3107AC74EEB1}"/>
              </a:ext>
            </a:extLst>
          </p:cNvPr>
          <p:cNvCxnSpPr>
            <a:cxnSpLocks/>
          </p:cNvCxnSpPr>
          <p:nvPr/>
        </p:nvCxnSpPr>
        <p:spPr>
          <a:xfrm flipV="1">
            <a:off x="5856270" y="3472129"/>
            <a:ext cx="0" cy="23209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FDECF8D8-E410-359E-5C44-8CA8C8CAC389}"/>
              </a:ext>
            </a:extLst>
          </p:cNvPr>
          <p:cNvCxnSpPr>
            <a:cxnSpLocks/>
            <a:stCxn id="872" idx="1"/>
          </p:cNvCxnSpPr>
          <p:nvPr/>
        </p:nvCxnSpPr>
        <p:spPr>
          <a:xfrm flipH="1" flipV="1">
            <a:off x="5853439" y="3464363"/>
            <a:ext cx="457449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D80F6C81-F853-227A-15F5-566078B6AC87}"/>
              </a:ext>
            </a:extLst>
          </p:cNvPr>
          <p:cNvCxnSpPr>
            <a:cxnSpLocks/>
          </p:cNvCxnSpPr>
          <p:nvPr/>
        </p:nvCxnSpPr>
        <p:spPr>
          <a:xfrm flipH="1">
            <a:off x="9868203" y="391993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2FF43808-DA87-D219-8B6F-5C73E94F3BB0}"/>
              </a:ext>
            </a:extLst>
          </p:cNvPr>
          <p:cNvCxnSpPr>
            <a:cxnSpLocks/>
          </p:cNvCxnSpPr>
          <p:nvPr/>
        </p:nvCxnSpPr>
        <p:spPr>
          <a:xfrm>
            <a:off x="10589079" y="371899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6EAD8296-5641-3731-C2DC-103F2F807841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F5B4B534-CAAF-11E1-0889-055801D6849A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19861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2A029252-0629-2E69-34AB-9BC6D2D51FAC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B740D776-18C3-9692-EDAC-3C9EA3EAD887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2D8FAA84-BA21-056B-E673-62D584DA93FC}"/>
              </a:ext>
            </a:extLst>
          </p:cNvPr>
          <p:cNvSpPr>
            <a:spLocks/>
          </p:cNvSpPr>
          <p:nvPr/>
        </p:nvSpPr>
        <p:spPr>
          <a:xfrm>
            <a:off x="2507490" y="536524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1BC5948E-F69C-4CF0-F50D-097F68ABA728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8BDA2136-24F1-32A7-54A5-56CB7688E5EF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4691869E-A15F-C23E-32E0-994E0C0AC66C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5A21AA91-53CE-048F-D29A-064C68E28D01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BDA320C7-4467-858B-F932-1D67C704D35E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3DFBCDDF-94C2-E892-8BEB-E8AEFBE93AD1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56D38025-F820-E8EC-8378-745E213920E0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C9A883DB-0B12-33DF-9497-D5CD732A47FC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B7261062-74A7-63F9-0105-874C42F85CDF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72A44C02-61E0-F71E-6344-5AD5F35737F1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7037DA5A-ECD3-BDEA-367D-9E76C6997228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4094CBCE-7684-12AE-B74B-3B0F64DDD135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0AED9246-E4C6-21CA-2BCF-83005330A5EB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BCB886E3-FE8E-480C-FC15-1630AA535FB2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7F6F90DD-7493-8D83-D63B-5F562DF26CEF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6D36CA85-789D-B886-D916-57828BD92ED6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D2B7B728-D05A-42D7-F20C-AC58C96634F8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0F6FD35B-2549-95D4-9755-62E4205C7AE7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5D9C5526-7724-C31E-77A5-D8BD32A8C4DA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A44E7D95-2A9E-0B23-2980-086F5713E7BE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73087034-AD17-9A9B-1A3C-0595AD1D8B15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4101479A-2726-001B-BFA6-AA7E88B1482F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9E5F583A-1914-556D-AE2D-37DC05AF45EA}"/>
              </a:ext>
            </a:extLst>
          </p:cNvPr>
          <p:cNvSpPr>
            <a:spLocks/>
          </p:cNvSpPr>
          <p:nvPr/>
        </p:nvSpPr>
        <p:spPr>
          <a:xfrm>
            <a:off x="2513427" y="88076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17A58319-3861-8C05-5188-B75D7C5EF899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5FFB5773-40E7-8632-9125-F69AEC9EB547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597FF33B-2BF8-027C-F2AF-6AE889DFB964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CCC696BC-42BB-72FC-7899-8A45F9866C3D}"/>
              </a:ext>
            </a:extLst>
          </p:cNvPr>
          <p:cNvSpPr>
            <a:spLocks/>
          </p:cNvSpPr>
          <p:nvPr/>
        </p:nvSpPr>
        <p:spPr>
          <a:xfrm>
            <a:off x="5307906" y="10203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65EB60EE-F555-BDBE-602C-5FD8EF186C67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B25C8C85-803D-DAEC-6323-787AF8ECA471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74FCC42C-A528-1D94-D4FD-88002566E720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8B1A745E-0CD6-1792-C503-D97BA1BABF7F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4FB34E5B-C976-F9F1-A708-A4EA6523F3C5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DB9FCF67-5675-E0D2-537E-E0542334CB74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417925B4-E3B2-9C3C-D917-9EF81EDA98C1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02AFDD99-4CDF-18C3-6E08-087FE54FEEBB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27F97DCB-F2E3-A0D5-25EB-48AC78AADA3B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59DF69A8-BD1D-2C9B-726A-775DA97140BC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8CE1EC9F-69B7-CF45-6830-11344C3CC164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59928197-B8E1-C4FB-297F-C86F09CE8487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85B8E308-E212-ACE2-A29A-65D01C188E9B}"/>
              </a:ext>
            </a:extLst>
          </p:cNvPr>
          <p:cNvCxnSpPr>
            <a:cxnSpLocks/>
          </p:cNvCxnSpPr>
          <p:nvPr/>
        </p:nvCxnSpPr>
        <p:spPr>
          <a:xfrm flipH="1">
            <a:off x="1867074" y="199505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E25BD99E-5375-95A2-4435-8E84044207EC}"/>
              </a:ext>
            </a:extLst>
          </p:cNvPr>
          <p:cNvCxnSpPr>
            <a:cxnSpLocks/>
          </p:cNvCxnSpPr>
          <p:nvPr/>
        </p:nvCxnSpPr>
        <p:spPr>
          <a:xfrm flipV="1">
            <a:off x="4141406" y="1093004"/>
            <a:ext cx="0" cy="12484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399F24E2-54E7-9063-2E09-37CC6A5522D3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1096764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8196688E-7CAE-C60D-AF04-BBFCD66D747E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1312764"/>
            <a:ext cx="0" cy="4846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20968FBB-54B2-15E0-B58B-F0A023725838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95CDDB58-7267-9AC6-2D84-43E457FF055A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2E8C39B9-1A64-B8F5-931C-C259D8999DC0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23BED84B-B954-96C1-76E0-5AC4B22B5D66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83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7131E697-5380-2B5A-8932-A3EDF7DC95E0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691C95C7-D706-998E-53CE-A1338F288048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17C99A5F-B99A-CD61-45D1-C412302FADA6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8A89EBA8-ABED-DDA2-A38E-5888B8CF0C55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F3FD9BB3-F435-7677-7294-A06CBAE58567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1B79D477-6860-6D2C-BCEF-6E85A968E028}"/>
              </a:ext>
            </a:extLst>
          </p:cNvPr>
          <p:cNvSpPr>
            <a:spLocks/>
          </p:cNvSpPr>
          <p:nvPr/>
        </p:nvSpPr>
        <p:spPr>
          <a:xfrm>
            <a:off x="4647981" y="1909450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5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EA6A0B95-358A-AB13-F090-5342DCB194D0}"/>
              </a:ext>
            </a:extLst>
          </p:cNvPr>
          <p:cNvSpPr>
            <a:spLocks/>
          </p:cNvSpPr>
          <p:nvPr/>
        </p:nvSpPr>
        <p:spPr>
          <a:xfrm>
            <a:off x="10427934" y="222636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26917DEA-2537-376E-0896-353A37AE95C8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FE3B82B6-E279-A74E-1F1F-1E07BC4163D1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7E0CD36A-BE6D-4FF0-89A6-0AF133D3D791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2F2AD53D-3220-A1B9-3B8E-4D5CF6CF6195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20FF2180-AD79-11E7-0426-92384AD7BA97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8F494B86-E479-AC8C-5F0D-6E47FDC48E03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F818F792-84C8-A599-C83D-63F665797B6D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CE99C5AB-EAD4-F33D-AFE6-C661780D1260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77F9FEAF-827A-8A0A-E1D0-386B5D14BD13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746ACD4E-F293-4710-CAA4-F35DF8AA9D5C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C32259F5-BFA6-C211-AEAE-CB06DB7DD04E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582FDB39-6A53-11F9-7D61-1178D1403369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A7A3EAD8-5F5C-813F-E8CB-C5BC21A065F4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42BD3981-8BA7-2EF3-DF43-D40070A6CF99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F69E2A86-154C-1804-ACF6-078156EC2844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98D04BB0-2438-3E96-0C1D-32AF2607D418}"/>
              </a:ext>
            </a:extLst>
          </p:cNvPr>
          <p:cNvSpPr>
            <a:spLocks/>
          </p:cNvSpPr>
          <p:nvPr/>
        </p:nvSpPr>
        <p:spPr>
          <a:xfrm>
            <a:off x="10427934" y="164841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6F371F4-0688-857B-80B7-935F124D4AE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413287" y="1826905"/>
            <a:ext cx="57088" cy="108000"/>
            <a:chOff x="7604467" y="2108611"/>
            <a:chExt cx="122239" cy="239471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05DC7E9D-0F1F-F75A-EF85-3F2D3ED9119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23" name="직선 연결선 359">
                <a:extLst>
                  <a:ext uri="{FF2B5EF4-FFF2-40B4-BE49-F238E27FC236}">
                    <a16:creationId xmlns:a16="http://schemas.microsoft.com/office/drawing/2014/main" id="{CADEFF40-0589-2FB8-81CC-84BC5C6F11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직선 연결선 360">
                <a:extLst>
                  <a:ext uri="{FF2B5EF4-FFF2-40B4-BE49-F238E27FC236}">
                    <a16:creationId xmlns:a16="http://schemas.microsoft.com/office/drawing/2014/main" id="{E6A5A6EA-7C49-F761-7263-87117A318E7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361">
                <a:extLst>
                  <a:ext uri="{FF2B5EF4-FFF2-40B4-BE49-F238E27FC236}">
                    <a16:creationId xmlns:a16="http://schemas.microsoft.com/office/drawing/2014/main" id="{0A8A17F1-FA36-EE79-302D-3B9F130253B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직선 연결선 363">
              <a:extLst>
                <a:ext uri="{FF2B5EF4-FFF2-40B4-BE49-F238E27FC236}">
                  <a16:creationId xmlns:a16="http://schemas.microsoft.com/office/drawing/2014/main" id="{803B3213-1A6F-6837-51AA-3A5ABF747490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5679E70F-1E9B-F811-DFE6-66EF86E44AED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0F17E46-EB19-14B2-D7FD-DFCB73DE73AB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92729" y="2715902"/>
            <a:ext cx="70242" cy="108000"/>
            <a:chOff x="7604467" y="2108611"/>
            <a:chExt cx="122239" cy="239471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BD8B102-95D3-50E0-A816-D72AE099147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30" name="직선 연결선 359">
                <a:extLst>
                  <a:ext uri="{FF2B5EF4-FFF2-40B4-BE49-F238E27FC236}">
                    <a16:creationId xmlns:a16="http://schemas.microsoft.com/office/drawing/2014/main" id="{7D36DC30-A823-9520-9AA0-53AFAF589A2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직선 연결선 360">
                <a:extLst>
                  <a:ext uri="{FF2B5EF4-FFF2-40B4-BE49-F238E27FC236}">
                    <a16:creationId xmlns:a16="http://schemas.microsoft.com/office/drawing/2014/main" id="{D1D545FF-4EF8-C115-63EB-7BF29995C2C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61">
                <a:extLst>
                  <a:ext uri="{FF2B5EF4-FFF2-40B4-BE49-F238E27FC236}">
                    <a16:creationId xmlns:a16="http://schemas.microsoft.com/office/drawing/2014/main" id="{0C79B29C-4ED6-9112-B92B-3C2756D67E3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9" name="직선 연결선 363">
              <a:extLst>
                <a:ext uri="{FF2B5EF4-FFF2-40B4-BE49-F238E27FC236}">
                  <a16:creationId xmlns:a16="http://schemas.microsoft.com/office/drawing/2014/main" id="{3F9A7C24-EBC6-262E-4ADC-12D30A454B6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9997957-217C-A35C-5514-1B82878AE4A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97701" y="3220735"/>
            <a:ext cx="57088" cy="108000"/>
            <a:chOff x="7604467" y="2108611"/>
            <a:chExt cx="122239" cy="23947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FABEAA4-A898-D1D0-D47C-798AAA69057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37" name="직선 연결선 359">
                <a:extLst>
                  <a:ext uri="{FF2B5EF4-FFF2-40B4-BE49-F238E27FC236}">
                    <a16:creationId xmlns:a16="http://schemas.microsoft.com/office/drawing/2014/main" id="{96D35C2A-E19C-CC69-7AD7-ED7575FB847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직선 연결선 360">
                <a:extLst>
                  <a:ext uri="{FF2B5EF4-FFF2-40B4-BE49-F238E27FC236}">
                    <a16:creationId xmlns:a16="http://schemas.microsoft.com/office/drawing/2014/main" id="{0E9CB87D-B697-028B-DF51-8E3283F9841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직선 연결선 361">
                <a:extLst>
                  <a:ext uri="{FF2B5EF4-FFF2-40B4-BE49-F238E27FC236}">
                    <a16:creationId xmlns:a16="http://schemas.microsoft.com/office/drawing/2014/main" id="{B92F2A83-F92A-9C22-2C47-9993AC19C53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6" name="직선 연결선 363">
              <a:extLst>
                <a:ext uri="{FF2B5EF4-FFF2-40B4-BE49-F238E27FC236}">
                  <a16:creationId xmlns:a16="http://schemas.microsoft.com/office/drawing/2014/main" id="{7057A88C-D814-6C0E-C14B-E704B5229B9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29F32BCD-8DFD-3F6E-4128-4EBFD08332D9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AB9971BB-D9BA-B64E-5664-2970874F9F20}"/>
              </a:ext>
            </a:extLst>
          </p:cNvPr>
          <p:cNvGrpSpPr>
            <a:grpSpLocks noChangeAspect="1"/>
          </p:cNvGrpSpPr>
          <p:nvPr/>
        </p:nvGrpSpPr>
        <p:grpSpPr>
          <a:xfrm>
            <a:off x="7810475" y="2970989"/>
            <a:ext cx="57088" cy="108000"/>
            <a:chOff x="7604467" y="2108611"/>
            <a:chExt cx="122239" cy="23947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A44F7BB-25EC-96F7-D568-78C9CD3611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45" name="직선 연결선 359">
                <a:extLst>
                  <a:ext uri="{FF2B5EF4-FFF2-40B4-BE49-F238E27FC236}">
                    <a16:creationId xmlns:a16="http://schemas.microsoft.com/office/drawing/2014/main" id="{F9390E26-7F58-61B8-20E0-81D4FC459F1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직선 연결선 360">
                <a:extLst>
                  <a:ext uri="{FF2B5EF4-FFF2-40B4-BE49-F238E27FC236}">
                    <a16:creationId xmlns:a16="http://schemas.microsoft.com/office/drawing/2014/main" id="{95C3CCB8-B7B9-2E0C-8904-FBB5B561562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직선 연결선 361">
                <a:extLst>
                  <a:ext uri="{FF2B5EF4-FFF2-40B4-BE49-F238E27FC236}">
                    <a16:creationId xmlns:a16="http://schemas.microsoft.com/office/drawing/2014/main" id="{BEAA4D0E-302E-F77E-842E-A8571E805DC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직선 연결선 363">
              <a:extLst>
                <a:ext uri="{FF2B5EF4-FFF2-40B4-BE49-F238E27FC236}">
                  <a16:creationId xmlns:a16="http://schemas.microsoft.com/office/drawing/2014/main" id="{DE1AE50C-489A-5A51-2485-993408470B1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A4F839E8-E242-58EE-87F6-8D97D6AC3303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BE52FBD-F5D6-6D08-8F17-625CC09DB72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202152" y="4518394"/>
            <a:ext cx="57088" cy="108000"/>
            <a:chOff x="7604467" y="2108611"/>
            <a:chExt cx="122239" cy="239471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9DB3E435-F136-1C95-4B35-5CEBD6123D3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53" name="직선 연결선 359">
                <a:extLst>
                  <a:ext uri="{FF2B5EF4-FFF2-40B4-BE49-F238E27FC236}">
                    <a16:creationId xmlns:a16="http://schemas.microsoft.com/office/drawing/2014/main" id="{50E5B7E8-B8D0-58B7-6607-6DBBA030FBA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360">
                <a:extLst>
                  <a:ext uri="{FF2B5EF4-FFF2-40B4-BE49-F238E27FC236}">
                    <a16:creationId xmlns:a16="http://schemas.microsoft.com/office/drawing/2014/main" id="{5551DAF3-AC0E-EAA1-D685-4A5F0BFC691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361">
                <a:extLst>
                  <a:ext uri="{FF2B5EF4-FFF2-40B4-BE49-F238E27FC236}">
                    <a16:creationId xmlns:a16="http://schemas.microsoft.com/office/drawing/2014/main" id="{FC006496-892F-4BBE-649F-7DCC9AC94B9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직선 연결선 363">
              <a:extLst>
                <a:ext uri="{FF2B5EF4-FFF2-40B4-BE49-F238E27FC236}">
                  <a16:creationId xmlns:a16="http://schemas.microsoft.com/office/drawing/2014/main" id="{E80629E7-1172-C444-BE04-F9A9118D7FF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2BD31201-B771-3C3F-7FA4-C451A6AD0293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352729B-1FCF-E63D-578B-9C326CBD338D}"/>
              </a:ext>
            </a:extLst>
          </p:cNvPr>
          <p:cNvGrpSpPr/>
          <p:nvPr/>
        </p:nvGrpSpPr>
        <p:grpSpPr>
          <a:xfrm rot="5400000">
            <a:off x="8193349" y="5411553"/>
            <a:ext cx="70242" cy="108000"/>
            <a:chOff x="7604467" y="2108611"/>
            <a:chExt cx="122239" cy="239471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F097F6F8-CD85-3E4E-BC52-272513156A3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60" name="직선 연결선 359">
                <a:extLst>
                  <a:ext uri="{FF2B5EF4-FFF2-40B4-BE49-F238E27FC236}">
                    <a16:creationId xmlns:a16="http://schemas.microsoft.com/office/drawing/2014/main" id="{35843295-0033-6614-D040-F6F9929F5EC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360">
                <a:extLst>
                  <a:ext uri="{FF2B5EF4-FFF2-40B4-BE49-F238E27FC236}">
                    <a16:creationId xmlns:a16="http://schemas.microsoft.com/office/drawing/2014/main" id="{91A69113-2DF2-DC37-ABD6-B767DF8B54D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361">
                <a:extLst>
                  <a:ext uri="{FF2B5EF4-FFF2-40B4-BE49-F238E27FC236}">
                    <a16:creationId xmlns:a16="http://schemas.microsoft.com/office/drawing/2014/main" id="{2D1F37B2-6B79-9F1F-650C-44AC7DE401D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직선 연결선 363">
              <a:extLst>
                <a:ext uri="{FF2B5EF4-FFF2-40B4-BE49-F238E27FC236}">
                  <a16:creationId xmlns:a16="http://schemas.microsoft.com/office/drawing/2014/main" id="{E4026D47-C146-6EAB-6EEF-09CB3DAB208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3E3FC16C-8A51-A492-CA7A-B1F631B85AFA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00" name="그룹 899">
            <a:extLst>
              <a:ext uri="{FF2B5EF4-FFF2-40B4-BE49-F238E27FC236}">
                <a16:creationId xmlns:a16="http://schemas.microsoft.com/office/drawing/2014/main" id="{25CD432D-4E2B-9478-F5A5-AB7A0A22989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0" y="5661452"/>
            <a:ext cx="70242" cy="108000"/>
            <a:chOff x="7604467" y="2108611"/>
            <a:chExt cx="122239" cy="239471"/>
          </a:xfrm>
        </p:grpSpPr>
        <p:grpSp>
          <p:nvGrpSpPr>
            <p:cNvPr id="901" name="그룹 900">
              <a:extLst>
                <a:ext uri="{FF2B5EF4-FFF2-40B4-BE49-F238E27FC236}">
                  <a16:creationId xmlns:a16="http://schemas.microsoft.com/office/drawing/2014/main" id="{AA749823-0C5A-AFAC-A2FF-AC61E1ADA13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04" name="직선 연결선 359">
                <a:extLst>
                  <a:ext uri="{FF2B5EF4-FFF2-40B4-BE49-F238E27FC236}">
                    <a16:creationId xmlns:a16="http://schemas.microsoft.com/office/drawing/2014/main" id="{53AB62E5-021A-00BA-06BF-7BFD8AAEDF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5" name="직선 연결선 360">
                <a:extLst>
                  <a:ext uri="{FF2B5EF4-FFF2-40B4-BE49-F238E27FC236}">
                    <a16:creationId xmlns:a16="http://schemas.microsoft.com/office/drawing/2014/main" id="{C6D76CFC-C57C-39A3-D4DB-B75E73A4ABE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8" name="직선 연결선 361">
                <a:extLst>
                  <a:ext uri="{FF2B5EF4-FFF2-40B4-BE49-F238E27FC236}">
                    <a16:creationId xmlns:a16="http://schemas.microsoft.com/office/drawing/2014/main" id="{2517E08D-63F8-7C3E-D48F-EF692C0FB7D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02" name="직선 연결선 363">
              <a:extLst>
                <a:ext uri="{FF2B5EF4-FFF2-40B4-BE49-F238E27FC236}">
                  <a16:creationId xmlns:a16="http://schemas.microsoft.com/office/drawing/2014/main" id="{2D8ACE4B-2D1B-91F1-16D4-7C3F41625EF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0AE7C906-6BA4-5148-BD76-5CC8B48DA0C7}"/>
              </a:ext>
            </a:extLst>
          </p:cNvPr>
          <p:cNvCxnSpPr>
            <a:cxnSpLocks/>
          </p:cNvCxnSpPr>
          <p:nvPr/>
        </p:nvCxnSpPr>
        <p:spPr>
          <a:xfrm>
            <a:off x="9453523" y="419330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2DB8962F-0DF5-85B0-2912-C419F8D4AF5D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23" name="그룹 922">
            <a:extLst>
              <a:ext uri="{FF2B5EF4-FFF2-40B4-BE49-F238E27FC236}">
                <a16:creationId xmlns:a16="http://schemas.microsoft.com/office/drawing/2014/main" id="{EEE69D12-BB57-F50D-AA6B-3713566A7CBB}"/>
              </a:ext>
            </a:extLst>
          </p:cNvPr>
          <p:cNvGrpSpPr>
            <a:grpSpLocks noChangeAspect="1"/>
          </p:cNvGrpSpPr>
          <p:nvPr/>
        </p:nvGrpSpPr>
        <p:grpSpPr>
          <a:xfrm>
            <a:off x="9077961" y="2970677"/>
            <a:ext cx="70242" cy="108000"/>
            <a:chOff x="7604467" y="2108611"/>
            <a:chExt cx="122239" cy="239471"/>
          </a:xfrm>
        </p:grpSpPr>
        <p:grpSp>
          <p:nvGrpSpPr>
            <p:cNvPr id="925" name="그룹 924">
              <a:extLst>
                <a:ext uri="{FF2B5EF4-FFF2-40B4-BE49-F238E27FC236}">
                  <a16:creationId xmlns:a16="http://schemas.microsoft.com/office/drawing/2014/main" id="{FD4DCBE4-5DF9-B72C-343B-0B59F30DA53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27" name="직선 연결선 359">
                <a:extLst>
                  <a:ext uri="{FF2B5EF4-FFF2-40B4-BE49-F238E27FC236}">
                    <a16:creationId xmlns:a16="http://schemas.microsoft.com/office/drawing/2014/main" id="{7AEDE89A-CE05-F2DA-3A73-E5AD3B58A8B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0" name="직선 연결선 360">
                <a:extLst>
                  <a:ext uri="{FF2B5EF4-FFF2-40B4-BE49-F238E27FC236}">
                    <a16:creationId xmlns:a16="http://schemas.microsoft.com/office/drawing/2014/main" id="{B838542D-BEC9-B206-3E23-8C8285ED640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1" name="직선 연결선 361">
                <a:extLst>
                  <a:ext uri="{FF2B5EF4-FFF2-40B4-BE49-F238E27FC236}">
                    <a16:creationId xmlns:a16="http://schemas.microsoft.com/office/drawing/2014/main" id="{857C56ED-5CF5-5B18-7171-23F583462AA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26" name="직선 연결선 363">
              <a:extLst>
                <a:ext uri="{FF2B5EF4-FFF2-40B4-BE49-F238E27FC236}">
                  <a16:creationId xmlns:a16="http://schemas.microsoft.com/office/drawing/2014/main" id="{D4A31527-27E8-884E-B98F-95C3D9A8109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44D5D257-A9FE-0AE4-776B-C0094ADC2E9B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6" name="그룹 975">
            <a:extLst>
              <a:ext uri="{FF2B5EF4-FFF2-40B4-BE49-F238E27FC236}">
                <a16:creationId xmlns:a16="http://schemas.microsoft.com/office/drawing/2014/main" id="{F7A9014F-C751-3D52-61B8-24C40B546BA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9478555" y="3221486"/>
            <a:ext cx="57088" cy="108000"/>
            <a:chOff x="7604467" y="2108611"/>
            <a:chExt cx="122239" cy="239471"/>
          </a:xfrm>
        </p:grpSpPr>
        <p:grpSp>
          <p:nvGrpSpPr>
            <p:cNvPr id="977" name="그룹 976">
              <a:extLst>
                <a:ext uri="{FF2B5EF4-FFF2-40B4-BE49-F238E27FC236}">
                  <a16:creationId xmlns:a16="http://schemas.microsoft.com/office/drawing/2014/main" id="{E5C95927-181D-C396-8DB4-61B06CB80FB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980" name="직선 연결선 359">
                <a:extLst>
                  <a:ext uri="{FF2B5EF4-FFF2-40B4-BE49-F238E27FC236}">
                    <a16:creationId xmlns:a16="http://schemas.microsoft.com/office/drawing/2014/main" id="{68FC047A-1F8B-4749-16F3-50C8534EE8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1" name="직선 연결선 360">
                <a:extLst>
                  <a:ext uri="{FF2B5EF4-FFF2-40B4-BE49-F238E27FC236}">
                    <a16:creationId xmlns:a16="http://schemas.microsoft.com/office/drawing/2014/main" id="{88E35F09-A8C1-EBE8-6D26-59E0FB562FF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3" name="직선 연결선 361">
                <a:extLst>
                  <a:ext uri="{FF2B5EF4-FFF2-40B4-BE49-F238E27FC236}">
                    <a16:creationId xmlns:a16="http://schemas.microsoft.com/office/drawing/2014/main" id="{9DA126D5-94DE-5B1C-E7BD-7211803FA2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79" name="직선 연결선 363">
              <a:extLst>
                <a:ext uri="{FF2B5EF4-FFF2-40B4-BE49-F238E27FC236}">
                  <a16:creationId xmlns:a16="http://schemas.microsoft.com/office/drawing/2014/main" id="{A25C6A4E-693B-538E-3AF0-DBDC0C56ED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4763F0B0-410B-BA58-E042-FDE0171BCFD8}"/>
              </a:ext>
            </a:extLst>
          </p:cNvPr>
          <p:cNvCxnSpPr>
            <a:cxnSpLocks/>
          </p:cNvCxnSpPr>
          <p:nvPr/>
        </p:nvCxnSpPr>
        <p:spPr>
          <a:xfrm>
            <a:off x="9456834" y="364832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901F0410-4A36-8D1C-7DE2-2649C47C6E1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CC4E3A0E-C2AE-717E-40A9-4867F8BF02F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F4455BCF-37D6-9995-9BCE-C59E391EDDF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4F7179C6-88DC-6834-D2E1-C61977C970C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61503827-53FA-F418-2005-7CEFB2ECB73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8D06A5D8-9E24-3211-5926-5CEE3E6B1D6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3C2C038B-1EA9-5058-D347-612EE48407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ADD256C4-1ED1-0200-9CD7-CF2A017D139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60FC968E-BE5E-3CC7-ACC1-16006994ACE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EDEA1B63-BEE5-4ECF-7800-DD7583B4E85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37FEA0A0-7043-FF31-899D-8CA7134BCD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175111BB-A9E0-167A-AA50-F4981F24218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67B64B70-3B79-EEC2-1B03-DBBBD853C6A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EEFF3BF7-10D8-775D-1986-360476C7DB3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11" name="직선 연결선 351">
            <a:extLst>
              <a:ext uri="{FF2B5EF4-FFF2-40B4-BE49-F238E27FC236}">
                <a16:creationId xmlns:a16="http://schemas.microsoft.com/office/drawing/2014/main" id="{41DF0439-30BE-1F41-F049-D199052AA33E}"/>
              </a:ext>
            </a:extLst>
          </p:cNvPr>
          <p:cNvCxnSpPr>
            <a:cxnSpLocks/>
          </p:cNvCxnSpPr>
          <p:nvPr/>
        </p:nvCxnSpPr>
        <p:spPr>
          <a:xfrm>
            <a:off x="7976043" y="58703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2" name="직선 연결선 351">
            <a:extLst>
              <a:ext uri="{FF2B5EF4-FFF2-40B4-BE49-F238E27FC236}">
                <a16:creationId xmlns:a16="http://schemas.microsoft.com/office/drawing/2014/main" id="{A5A24C8D-9E1E-57C0-EECB-7DBA09BDACDE}"/>
              </a:ext>
            </a:extLst>
          </p:cNvPr>
          <p:cNvCxnSpPr>
            <a:cxnSpLocks/>
          </p:cNvCxnSpPr>
          <p:nvPr/>
        </p:nvCxnSpPr>
        <p:spPr>
          <a:xfrm>
            <a:off x="8387831" y="5934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13" name="그룹 1012">
            <a:extLst>
              <a:ext uri="{FF2B5EF4-FFF2-40B4-BE49-F238E27FC236}">
                <a16:creationId xmlns:a16="http://schemas.microsoft.com/office/drawing/2014/main" id="{D9292B04-931B-3D1C-641F-F6CF58DCFAE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2902" y="1940556"/>
            <a:ext cx="57088" cy="108000"/>
            <a:chOff x="7604467" y="2108611"/>
            <a:chExt cx="122239" cy="239471"/>
          </a:xfrm>
        </p:grpSpPr>
        <p:grpSp>
          <p:nvGrpSpPr>
            <p:cNvPr id="1014" name="그룹 1013">
              <a:extLst>
                <a:ext uri="{FF2B5EF4-FFF2-40B4-BE49-F238E27FC236}">
                  <a16:creationId xmlns:a16="http://schemas.microsoft.com/office/drawing/2014/main" id="{33140484-1B9A-44B6-8680-17AEA4E8611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16" name="직선 연결선 359">
                <a:extLst>
                  <a:ext uri="{FF2B5EF4-FFF2-40B4-BE49-F238E27FC236}">
                    <a16:creationId xmlns:a16="http://schemas.microsoft.com/office/drawing/2014/main" id="{BEB78873-B6C4-46A1-70BA-BA3CE4CE4F1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7" name="직선 연결선 360">
                <a:extLst>
                  <a:ext uri="{FF2B5EF4-FFF2-40B4-BE49-F238E27FC236}">
                    <a16:creationId xmlns:a16="http://schemas.microsoft.com/office/drawing/2014/main" id="{30AEFAA4-6921-E9E1-3C94-D96EEBC9A99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9" name="직선 연결선 361">
                <a:extLst>
                  <a:ext uri="{FF2B5EF4-FFF2-40B4-BE49-F238E27FC236}">
                    <a16:creationId xmlns:a16="http://schemas.microsoft.com/office/drawing/2014/main" id="{313BF821-17DA-4B67-D3B8-E2BE33B6FD2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15" name="직선 연결선 363">
              <a:extLst>
                <a:ext uri="{FF2B5EF4-FFF2-40B4-BE49-F238E27FC236}">
                  <a16:creationId xmlns:a16="http://schemas.microsoft.com/office/drawing/2014/main" id="{313B1E4D-54BE-B212-8D47-76AA282025D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20" name="그룹 1019">
            <a:extLst>
              <a:ext uri="{FF2B5EF4-FFF2-40B4-BE49-F238E27FC236}">
                <a16:creationId xmlns:a16="http://schemas.microsoft.com/office/drawing/2014/main" id="{9D2E9E02-F3B8-B7B3-4CFD-0EEC8AD3BB5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4671" y="2181405"/>
            <a:ext cx="57088" cy="108000"/>
            <a:chOff x="7604467" y="2108611"/>
            <a:chExt cx="122239" cy="239471"/>
          </a:xfrm>
        </p:grpSpPr>
        <p:grpSp>
          <p:nvGrpSpPr>
            <p:cNvPr id="1028" name="그룹 1027">
              <a:extLst>
                <a:ext uri="{FF2B5EF4-FFF2-40B4-BE49-F238E27FC236}">
                  <a16:creationId xmlns:a16="http://schemas.microsoft.com/office/drawing/2014/main" id="{7E102716-3361-20B2-7DDE-238870208AD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32" name="직선 연결선 359">
                <a:extLst>
                  <a:ext uri="{FF2B5EF4-FFF2-40B4-BE49-F238E27FC236}">
                    <a16:creationId xmlns:a16="http://schemas.microsoft.com/office/drawing/2014/main" id="{AF5B645C-5659-11AC-1DCD-BC72979561E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3" name="직선 연결선 360">
                <a:extLst>
                  <a:ext uri="{FF2B5EF4-FFF2-40B4-BE49-F238E27FC236}">
                    <a16:creationId xmlns:a16="http://schemas.microsoft.com/office/drawing/2014/main" id="{BBEA9150-6F90-CD89-22EE-CB378F5E1BD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5" name="직선 연결선 361">
                <a:extLst>
                  <a:ext uri="{FF2B5EF4-FFF2-40B4-BE49-F238E27FC236}">
                    <a16:creationId xmlns:a16="http://schemas.microsoft.com/office/drawing/2014/main" id="{F07A42EA-B121-0A3F-39CF-3C23485FAAC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29" name="직선 연결선 363">
              <a:extLst>
                <a:ext uri="{FF2B5EF4-FFF2-40B4-BE49-F238E27FC236}">
                  <a16:creationId xmlns:a16="http://schemas.microsoft.com/office/drawing/2014/main" id="{0B091F9F-0BC4-62A6-8117-EF394A6BCB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F6FD5DBB-7E94-EAF9-28FA-21799D71C0E7}"/>
              </a:ext>
            </a:extLst>
          </p:cNvPr>
          <p:cNvCxnSpPr>
            <a:cxnSpLocks/>
          </p:cNvCxnSpPr>
          <p:nvPr/>
        </p:nvCxnSpPr>
        <p:spPr>
          <a:xfrm>
            <a:off x="9080043" y="19410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C240F96F-3AEE-6AC6-31EA-692E349FE05F}"/>
              </a:ext>
            </a:extLst>
          </p:cNvPr>
          <p:cNvCxnSpPr>
            <a:cxnSpLocks/>
          </p:cNvCxnSpPr>
          <p:nvPr/>
        </p:nvCxnSpPr>
        <p:spPr>
          <a:xfrm>
            <a:off x="9082190" y="218401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FECEE3FA-5A97-891D-CCA9-817E0F891A9D}"/>
              </a:ext>
            </a:extLst>
          </p:cNvPr>
          <p:cNvCxnSpPr>
            <a:cxnSpLocks/>
          </p:cNvCxnSpPr>
          <p:nvPr/>
        </p:nvCxnSpPr>
        <p:spPr>
          <a:xfrm flipH="1">
            <a:off x="7308188" y="127937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0" name="그룹 1039">
            <a:extLst>
              <a:ext uri="{FF2B5EF4-FFF2-40B4-BE49-F238E27FC236}">
                <a16:creationId xmlns:a16="http://schemas.microsoft.com/office/drawing/2014/main" id="{43250731-D964-FFBF-30B9-05F9360DF05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11355" y="1091006"/>
            <a:ext cx="57088" cy="108000"/>
            <a:chOff x="7604467" y="2108611"/>
            <a:chExt cx="122239" cy="239471"/>
          </a:xfrm>
        </p:grpSpPr>
        <p:grpSp>
          <p:nvGrpSpPr>
            <p:cNvPr id="1041" name="그룹 1040">
              <a:extLst>
                <a:ext uri="{FF2B5EF4-FFF2-40B4-BE49-F238E27FC236}">
                  <a16:creationId xmlns:a16="http://schemas.microsoft.com/office/drawing/2014/main" id="{04A82DB9-45E4-8411-F24B-B1D99FF6D781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45" name="직선 연결선 359">
                <a:extLst>
                  <a:ext uri="{FF2B5EF4-FFF2-40B4-BE49-F238E27FC236}">
                    <a16:creationId xmlns:a16="http://schemas.microsoft.com/office/drawing/2014/main" id="{3959DAB8-C0A0-EE20-D7F1-B4E449B2D06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6" name="직선 연결선 360">
                <a:extLst>
                  <a:ext uri="{FF2B5EF4-FFF2-40B4-BE49-F238E27FC236}">
                    <a16:creationId xmlns:a16="http://schemas.microsoft.com/office/drawing/2014/main" id="{8A2B6F14-467F-11B3-991F-39049FEFE7D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8" name="직선 연결선 361">
                <a:extLst>
                  <a:ext uri="{FF2B5EF4-FFF2-40B4-BE49-F238E27FC236}">
                    <a16:creationId xmlns:a16="http://schemas.microsoft.com/office/drawing/2014/main" id="{727E24E2-13C3-88F2-1242-548CD1E00BF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43" name="직선 연결선 363">
              <a:extLst>
                <a:ext uri="{FF2B5EF4-FFF2-40B4-BE49-F238E27FC236}">
                  <a16:creationId xmlns:a16="http://schemas.microsoft.com/office/drawing/2014/main" id="{47357F8A-660A-6753-CC42-F3B3F308E8E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49" name="그룹 1048">
            <a:extLst>
              <a:ext uri="{FF2B5EF4-FFF2-40B4-BE49-F238E27FC236}">
                <a16:creationId xmlns:a16="http://schemas.microsoft.com/office/drawing/2014/main" id="{1648758C-6474-0C44-4AB0-1FCB8732983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1225717"/>
            <a:ext cx="57088" cy="108000"/>
            <a:chOff x="7604467" y="2108611"/>
            <a:chExt cx="122239" cy="239471"/>
          </a:xfrm>
        </p:grpSpPr>
        <p:grpSp>
          <p:nvGrpSpPr>
            <p:cNvPr id="1051" name="그룹 1050">
              <a:extLst>
                <a:ext uri="{FF2B5EF4-FFF2-40B4-BE49-F238E27FC236}">
                  <a16:creationId xmlns:a16="http://schemas.microsoft.com/office/drawing/2014/main" id="{D7056EC4-DEC0-7509-691A-F414448E8DB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54" name="직선 연결선 359">
                <a:extLst>
                  <a:ext uri="{FF2B5EF4-FFF2-40B4-BE49-F238E27FC236}">
                    <a16:creationId xmlns:a16="http://schemas.microsoft.com/office/drawing/2014/main" id="{76527818-AC22-1068-8363-9D28EA13DDC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5" name="직선 연결선 360">
                <a:extLst>
                  <a:ext uri="{FF2B5EF4-FFF2-40B4-BE49-F238E27FC236}">
                    <a16:creationId xmlns:a16="http://schemas.microsoft.com/office/drawing/2014/main" id="{67879554-81A2-26AC-D611-C1171F35167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6" name="직선 연결선 361">
                <a:extLst>
                  <a:ext uri="{FF2B5EF4-FFF2-40B4-BE49-F238E27FC236}">
                    <a16:creationId xmlns:a16="http://schemas.microsoft.com/office/drawing/2014/main" id="{D48C68EA-36BC-55F8-1913-CBB2D250442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52" name="직선 연결선 363">
              <a:extLst>
                <a:ext uri="{FF2B5EF4-FFF2-40B4-BE49-F238E27FC236}">
                  <a16:creationId xmlns:a16="http://schemas.microsoft.com/office/drawing/2014/main" id="{0491746A-574F-4B47-BD78-65958B101E6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844F2A29-9490-7043-90CB-D8AD88845D89}"/>
              </a:ext>
            </a:extLst>
          </p:cNvPr>
          <p:cNvCxnSpPr>
            <a:cxnSpLocks/>
          </p:cNvCxnSpPr>
          <p:nvPr/>
        </p:nvCxnSpPr>
        <p:spPr>
          <a:xfrm>
            <a:off x="7799882" y="109015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3835506C-97C8-BBB6-EA60-568B1DC610AF}"/>
              </a:ext>
            </a:extLst>
          </p:cNvPr>
          <p:cNvCxnSpPr>
            <a:cxnSpLocks/>
          </p:cNvCxnSpPr>
          <p:nvPr/>
        </p:nvCxnSpPr>
        <p:spPr>
          <a:xfrm>
            <a:off x="7796875" y="122571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60" name="그룹 1059">
            <a:extLst>
              <a:ext uri="{FF2B5EF4-FFF2-40B4-BE49-F238E27FC236}">
                <a16:creationId xmlns:a16="http://schemas.microsoft.com/office/drawing/2014/main" id="{C1F0C4EC-2E35-E4DB-F4E1-54E8A5CD45B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631072" y="3616926"/>
            <a:ext cx="70242" cy="108000"/>
            <a:chOff x="7604467" y="2108611"/>
            <a:chExt cx="122239" cy="239471"/>
          </a:xfrm>
        </p:grpSpPr>
        <p:grpSp>
          <p:nvGrpSpPr>
            <p:cNvPr id="1061" name="그룹 1060">
              <a:extLst>
                <a:ext uri="{FF2B5EF4-FFF2-40B4-BE49-F238E27FC236}">
                  <a16:creationId xmlns:a16="http://schemas.microsoft.com/office/drawing/2014/main" id="{C300D6AE-963B-9737-7A85-24FAD67C62E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64" name="직선 연결선 359">
                <a:extLst>
                  <a:ext uri="{FF2B5EF4-FFF2-40B4-BE49-F238E27FC236}">
                    <a16:creationId xmlns:a16="http://schemas.microsoft.com/office/drawing/2014/main" id="{F55C4271-FF42-5619-A3F5-2140711A4DF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5" name="직선 연결선 360">
                <a:extLst>
                  <a:ext uri="{FF2B5EF4-FFF2-40B4-BE49-F238E27FC236}">
                    <a16:creationId xmlns:a16="http://schemas.microsoft.com/office/drawing/2014/main" id="{3E463A8F-DED7-E4C7-3FC0-48B57407EB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6" name="직선 연결선 361">
                <a:extLst>
                  <a:ext uri="{FF2B5EF4-FFF2-40B4-BE49-F238E27FC236}">
                    <a16:creationId xmlns:a16="http://schemas.microsoft.com/office/drawing/2014/main" id="{A3C9D630-5C6A-14C8-1F41-0807A64E365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63" name="직선 연결선 363">
              <a:extLst>
                <a:ext uri="{FF2B5EF4-FFF2-40B4-BE49-F238E27FC236}">
                  <a16:creationId xmlns:a16="http://schemas.microsoft.com/office/drawing/2014/main" id="{2EFC8293-5B0F-C202-C8D5-8E2E83E91DA9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21733485-E76A-C946-A59C-38AABF858CC0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1" name="그룹 1070">
            <a:extLst>
              <a:ext uri="{FF2B5EF4-FFF2-40B4-BE49-F238E27FC236}">
                <a16:creationId xmlns:a16="http://schemas.microsoft.com/office/drawing/2014/main" id="{F728B802-081E-6B08-900B-2029EA3721CF}"/>
              </a:ext>
            </a:extLst>
          </p:cNvPr>
          <p:cNvGrpSpPr>
            <a:grpSpLocks noChangeAspect="1"/>
          </p:cNvGrpSpPr>
          <p:nvPr/>
        </p:nvGrpSpPr>
        <p:grpSpPr>
          <a:xfrm>
            <a:off x="7795317" y="3870916"/>
            <a:ext cx="70242" cy="108000"/>
            <a:chOff x="7604467" y="2108611"/>
            <a:chExt cx="122239" cy="239471"/>
          </a:xfrm>
        </p:grpSpPr>
        <p:grpSp>
          <p:nvGrpSpPr>
            <p:cNvPr id="1072" name="그룹 1071">
              <a:extLst>
                <a:ext uri="{FF2B5EF4-FFF2-40B4-BE49-F238E27FC236}">
                  <a16:creationId xmlns:a16="http://schemas.microsoft.com/office/drawing/2014/main" id="{C92CEC7F-64DA-5FFD-054D-C14E586868C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76" name="직선 연결선 359">
                <a:extLst>
                  <a:ext uri="{FF2B5EF4-FFF2-40B4-BE49-F238E27FC236}">
                    <a16:creationId xmlns:a16="http://schemas.microsoft.com/office/drawing/2014/main" id="{CB7C25A9-1DC8-8CAB-B9F9-8F830DE3639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7" name="직선 연결선 360">
                <a:extLst>
                  <a:ext uri="{FF2B5EF4-FFF2-40B4-BE49-F238E27FC236}">
                    <a16:creationId xmlns:a16="http://schemas.microsoft.com/office/drawing/2014/main" id="{859D209E-7490-DCE4-C187-4821548D8CF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8" name="직선 연결선 361">
                <a:extLst>
                  <a:ext uri="{FF2B5EF4-FFF2-40B4-BE49-F238E27FC236}">
                    <a16:creationId xmlns:a16="http://schemas.microsoft.com/office/drawing/2014/main" id="{75616082-BF59-33A1-AEDE-28012BB7BC1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74" name="직선 연결선 363">
              <a:extLst>
                <a:ext uri="{FF2B5EF4-FFF2-40B4-BE49-F238E27FC236}">
                  <a16:creationId xmlns:a16="http://schemas.microsoft.com/office/drawing/2014/main" id="{9831C45F-72D8-8DCB-74CE-49090BFA828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F6DB62A8-0217-0705-3721-388C01B7A111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80" name="그룹 1079">
            <a:extLst>
              <a:ext uri="{FF2B5EF4-FFF2-40B4-BE49-F238E27FC236}">
                <a16:creationId xmlns:a16="http://schemas.microsoft.com/office/drawing/2014/main" id="{EB5989C4-5948-4AB1-E55F-8C4374B0A12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10414" y="5526708"/>
            <a:ext cx="57088" cy="108000"/>
            <a:chOff x="7604467" y="2108611"/>
            <a:chExt cx="122239" cy="239471"/>
          </a:xfrm>
        </p:grpSpPr>
        <p:grpSp>
          <p:nvGrpSpPr>
            <p:cNvPr id="1081" name="그룹 1080">
              <a:extLst>
                <a:ext uri="{FF2B5EF4-FFF2-40B4-BE49-F238E27FC236}">
                  <a16:creationId xmlns:a16="http://schemas.microsoft.com/office/drawing/2014/main" id="{A04A5992-ED10-4DD4-D15E-8FC1AEBC033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83" name="직선 연결선 359">
                <a:extLst>
                  <a:ext uri="{FF2B5EF4-FFF2-40B4-BE49-F238E27FC236}">
                    <a16:creationId xmlns:a16="http://schemas.microsoft.com/office/drawing/2014/main" id="{3B878F1B-B4AA-33C6-F354-474133B9FB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4" name="직선 연결선 360">
                <a:extLst>
                  <a:ext uri="{FF2B5EF4-FFF2-40B4-BE49-F238E27FC236}">
                    <a16:creationId xmlns:a16="http://schemas.microsoft.com/office/drawing/2014/main" id="{33A32DB9-4167-238D-47F9-3CF01A17B5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5" name="직선 연결선 361">
                <a:extLst>
                  <a:ext uri="{FF2B5EF4-FFF2-40B4-BE49-F238E27FC236}">
                    <a16:creationId xmlns:a16="http://schemas.microsoft.com/office/drawing/2014/main" id="{6D98B760-D33B-2C43-D3AB-2432AEBD798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82" name="직선 연결선 363">
              <a:extLst>
                <a:ext uri="{FF2B5EF4-FFF2-40B4-BE49-F238E27FC236}">
                  <a16:creationId xmlns:a16="http://schemas.microsoft.com/office/drawing/2014/main" id="{F5D61641-B82D-00A6-C90F-391C6514A23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86" name="그룹 1085">
            <a:extLst>
              <a:ext uri="{FF2B5EF4-FFF2-40B4-BE49-F238E27FC236}">
                <a16:creationId xmlns:a16="http://schemas.microsoft.com/office/drawing/2014/main" id="{F95B391E-A98D-75F1-CC58-4EBF4C4150B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665619"/>
            <a:ext cx="57088" cy="108000"/>
            <a:chOff x="7604467" y="2108611"/>
            <a:chExt cx="122239" cy="239471"/>
          </a:xfrm>
        </p:grpSpPr>
        <p:grpSp>
          <p:nvGrpSpPr>
            <p:cNvPr id="1087" name="그룹 1086">
              <a:extLst>
                <a:ext uri="{FF2B5EF4-FFF2-40B4-BE49-F238E27FC236}">
                  <a16:creationId xmlns:a16="http://schemas.microsoft.com/office/drawing/2014/main" id="{DA27E11C-82C1-7865-7FA2-02817F720CDD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69" name="직선 연결선 359">
                <a:extLst>
                  <a:ext uri="{FF2B5EF4-FFF2-40B4-BE49-F238E27FC236}">
                    <a16:creationId xmlns:a16="http://schemas.microsoft.com/office/drawing/2014/main" id="{61367701-67CB-4A0E-6D66-4F099513934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0" name="직선 연결선 360">
                <a:extLst>
                  <a:ext uri="{FF2B5EF4-FFF2-40B4-BE49-F238E27FC236}">
                    <a16:creationId xmlns:a16="http://schemas.microsoft.com/office/drawing/2014/main" id="{254F6C95-4147-74D2-3A6C-6BA62A6144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1" name="직선 연결선 361">
                <a:extLst>
                  <a:ext uri="{FF2B5EF4-FFF2-40B4-BE49-F238E27FC236}">
                    <a16:creationId xmlns:a16="http://schemas.microsoft.com/office/drawing/2014/main" id="{A109840D-B96C-2F26-7B9F-D247D473699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68" name="직선 연결선 363">
              <a:extLst>
                <a:ext uri="{FF2B5EF4-FFF2-40B4-BE49-F238E27FC236}">
                  <a16:creationId xmlns:a16="http://schemas.microsoft.com/office/drawing/2014/main" id="{76736FE6-E5D5-286B-AD3E-C486C4E2FAA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EB33863B-A230-AA49-D047-A17BE3B0E7AE}"/>
              </a:ext>
            </a:extLst>
          </p:cNvPr>
          <p:cNvCxnSpPr>
            <a:cxnSpLocks/>
          </p:cNvCxnSpPr>
          <p:nvPr/>
        </p:nvCxnSpPr>
        <p:spPr>
          <a:xfrm>
            <a:off x="7809440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50CFB1CA-244A-9EC4-6363-9734102D59E4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74" name="그룹 773">
            <a:extLst>
              <a:ext uri="{FF2B5EF4-FFF2-40B4-BE49-F238E27FC236}">
                <a16:creationId xmlns:a16="http://schemas.microsoft.com/office/drawing/2014/main" id="{9E8D285F-87FD-480F-C9B1-5B952356B4B0}"/>
              </a:ext>
            </a:extLst>
          </p:cNvPr>
          <p:cNvGrpSpPr>
            <a:grpSpLocks noChangeAspect="1"/>
          </p:cNvGrpSpPr>
          <p:nvPr/>
        </p:nvGrpSpPr>
        <p:grpSpPr>
          <a:xfrm>
            <a:off x="6531100" y="5663355"/>
            <a:ext cx="57088" cy="108000"/>
            <a:chOff x="7604467" y="2108611"/>
            <a:chExt cx="122239" cy="239471"/>
          </a:xfrm>
        </p:grpSpPr>
        <p:grpSp>
          <p:nvGrpSpPr>
            <p:cNvPr id="775" name="그룹 774">
              <a:extLst>
                <a:ext uri="{FF2B5EF4-FFF2-40B4-BE49-F238E27FC236}">
                  <a16:creationId xmlns:a16="http://schemas.microsoft.com/office/drawing/2014/main" id="{70D7D10A-E819-4102-A0E7-82161038A01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77" name="직선 연결선 359">
                <a:extLst>
                  <a:ext uri="{FF2B5EF4-FFF2-40B4-BE49-F238E27FC236}">
                    <a16:creationId xmlns:a16="http://schemas.microsoft.com/office/drawing/2014/main" id="{1099C51F-41BC-BEE3-742E-6C7A658C966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8" name="직선 연결선 360">
                <a:extLst>
                  <a:ext uri="{FF2B5EF4-FFF2-40B4-BE49-F238E27FC236}">
                    <a16:creationId xmlns:a16="http://schemas.microsoft.com/office/drawing/2014/main" id="{E2C12381-065E-171D-5EA0-76D8686C180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9" name="직선 연결선 361">
                <a:extLst>
                  <a:ext uri="{FF2B5EF4-FFF2-40B4-BE49-F238E27FC236}">
                    <a16:creationId xmlns:a16="http://schemas.microsoft.com/office/drawing/2014/main" id="{CCCCD90F-A56F-3784-7448-6B98DA0D272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76" name="직선 연결선 363">
              <a:extLst>
                <a:ext uri="{FF2B5EF4-FFF2-40B4-BE49-F238E27FC236}">
                  <a16:creationId xmlns:a16="http://schemas.microsoft.com/office/drawing/2014/main" id="{C5A5B367-3F6F-5D4F-863F-FDDED126E48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57A2B17B-7078-F387-6335-2439DDC7EF54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81" name="그룹 780">
            <a:extLst>
              <a:ext uri="{FF2B5EF4-FFF2-40B4-BE49-F238E27FC236}">
                <a16:creationId xmlns:a16="http://schemas.microsoft.com/office/drawing/2014/main" id="{3F52E18F-D74C-38BE-32DD-E8501289F4DE}"/>
              </a:ext>
            </a:extLst>
          </p:cNvPr>
          <p:cNvGrpSpPr>
            <a:grpSpLocks noChangeAspect="1"/>
          </p:cNvGrpSpPr>
          <p:nvPr/>
        </p:nvGrpSpPr>
        <p:grpSpPr>
          <a:xfrm>
            <a:off x="10357692" y="5780852"/>
            <a:ext cx="70242" cy="108000"/>
            <a:chOff x="7604467" y="2108611"/>
            <a:chExt cx="122239" cy="239471"/>
          </a:xfrm>
        </p:grpSpPr>
        <p:grpSp>
          <p:nvGrpSpPr>
            <p:cNvPr id="782" name="그룹 781">
              <a:extLst>
                <a:ext uri="{FF2B5EF4-FFF2-40B4-BE49-F238E27FC236}">
                  <a16:creationId xmlns:a16="http://schemas.microsoft.com/office/drawing/2014/main" id="{A16F803F-8216-4D68-7B27-B20133FC064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784" name="직선 연결선 359">
                <a:extLst>
                  <a:ext uri="{FF2B5EF4-FFF2-40B4-BE49-F238E27FC236}">
                    <a16:creationId xmlns:a16="http://schemas.microsoft.com/office/drawing/2014/main" id="{CE3C5F06-5654-C846-9156-BA1AB087591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5" name="직선 연결선 360">
                <a:extLst>
                  <a:ext uri="{FF2B5EF4-FFF2-40B4-BE49-F238E27FC236}">
                    <a16:creationId xmlns:a16="http://schemas.microsoft.com/office/drawing/2014/main" id="{D859FB02-BF4C-C176-233B-23BC4473E97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8" name="직선 연결선 361">
                <a:extLst>
                  <a:ext uri="{FF2B5EF4-FFF2-40B4-BE49-F238E27FC236}">
                    <a16:creationId xmlns:a16="http://schemas.microsoft.com/office/drawing/2014/main" id="{AEB6EF64-6AC0-5052-20C3-0BD53E77702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83" name="직선 연결선 363">
              <a:extLst>
                <a:ext uri="{FF2B5EF4-FFF2-40B4-BE49-F238E27FC236}">
                  <a16:creationId xmlns:a16="http://schemas.microsoft.com/office/drawing/2014/main" id="{1F43A906-80BA-9CAE-CB20-430467ED4A7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3A93327E-2A0B-C08D-51F8-C92C284F0C27}"/>
              </a:ext>
            </a:extLst>
          </p:cNvPr>
          <p:cNvCxnSpPr>
            <a:cxnSpLocks/>
          </p:cNvCxnSpPr>
          <p:nvPr/>
        </p:nvCxnSpPr>
        <p:spPr>
          <a:xfrm>
            <a:off x="865788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8" name="직선 연결선 351">
            <a:extLst>
              <a:ext uri="{FF2B5EF4-FFF2-40B4-BE49-F238E27FC236}">
                <a16:creationId xmlns:a16="http://schemas.microsoft.com/office/drawing/2014/main" id="{68A7D2D5-AE83-2F09-B046-E5036E7A60DC}"/>
              </a:ext>
            </a:extLst>
          </p:cNvPr>
          <p:cNvCxnSpPr>
            <a:cxnSpLocks/>
          </p:cNvCxnSpPr>
          <p:nvPr/>
        </p:nvCxnSpPr>
        <p:spPr>
          <a:xfrm>
            <a:off x="5253037" y="386892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12" name="그룹 811">
            <a:extLst>
              <a:ext uri="{FF2B5EF4-FFF2-40B4-BE49-F238E27FC236}">
                <a16:creationId xmlns:a16="http://schemas.microsoft.com/office/drawing/2014/main" id="{A59AA38C-E460-DB92-8B5B-76F1EBE0D51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759390" y="3691847"/>
            <a:ext cx="57088" cy="108000"/>
            <a:chOff x="7604467" y="2108611"/>
            <a:chExt cx="122239" cy="239471"/>
          </a:xfrm>
        </p:grpSpPr>
        <p:grpSp>
          <p:nvGrpSpPr>
            <p:cNvPr id="813" name="그룹 812">
              <a:extLst>
                <a:ext uri="{FF2B5EF4-FFF2-40B4-BE49-F238E27FC236}">
                  <a16:creationId xmlns:a16="http://schemas.microsoft.com/office/drawing/2014/main" id="{B7E0F81A-D49C-1AFE-5F68-69AC20C5F84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816" name="직선 연결선 359">
                <a:extLst>
                  <a:ext uri="{FF2B5EF4-FFF2-40B4-BE49-F238E27FC236}">
                    <a16:creationId xmlns:a16="http://schemas.microsoft.com/office/drawing/2014/main" id="{345BDDBF-2CC9-5406-9C18-CC62C52547E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3" name="직선 연결선 360">
                <a:extLst>
                  <a:ext uri="{FF2B5EF4-FFF2-40B4-BE49-F238E27FC236}">
                    <a16:creationId xmlns:a16="http://schemas.microsoft.com/office/drawing/2014/main" id="{C8D6EF56-A321-977F-E517-179A8CBE246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4" name="직선 연결선 361">
                <a:extLst>
                  <a:ext uri="{FF2B5EF4-FFF2-40B4-BE49-F238E27FC236}">
                    <a16:creationId xmlns:a16="http://schemas.microsoft.com/office/drawing/2014/main" id="{2A87A6A4-0EB0-E64B-A1FC-E8BCB022891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4" name="직선 연결선 363">
              <a:extLst>
                <a:ext uri="{FF2B5EF4-FFF2-40B4-BE49-F238E27FC236}">
                  <a16:creationId xmlns:a16="http://schemas.microsoft.com/office/drawing/2014/main" id="{E1C0650D-99F6-FBB5-5588-C3942F77120D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A8A4BA27-A6BF-1A74-A298-85AC795241C4}"/>
              </a:ext>
            </a:extLst>
          </p:cNvPr>
          <p:cNvCxnSpPr>
            <a:cxnSpLocks/>
          </p:cNvCxnSpPr>
          <p:nvPr/>
        </p:nvCxnSpPr>
        <p:spPr>
          <a:xfrm>
            <a:off x="10733934" y="412452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EE44AE4B-414B-570A-A440-12FED1943C5B}"/>
              </a:ext>
            </a:extLst>
          </p:cNvPr>
          <p:cNvGrpSpPr>
            <a:grpSpLocks noChangeAspect="1"/>
          </p:cNvGrpSpPr>
          <p:nvPr/>
        </p:nvGrpSpPr>
        <p:grpSpPr>
          <a:xfrm>
            <a:off x="10279867" y="340771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F48EC670-809B-D02F-C996-B3C88D27F38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5AA5C069-B74B-7237-1AE1-911A4F5066F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AA4A08CB-CD9D-8DA7-DD72-FE662F601C8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511C2BFD-DFFA-B39E-03A8-E8A360BA788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0C5205F5-A3DA-05E0-5A99-571649C4A02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668399A6-8EB8-3D0A-ECCC-4590AF6B4BF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24730F9D-4702-8FC4-F72C-C2E44B41290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1455" y="352275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69233687-7372-C224-E5E2-C2F5E28B2D8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B44073FE-EC11-5D07-FD1C-C8903A297E5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411D1FBF-BB20-A8AA-E0F4-E5521A1A60E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7BE0EEBE-2114-BC66-B9AE-DA2DCA0A5AE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09B35484-C9FE-0D70-31EF-C424DA0BC27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734EB1F8-8A6B-2AD1-587E-760C1E94641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3399A91C-6D83-BD84-4BDA-E65A291D683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515046" y="373939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CF0912DB-4C5F-1EA1-10E2-58E957F0D7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C67F598D-CDA6-2827-530B-F6B2DF2AA9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766A7983-DA95-9F7B-2234-67B28A132E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0FD4D44E-E233-71D8-E348-CD119192724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06A00005-B574-6352-EA17-DB723838226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6848EB7A-2756-4E56-7FD8-AA9DCC5E643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67" name="직선 연결선 351">
            <a:extLst>
              <a:ext uri="{FF2B5EF4-FFF2-40B4-BE49-F238E27FC236}">
                <a16:creationId xmlns:a16="http://schemas.microsoft.com/office/drawing/2014/main" id="{00773F75-2377-14B0-1010-8135FAED61BB}"/>
              </a:ext>
            </a:extLst>
          </p:cNvPr>
          <p:cNvCxnSpPr>
            <a:cxnSpLocks/>
          </p:cNvCxnSpPr>
          <p:nvPr/>
        </p:nvCxnSpPr>
        <p:spPr>
          <a:xfrm>
            <a:off x="9916414" y="38668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8" name="직선 연결선 351">
            <a:extLst>
              <a:ext uri="{FF2B5EF4-FFF2-40B4-BE49-F238E27FC236}">
                <a16:creationId xmlns:a16="http://schemas.microsoft.com/office/drawing/2014/main" id="{44C02509-935F-2FA1-53E1-9140B46C69B7}"/>
              </a:ext>
            </a:extLst>
          </p:cNvPr>
          <p:cNvCxnSpPr>
            <a:cxnSpLocks/>
          </p:cNvCxnSpPr>
          <p:nvPr/>
        </p:nvCxnSpPr>
        <p:spPr>
          <a:xfrm>
            <a:off x="8387831" y="364638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4" name="직선 연결선 351">
            <a:extLst>
              <a:ext uri="{FF2B5EF4-FFF2-40B4-BE49-F238E27FC236}">
                <a16:creationId xmlns:a16="http://schemas.microsoft.com/office/drawing/2014/main" id="{FA51D5FB-87FF-8A82-8242-A265527C7E6D}"/>
              </a:ext>
            </a:extLst>
          </p:cNvPr>
          <p:cNvCxnSpPr>
            <a:cxnSpLocks/>
          </p:cNvCxnSpPr>
          <p:nvPr/>
        </p:nvCxnSpPr>
        <p:spPr>
          <a:xfrm>
            <a:off x="5799439" y="36473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ACBECE94-28E3-1CFF-2873-901CFA552537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E5299FB1-DC95-E316-897F-AEB1AFEA302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A8D19AF4-B076-6DF1-6845-6C5480F3522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EF19EFEB-24CB-8E41-46A4-FE7954BDA2F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DEA6F0E3-CA20-D197-B488-CCCBD769BBA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4DAC576B-C023-0BBE-EED0-6A94CB0D679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4BEBADBE-F600-A9ED-1E6D-953FEF91D2E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41A2FEF0-ED6F-898E-BB3D-80549E2BC755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7" name="직선 연결선 351">
            <a:extLst>
              <a:ext uri="{FF2B5EF4-FFF2-40B4-BE49-F238E27FC236}">
                <a16:creationId xmlns:a16="http://schemas.microsoft.com/office/drawing/2014/main" id="{CD6D76F9-2589-8CDC-132B-80F6B414A15A}"/>
              </a:ext>
            </a:extLst>
          </p:cNvPr>
          <p:cNvCxnSpPr>
            <a:cxnSpLocks/>
          </p:cNvCxnSpPr>
          <p:nvPr/>
        </p:nvCxnSpPr>
        <p:spPr>
          <a:xfrm>
            <a:off x="5258830" y="606263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88" name="그룹 887">
            <a:extLst>
              <a:ext uri="{FF2B5EF4-FFF2-40B4-BE49-F238E27FC236}">
                <a16:creationId xmlns:a16="http://schemas.microsoft.com/office/drawing/2014/main" id="{4E1BC2A1-2AFF-CC6A-9822-A968E9F0477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151" y="4158316"/>
            <a:ext cx="57088" cy="108000"/>
            <a:chOff x="7604467" y="2108611"/>
            <a:chExt cx="122239" cy="239471"/>
          </a:xfrm>
        </p:grpSpPr>
        <p:grpSp>
          <p:nvGrpSpPr>
            <p:cNvPr id="890" name="그룹 889">
              <a:extLst>
                <a:ext uri="{FF2B5EF4-FFF2-40B4-BE49-F238E27FC236}">
                  <a16:creationId xmlns:a16="http://schemas.microsoft.com/office/drawing/2014/main" id="{54DDE0F2-A895-17FF-67C2-5D1745BFDD5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893" name="직선 연결선 359">
                <a:extLst>
                  <a:ext uri="{FF2B5EF4-FFF2-40B4-BE49-F238E27FC236}">
                    <a16:creationId xmlns:a16="http://schemas.microsoft.com/office/drawing/2014/main" id="{724EF330-5F87-15DA-8DD3-BB3821C104F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8" name="직선 연결선 360">
                <a:extLst>
                  <a:ext uri="{FF2B5EF4-FFF2-40B4-BE49-F238E27FC236}">
                    <a16:creationId xmlns:a16="http://schemas.microsoft.com/office/drawing/2014/main" id="{936D96CD-EF0A-7887-8988-C74B825438D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9" name="직선 연결선 361">
                <a:extLst>
                  <a:ext uri="{FF2B5EF4-FFF2-40B4-BE49-F238E27FC236}">
                    <a16:creationId xmlns:a16="http://schemas.microsoft.com/office/drawing/2014/main" id="{582E29E0-95C7-F17A-1634-30C313C1AC3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92" name="직선 연결선 363">
              <a:extLst>
                <a:ext uri="{FF2B5EF4-FFF2-40B4-BE49-F238E27FC236}">
                  <a16:creationId xmlns:a16="http://schemas.microsoft.com/office/drawing/2014/main" id="{D9FC8C00-BF6B-DB4B-8DB7-7BC00BAF0E1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0" name="그룹 1089">
            <a:extLst>
              <a:ext uri="{FF2B5EF4-FFF2-40B4-BE49-F238E27FC236}">
                <a16:creationId xmlns:a16="http://schemas.microsoft.com/office/drawing/2014/main" id="{F3DEB857-5B91-B971-F163-94EF0E30F1C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5080" y="5658592"/>
            <a:ext cx="57088" cy="108000"/>
            <a:chOff x="7604467" y="2108611"/>
            <a:chExt cx="122239" cy="239471"/>
          </a:xfrm>
        </p:grpSpPr>
        <p:grpSp>
          <p:nvGrpSpPr>
            <p:cNvPr id="1091" name="그룹 1090">
              <a:extLst>
                <a:ext uri="{FF2B5EF4-FFF2-40B4-BE49-F238E27FC236}">
                  <a16:creationId xmlns:a16="http://schemas.microsoft.com/office/drawing/2014/main" id="{C403AA7D-2904-1893-D990-B2CF899360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93" name="직선 연결선 359">
                <a:extLst>
                  <a:ext uri="{FF2B5EF4-FFF2-40B4-BE49-F238E27FC236}">
                    <a16:creationId xmlns:a16="http://schemas.microsoft.com/office/drawing/2014/main" id="{1B091C2E-94E0-8699-99FB-A97E905E489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4" name="직선 연결선 360">
                <a:extLst>
                  <a:ext uri="{FF2B5EF4-FFF2-40B4-BE49-F238E27FC236}">
                    <a16:creationId xmlns:a16="http://schemas.microsoft.com/office/drawing/2014/main" id="{25436F1F-5373-4475-8AE5-64E1AF5448C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5" name="직선 연결선 361">
                <a:extLst>
                  <a:ext uri="{FF2B5EF4-FFF2-40B4-BE49-F238E27FC236}">
                    <a16:creationId xmlns:a16="http://schemas.microsoft.com/office/drawing/2014/main" id="{EB320A01-FD6B-6CF4-58E1-00829A29581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92" name="직선 연결선 363">
              <a:extLst>
                <a:ext uri="{FF2B5EF4-FFF2-40B4-BE49-F238E27FC236}">
                  <a16:creationId xmlns:a16="http://schemas.microsoft.com/office/drawing/2014/main" id="{D870385C-F806-4C7D-B778-7AEB69A54A4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6" name="그룹 1095">
            <a:extLst>
              <a:ext uri="{FF2B5EF4-FFF2-40B4-BE49-F238E27FC236}">
                <a16:creationId xmlns:a16="http://schemas.microsoft.com/office/drawing/2014/main" id="{D3FDF982-456C-2AD8-0DAA-982BF844C1F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2978" y="6075176"/>
            <a:ext cx="57088" cy="108000"/>
            <a:chOff x="7604467" y="2108611"/>
            <a:chExt cx="122239" cy="239471"/>
          </a:xfrm>
        </p:grpSpPr>
        <p:grpSp>
          <p:nvGrpSpPr>
            <p:cNvPr id="1097" name="그룹 1096">
              <a:extLst>
                <a:ext uri="{FF2B5EF4-FFF2-40B4-BE49-F238E27FC236}">
                  <a16:creationId xmlns:a16="http://schemas.microsoft.com/office/drawing/2014/main" id="{2753D0C9-EA3F-07C9-8B1F-A535F4D1F65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99" name="직선 연결선 359">
                <a:extLst>
                  <a:ext uri="{FF2B5EF4-FFF2-40B4-BE49-F238E27FC236}">
                    <a16:creationId xmlns:a16="http://schemas.microsoft.com/office/drawing/2014/main" id="{8AE549A6-AD69-A963-F2BA-90BA97729E0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0" name="직선 연결선 360">
                <a:extLst>
                  <a:ext uri="{FF2B5EF4-FFF2-40B4-BE49-F238E27FC236}">
                    <a16:creationId xmlns:a16="http://schemas.microsoft.com/office/drawing/2014/main" id="{3F79D469-D347-E02A-CDEB-6F1B5A36BFC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1" name="직선 연결선 361">
                <a:extLst>
                  <a:ext uri="{FF2B5EF4-FFF2-40B4-BE49-F238E27FC236}">
                    <a16:creationId xmlns:a16="http://schemas.microsoft.com/office/drawing/2014/main" id="{D45EE016-4085-0555-72C3-F776E5EE274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98" name="직선 연결선 363">
              <a:extLst>
                <a:ext uri="{FF2B5EF4-FFF2-40B4-BE49-F238E27FC236}">
                  <a16:creationId xmlns:a16="http://schemas.microsoft.com/office/drawing/2014/main" id="{1316FE30-2268-ED69-6F88-7A07146EAD7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02" name="그룹 1101">
            <a:extLst>
              <a:ext uri="{FF2B5EF4-FFF2-40B4-BE49-F238E27FC236}">
                <a16:creationId xmlns:a16="http://schemas.microsoft.com/office/drawing/2014/main" id="{D51818E7-1E6A-B284-3DD7-66424964711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31539" y="5072535"/>
            <a:ext cx="57088" cy="108000"/>
            <a:chOff x="7604467" y="2108611"/>
            <a:chExt cx="122239" cy="239471"/>
          </a:xfrm>
        </p:grpSpPr>
        <p:grpSp>
          <p:nvGrpSpPr>
            <p:cNvPr id="1103" name="그룹 1102">
              <a:extLst>
                <a:ext uri="{FF2B5EF4-FFF2-40B4-BE49-F238E27FC236}">
                  <a16:creationId xmlns:a16="http://schemas.microsoft.com/office/drawing/2014/main" id="{4AB35968-7F5D-419E-9206-A232DA9C98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05" name="직선 연결선 359">
                <a:extLst>
                  <a:ext uri="{FF2B5EF4-FFF2-40B4-BE49-F238E27FC236}">
                    <a16:creationId xmlns:a16="http://schemas.microsoft.com/office/drawing/2014/main" id="{7FF147E0-13FD-D5FF-A65A-4FE30306764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6" name="직선 연결선 360">
                <a:extLst>
                  <a:ext uri="{FF2B5EF4-FFF2-40B4-BE49-F238E27FC236}">
                    <a16:creationId xmlns:a16="http://schemas.microsoft.com/office/drawing/2014/main" id="{A0C03F86-F272-23C2-7073-CB2E5F85195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7" name="직선 연결선 361">
                <a:extLst>
                  <a:ext uri="{FF2B5EF4-FFF2-40B4-BE49-F238E27FC236}">
                    <a16:creationId xmlns:a16="http://schemas.microsoft.com/office/drawing/2014/main" id="{7B2BC0FA-581B-2607-245D-11404EB535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04" name="직선 연결선 363">
              <a:extLst>
                <a:ext uri="{FF2B5EF4-FFF2-40B4-BE49-F238E27FC236}">
                  <a16:creationId xmlns:a16="http://schemas.microsoft.com/office/drawing/2014/main" id="{EA871989-B4C4-FD33-F7BE-4DACBDDE1F9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07652872-5173-3F9D-3F70-BA1C3FE24544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3A5DE634-C5DD-C5D9-49CD-E6BCD9BDA8C5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897F3C8B-F6BD-12F6-2402-3CED47489AE5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14" name="그룹 1113">
            <a:extLst>
              <a:ext uri="{FF2B5EF4-FFF2-40B4-BE49-F238E27FC236}">
                <a16:creationId xmlns:a16="http://schemas.microsoft.com/office/drawing/2014/main" id="{15D0CDBE-7887-12E9-E89B-6EBA0381EA9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196462" y="5911526"/>
            <a:ext cx="57088" cy="108000"/>
            <a:chOff x="7604467" y="2108611"/>
            <a:chExt cx="122239" cy="239471"/>
          </a:xfrm>
        </p:grpSpPr>
        <p:grpSp>
          <p:nvGrpSpPr>
            <p:cNvPr id="1115" name="그룹 1114">
              <a:extLst>
                <a:ext uri="{FF2B5EF4-FFF2-40B4-BE49-F238E27FC236}">
                  <a16:creationId xmlns:a16="http://schemas.microsoft.com/office/drawing/2014/main" id="{A71D38D2-D232-21B2-2537-47441BA6730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17" name="직선 연결선 359">
                <a:extLst>
                  <a:ext uri="{FF2B5EF4-FFF2-40B4-BE49-F238E27FC236}">
                    <a16:creationId xmlns:a16="http://schemas.microsoft.com/office/drawing/2014/main" id="{517D1AF2-5FC7-AC2B-09BB-425A58BC89D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8" name="직선 연결선 360">
                <a:extLst>
                  <a:ext uri="{FF2B5EF4-FFF2-40B4-BE49-F238E27FC236}">
                    <a16:creationId xmlns:a16="http://schemas.microsoft.com/office/drawing/2014/main" id="{8B5D78C1-B8D3-87A6-A609-B6E6F658990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9" name="직선 연결선 361">
                <a:extLst>
                  <a:ext uri="{FF2B5EF4-FFF2-40B4-BE49-F238E27FC236}">
                    <a16:creationId xmlns:a16="http://schemas.microsoft.com/office/drawing/2014/main" id="{CDBC83E1-D993-0E0B-D63E-B5E2D7F27AB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16" name="직선 연결선 363">
              <a:extLst>
                <a:ext uri="{FF2B5EF4-FFF2-40B4-BE49-F238E27FC236}">
                  <a16:creationId xmlns:a16="http://schemas.microsoft.com/office/drawing/2014/main" id="{0D45F9A2-623E-4BB1-26C6-E145F142FC2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E2655A8A-ADEC-B4E2-74F5-6DDEFDA141A2}"/>
              </a:ext>
            </a:extLst>
          </p:cNvPr>
          <p:cNvCxnSpPr>
            <a:cxnSpLocks/>
          </p:cNvCxnSpPr>
          <p:nvPr/>
        </p:nvCxnSpPr>
        <p:spPr>
          <a:xfrm>
            <a:off x="4176855" y="629228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C9E45247-38A9-2D4A-CB6B-E09F95F26959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22" name="그룹 1121">
            <a:extLst>
              <a:ext uri="{FF2B5EF4-FFF2-40B4-BE49-F238E27FC236}">
                <a16:creationId xmlns:a16="http://schemas.microsoft.com/office/drawing/2014/main" id="{68B6A0CF-E9D7-A0A7-5C26-B05C1759703D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85762" y="2756384"/>
            <a:ext cx="57088" cy="108000"/>
            <a:chOff x="7604467" y="2108611"/>
            <a:chExt cx="122239" cy="239471"/>
          </a:xfrm>
        </p:grpSpPr>
        <p:grpSp>
          <p:nvGrpSpPr>
            <p:cNvPr id="1123" name="그룹 1122">
              <a:extLst>
                <a:ext uri="{FF2B5EF4-FFF2-40B4-BE49-F238E27FC236}">
                  <a16:creationId xmlns:a16="http://schemas.microsoft.com/office/drawing/2014/main" id="{00BB6B38-F0F2-C0CD-5522-FF5310CCBAC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25" name="직선 연결선 359">
                <a:extLst>
                  <a:ext uri="{FF2B5EF4-FFF2-40B4-BE49-F238E27FC236}">
                    <a16:creationId xmlns:a16="http://schemas.microsoft.com/office/drawing/2014/main" id="{99CDD9DD-8D8C-D510-6D18-4AD33A5B2A6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6" name="직선 연결선 360">
                <a:extLst>
                  <a:ext uri="{FF2B5EF4-FFF2-40B4-BE49-F238E27FC236}">
                    <a16:creationId xmlns:a16="http://schemas.microsoft.com/office/drawing/2014/main" id="{6FB5C044-B5DF-20BD-9991-757A4D4208E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7" name="직선 연결선 361">
                <a:extLst>
                  <a:ext uri="{FF2B5EF4-FFF2-40B4-BE49-F238E27FC236}">
                    <a16:creationId xmlns:a16="http://schemas.microsoft.com/office/drawing/2014/main" id="{687368B1-C656-E948-1A7A-0D53960C06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24" name="직선 연결선 363">
              <a:extLst>
                <a:ext uri="{FF2B5EF4-FFF2-40B4-BE49-F238E27FC236}">
                  <a16:creationId xmlns:a16="http://schemas.microsoft.com/office/drawing/2014/main" id="{98D01061-036A-8572-4D4F-04E108EEC46A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28" name="그룹 1127">
            <a:extLst>
              <a:ext uri="{FF2B5EF4-FFF2-40B4-BE49-F238E27FC236}">
                <a16:creationId xmlns:a16="http://schemas.microsoft.com/office/drawing/2014/main" id="{81793577-56BE-EF31-0ADE-9A0776F90D7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90766" y="2503450"/>
            <a:ext cx="57088" cy="108000"/>
            <a:chOff x="7604467" y="2108611"/>
            <a:chExt cx="122239" cy="239471"/>
          </a:xfrm>
        </p:grpSpPr>
        <p:grpSp>
          <p:nvGrpSpPr>
            <p:cNvPr id="1129" name="그룹 1128">
              <a:extLst>
                <a:ext uri="{FF2B5EF4-FFF2-40B4-BE49-F238E27FC236}">
                  <a16:creationId xmlns:a16="http://schemas.microsoft.com/office/drawing/2014/main" id="{4EE1F2F2-894E-8830-E9C0-1594EFBA075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1" name="직선 연결선 359">
                <a:extLst>
                  <a:ext uri="{FF2B5EF4-FFF2-40B4-BE49-F238E27FC236}">
                    <a16:creationId xmlns:a16="http://schemas.microsoft.com/office/drawing/2014/main" id="{E606E745-0123-29B9-0FF5-1F3EF46453A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2" name="직선 연결선 360">
                <a:extLst>
                  <a:ext uri="{FF2B5EF4-FFF2-40B4-BE49-F238E27FC236}">
                    <a16:creationId xmlns:a16="http://schemas.microsoft.com/office/drawing/2014/main" id="{1F2763C5-6F9D-A03F-9F5A-5BC6597DFFE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3" name="직선 연결선 361">
                <a:extLst>
                  <a:ext uri="{FF2B5EF4-FFF2-40B4-BE49-F238E27FC236}">
                    <a16:creationId xmlns:a16="http://schemas.microsoft.com/office/drawing/2014/main" id="{0AAA28C4-7AEF-EE4A-B92A-C80FA64607F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0" name="직선 연결선 363">
              <a:extLst>
                <a:ext uri="{FF2B5EF4-FFF2-40B4-BE49-F238E27FC236}">
                  <a16:creationId xmlns:a16="http://schemas.microsoft.com/office/drawing/2014/main" id="{33FA2792-81FD-24D9-0805-EB8498CE3ED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C795CA89-8B81-E953-8677-7DFEA6DD610D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04122A82-9B06-AE00-A2F0-4E367379E7C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2254CB15-CC90-A52D-AF0D-B6063F1CC75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2C60C3C3-BA39-5732-59DC-1F46BF58783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154B9F2F-F92C-AB43-2170-86D8800957A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170EF4A0-62D1-77B6-CE29-0BC3634643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D24F9BDA-766D-5F41-03BE-CC1E8F1C5DA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03361364-384E-95F0-A6FE-B661516E71D9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46" name="그룹 1145">
            <a:extLst>
              <a:ext uri="{FF2B5EF4-FFF2-40B4-BE49-F238E27FC236}">
                <a16:creationId xmlns:a16="http://schemas.microsoft.com/office/drawing/2014/main" id="{18D955A6-CAEF-D454-A04D-FD0C5AC2F82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919644" y="5011645"/>
            <a:ext cx="57088" cy="108000"/>
            <a:chOff x="7604467" y="2108611"/>
            <a:chExt cx="122239" cy="239471"/>
          </a:xfrm>
        </p:grpSpPr>
        <p:grpSp>
          <p:nvGrpSpPr>
            <p:cNvPr id="1147" name="그룹 1146">
              <a:extLst>
                <a:ext uri="{FF2B5EF4-FFF2-40B4-BE49-F238E27FC236}">
                  <a16:creationId xmlns:a16="http://schemas.microsoft.com/office/drawing/2014/main" id="{1AA3CF74-6881-54DA-403F-829170DFAD4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49" name="직선 연결선 359">
                <a:extLst>
                  <a:ext uri="{FF2B5EF4-FFF2-40B4-BE49-F238E27FC236}">
                    <a16:creationId xmlns:a16="http://schemas.microsoft.com/office/drawing/2014/main" id="{809B5D38-C1B3-5D66-E64A-70060D7A3E4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0" name="직선 연결선 360">
                <a:extLst>
                  <a:ext uri="{FF2B5EF4-FFF2-40B4-BE49-F238E27FC236}">
                    <a16:creationId xmlns:a16="http://schemas.microsoft.com/office/drawing/2014/main" id="{B954D9D6-5532-8842-36E2-1315900A8CA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1" name="직선 연결선 361">
                <a:extLst>
                  <a:ext uri="{FF2B5EF4-FFF2-40B4-BE49-F238E27FC236}">
                    <a16:creationId xmlns:a16="http://schemas.microsoft.com/office/drawing/2014/main" id="{EB341619-08AF-E838-9BD5-5DC78446212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48" name="직선 연결선 363">
              <a:extLst>
                <a:ext uri="{FF2B5EF4-FFF2-40B4-BE49-F238E27FC236}">
                  <a16:creationId xmlns:a16="http://schemas.microsoft.com/office/drawing/2014/main" id="{BD91EF40-496A-A924-F803-7F76F18D036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2915488D-F57E-D992-6457-10BC80F748D2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53" name="그룹 1152">
            <a:extLst>
              <a:ext uri="{FF2B5EF4-FFF2-40B4-BE49-F238E27FC236}">
                <a16:creationId xmlns:a16="http://schemas.microsoft.com/office/drawing/2014/main" id="{EAEC08E8-B79E-F376-A159-DB72E8F7A37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86982" y="4522557"/>
            <a:ext cx="57088" cy="108000"/>
            <a:chOff x="7604467" y="2108611"/>
            <a:chExt cx="122239" cy="239471"/>
          </a:xfrm>
        </p:grpSpPr>
        <p:grpSp>
          <p:nvGrpSpPr>
            <p:cNvPr id="1154" name="그룹 1153">
              <a:extLst>
                <a:ext uri="{FF2B5EF4-FFF2-40B4-BE49-F238E27FC236}">
                  <a16:creationId xmlns:a16="http://schemas.microsoft.com/office/drawing/2014/main" id="{DC6B84D2-DE2C-5DE1-4D8A-6C11C5151FE2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56" name="직선 연결선 359">
                <a:extLst>
                  <a:ext uri="{FF2B5EF4-FFF2-40B4-BE49-F238E27FC236}">
                    <a16:creationId xmlns:a16="http://schemas.microsoft.com/office/drawing/2014/main" id="{363028CE-186C-6903-8D63-27F17DE9805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7" name="직선 연결선 360">
                <a:extLst>
                  <a:ext uri="{FF2B5EF4-FFF2-40B4-BE49-F238E27FC236}">
                    <a16:creationId xmlns:a16="http://schemas.microsoft.com/office/drawing/2014/main" id="{2EB2F532-1A1D-90BF-2FB1-CAD9870A136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8" name="직선 연결선 361">
                <a:extLst>
                  <a:ext uri="{FF2B5EF4-FFF2-40B4-BE49-F238E27FC236}">
                    <a16:creationId xmlns:a16="http://schemas.microsoft.com/office/drawing/2014/main" id="{24A89134-9D32-DFD1-733C-F720BD22815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55" name="직선 연결선 363">
              <a:extLst>
                <a:ext uri="{FF2B5EF4-FFF2-40B4-BE49-F238E27FC236}">
                  <a16:creationId xmlns:a16="http://schemas.microsoft.com/office/drawing/2014/main" id="{19E903B0-DFBB-9038-1037-C023065BD5D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AD938784-4B58-371F-ADFF-5FAAC22A0C10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60" name="그룹 1159">
            <a:extLst>
              <a:ext uri="{FF2B5EF4-FFF2-40B4-BE49-F238E27FC236}">
                <a16:creationId xmlns:a16="http://schemas.microsoft.com/office/drawing/2014/main" id="{1D8E3D9E-DB33-AF3A-DC67-D2C2BED4F28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45763" y="2754037"/>
            <a:ext cx="57088" cy="108000"/>
            <a:chOff x="7604467" y="2108611"/>
            <a:chExt cx="122239" cy="239471"/>
          </a:xfrm>
        </p:grpSpPr>
        <p:grpSp>
          <p:nvGrpSpPr>
            <p:cNvPr id="1161" name="그룹 1160">
              <a:extLst>
                <a:ext uri="{FF2B5EF4-FFF2-40B4-BE49-F238E27FC236}">
                  <a16:creationId xmlns:a16="http://schemas.microsoft.com/office/drawing/2014/main" id="{EFEC8423-DDAA-983D-DFFA-ECE27C6D99D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63" name="직선 연결선 359">
                <a:extLst>
                  <a:ext uri="{FF2B5EF4-FFF2-40B4-BE49-F238E27FC236}">
                    <a16:creationId xmlns:a16="http://schemas.microsoft.com/office/drawing/2014/main" id="{70BAC03A-5901-99B1-E1DA-D83C5A59F9D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4" name="직선 연결선 360">
                <a:extLst>
                  <a:ext uri="{FF2B5EF4-FFF2-40B4-BE49-F238E27FC236}">
                    <a16:creationId xmlns:a16="http://schemas.microsoft.com/office/drawing/2014/main" id="{0CB75104-7DB4-622E-93DB-4E94B276418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5" name="직선 연결선 361">
                <a:extLst>
                  <a:ext uri="{FF2B5EF4-FFF2-40B4-BE49-F238E27FC236}">
                    <a16:creationId xmlns:a16="http://schemas.microsoft.com/office/drawing/2014/main" id="{F8CCE0EA-37AE-6263-979A-DFA98CB8B84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62" name="직선 연결선 363">
              <a:extLst>
                <a:ext uri="{FF2B5EF4-FFF2-40B4-BE49-F238E27FC236}">
                  <a16:creationId xmlns:a16="http://schemas.microsoft.com/office/drawing/2014/main" id="{6FC144F7-5B1D-AD4E-68AD-7A5F694B170C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59181CAD-D365-B23B-B05A-99B8FB216B1E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67" name="그룹 1166">
            <a:extLst>
              <a:ext uri="{FF2B5EF4-FFF2-40B4-BE49-F238E27FC236}">
                <a16:creationId xmlns:a16="http://schemas.microsoft.com/office/drawing/2014/main" id="{E0B338A2-EEDE-E14D-B280-89CB70CEB7E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57088" cy="108000"/>
            <a:chOff x="7604467" y="2108611"/>
            <a:chExt cx="122239" cy="239471"/>
          </a:xfrm>
        </p:grpSpPr>
        <p:grpSp>
          <p:nvGrpSpPr>
            <p:cNvPr id="1168" name="그룹 1167">
              <a:extLst>
                <a:ext uri="{FF2B5EF4-FFF2-40B4-BE49-F238E27FC236}">
                  <a16:creationId xmlns:a16="http://schemas.microsoft.com/office/drawing/2014/main" id="{A2F2967A-B68A-AF91-5A25-419045E96517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70" name="직선 연결선 359">
                <a:extLst>
                  <a:ext uri="{FF2B5EF4-FFF2-40B4-BE49-F238E27FC236}">
                    <a16:creationId xmlns:a16="http://schemas.microsoft.com/office/drawing/2014/main" id="{570B68B7-0509-5394-9F44-A03ED57A19E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1" name="직선 연결선 360">
                <a:extLst>
                  <a:ext uri="{FF2B5EF4-FFF2-40B4-BE49-F238E27FC236}">
                    <a16:creationId xmlns:a16="http://schemas.microsoft.com/office/drawing/2014/main" id="{DFFC495D-BCA7-81B2-073E-41FF23CD85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2" name="직선 연결선 361">
                <a:extLst>
                  <a:ext uri="{FF2B5EF4-FFF2-40B4-BE49-F238E27FC236}">
                    <a16:creationId xmlns:a16="http://schemas.microsoft.com/office/drawing/2014/main" id="{356C5C16-9E0F-8445-E11B-8FCA4EBF0ED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69" name="직선 연결선 363">
              <a:extLst>
                <a:ext uri="{FF2B5EF4-FFF2-40B4-BE49-F238E27FC236}">
                  <a16:creationId xmlns:a16="http://schemas.microsoft.com/office/drawing/2014/main" id="{FB49F1B7-DF5C-065B-AD40-D9F5900C551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7E86A8C5-7EBE-0863-66DD-18F1C48E4813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C37F493D-45B2-A83C-88B0-7FD9A6A4C60E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AEAB4012-AE94-CCF6-39D3-6054A5C76C58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83" name="그룹 1182">
            <a:extLst>
              <a:ext uri="{FF2B5EF4-FFF2-40B4-BE49-F238E27FC236}">
                <a16:creationId xmlns:a16="http://schemas.microsoft.com/office/drawing/2014/main" id="{F71D3FEE-5F01-5F7B-D8C2-957F796F973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61824"/>
            <a:ext cx="57088" cy="108000"/>
            <a:chOff x="7604467" y="2108611"/>
            <a:chExt cx="122239" cy="239471"/>
          </a:xfrm>
        </p:grpSpPr>
        <p:grpSp>
          <p:nvGrpSpPr>
            <p:cNvPr id="1184" name="그룹 1183">
              <a:extLst>
                <a:ext uri="{FF2B5EF4-FFF2-40B4-BE49-F238E27FC236}">
                  <a16:creationId xmlns:a16="http://schemas.microsoft.com/office/drawing/2014/main" id="{8F986435-9A40-523D-2272-BBED842B62B3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86" name="직선 연결선 359">
                <a:extLst>
                  <a:ext uri="{FF2B5EF4-FFF2-40B4-BE49-F238E27FC236}">
                    <a16:creationId xmlns:a16="http://schemas.microsoft.com/office/drawing/2014/main" id="{D6FABD5B-778B-7DD7-2BB9-6FE09D924C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7" name="직선 연결선 360">
                <a:extLst>
                  <a:ext uri="{FF2B5EF4-FFF2-40B4-BE49-F238E27FC236}">
                    <a16:creationId xmlns:a16="http://schemas.microsoft.com/office/drawing/2014/main" id="{C8748D83-84FD-B550-3E28-D79D68D7200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8" name="직선 연결선 361">
                <a:extLst>
                  <a:ext uri="{FF2B5EF4-FFF2-40B4-BE49-F238E27FC236}">
                    <a16:creationId xmlns:a16="http://schemas.microsoft.com/office/drawing/2014/main" id="{1E62910A-28C4-89FC-2B68-4BD284D49B7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85" name="직선 연결선 363">
              <a:extLst>
                <a:ext uri="{FF2B5EF4-FFF2-40B4-BE49-F238E27FC236}">
                  <a16:creationId xmlns:a16="http://schemas.microsoft.com/office/drawing/2014/main" id="{0123ECF7-24F5-5315-72A3-DFCEB18FBC8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9EA58D9B-BA3F-7348-C377-EA3C9A4790F2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90" name="그룹 1189">
            <a:extLst>
              <a:ext uri="{FF2B5EF4-FFF2-40B4-BE49-F238E27FC236}">
                <a16:creationId xmlns:a16="http://schemas.microsoft.com/office/drawing/2014/main" id="{04A57458-9ED1-2AAB-7D44-4B78493ADAAC}"/>
              </a:ext>
            </a:extLst>
          </p:cNvPr>
          <p:cNvGrpSpPr>
            <a:grpSpLocks noChangeAspect="1"/>
          </p:cNvGrpSpPr>
          <p:nvPr/>
        </p:nvGrpSpPr>
        <p:grpSpPr>
          <a:xfrm>
            <a:off x="2443564" y="1939845"/>
            <a:ext cx="57088" cy="108000"/>
            <a:chOff x="7604467" y="2108611"/>
            <a:chExt cx="122239" cy="239471"/>
          </a:xfrm>
        </p:grpSpPr>
        <p:grpSp>
          <p:nvGrpSpPr>
            <p:cNvPr id="1191" name="그룹 1190">
              <a:extLst>
                <a:ext uri="{FF2B5EF4-FFF2-40B4-BE49-F238E27FC236}">
                  <a16:creationId xmlns:a16="http://schemas.microsoft.com/office/drawing/2014/main" id="{F420F264-23A7-EC80-4767-0810974A761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93" name="직선 연결선 359">
                <a:extLst>
                  <a:ext uri="{FF2B5EF4-FFF2-40B4-BE49-F238E27FC236}">
                    <a16:creationId xmlns:a16="http://schemas.microsoft.com/office/drawing/2014/main" id="{34A275CB-D0E6-79FB-707E-C868A42FCEF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4" name="직선 연결선 360">
                <a:extLst>
                  <a:ext uri="{FF2B5EF4-FFF2-40B4-BE49-F238E27FC236}">
                    <a16:creationId xmlns:a16="http://schemas.microsoft.com/office/drawing/2014/main" id="{7D1886C3-A1E6-1716-352D-E4AF6BE2F45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5" name="직선 연결선 361">
                <a:extLst>
                  <a:ext uri="{FF2B5EF4-FFF2-40B4-BE49-F238E27FC236}">
                    <a16:creationId xmlns:a16="http://schemas.microsoft.com/office/drawing/2014/main" id="{85815E61-149A-AC05-4F60-D566C988FF7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92" name="직선 연결선 363">
              <a:extLst>
                <a:ext uri="{FF2B5EF4-FFF2-40B4-BE49-F238E27FC236}">
                  <a16:creationId xmlns:a16="http://schemas.microsoft.com/office/drawing/2014/main" id="{0E3ADA63-7987-97E1-F532-AC7D0F20C256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B3B8C244-66DC-D7A2-2675-45EE815EF3F5}"/>
              </a:ext>
            </a:extLst>
          </p:cNvPr>
          <p:cNvCxnSpPr>
            <a:cxnSpLocks/>
          </p:cNvCxnSpPr>
          <p:nvPr/>
        </p:nvCxnSpPr>
        <p:spPr>
          <a:xfrm>
            <a:off x="1925637" y="19410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6257FD0F-B9A4-F1C2-6161-81CFA24F8D7D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98" name="그룹 1197">
            <a:extLst>
              <a:ext uri="{FF2B5EF4-FFF2-40B4-BE49-F238E27FC236}">
                <a16:creationId xmlns:a16="http://schemas.microsoft.com/office/drawing/2014/main" id="{1A8F228C-72FD-3B2C-5D25-ECA28DFB55C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046311"/>
            <a:ext cx="57088" cy="108000"/>
            <a:chOff x="7604467" y="2108611"/>
            <a:chExt cx="122239" cy="239471"/>
          </a:xfrm>
        </p:grpSpPr>
        <p:grpSp>
          <p:nvGrpSpPr>
            <p:cNvPr id="1199" name="그룹 1198">
              <a:extLst>
                <a:ext uri="{FF2B5EF4-FFF2-40B4-BE49-F238E27FC236}">
                  <a16:creationId xmlns:a16="http://schemas.microsoft.com/office/drawing/2014/main" id="{4B0CE891-1B5E-D265-8034-A743AAFD88A5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01" name="직선 연결선 359">
                <a:extLst>
                  <a:ext uri="{FF2B5EF4-FFF2-40B4-BE49-F238E27FC236}">
                    <a16:creationId xmlns:a16="http://schemas.microsoft.com/office/drawing/2014/main" id="{6FF88304-EC8C-BD7A-A50D-7BBF5962DB6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2" name="직선 연결선 360">
                <a:extLst>
                  <a:ext uri="{FF2B5EF4-FFF2-40B4-BE49-F238E27FC236}">
                    <a16:creationId xmlns:a16="http://schemas.microsoft.com/office/drawing/2014/main" id="{6CB7F78E-4042-0501-D12E-8F78771CF35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3" name="직선 연결선 361">
                <a:extLst>
                  <a:ext uri="{FF2B5EF4-FFF2-40B4-BE49-F238E27FC236}">
                    <a16:creationId xmlns:a16="http://schemas.microsoft.com/office/drawing/2014/main" id="{02B2B9F2-EBFF-4DD3-7691-1E037CE757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0" name="직선 연결선 363">
              <a:extLst>
                <a:ext uri="{FF2B5EF4-FFF2-40B4-BE49-F238E27FC236}">
                  <a16:creationId xmlns:a16="http://schemas.microsoft.com/office/drawing/2014/main" id="{FFFFE6E2-67A8-FA6F-FAB7-2DBC057D40B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C085419B-8B41-2743-16A5-CA6DD8CFCE7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1337713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0CCEBBDF-CD04-C6FB-7C8C-C41E3A3E17D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73B9A184-0BD6-2AA1-4125-3C653E699B8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988576DE-95E7-E2D7-C886-23B8ED1A5C0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500A175F-EB8A-7E5C-0640-34F407794B6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981EED38-1A82-32F3-72CD-644C20111BE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8B21DD83-BE95-A812-7890-80DF1AF0EFD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1" name="직선 연결선 351">
            <a:extLst>
              <a:ext uri="{FF2B5EF4-FFF2-40B4-BE49-F238E27FC236}">
                <a16:creationId xmlns:a16="http://schemas.microsoft.com/office/drawing/2014/main" id="{57EEDC8A-436E-85A6-636B-B21AC109BE6B}"/>
              </a:ext>
            </a:extLst>
          </p:cNvPr>
          <p:cNvCxnSpPr>
            <a:cxnSpLocks/>
          </p:cNvCxnSpPr>
          <p:nvPr/>
        </p:nvCxnSpPr>
        <p:spPr>
          <a:xfrm>
            <a:off x="2815554" y="173226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12" name="그룹 1211">
            <a:extLst>
              <a:ext uri="{FF2B5EF4-FFF2-40B4-BE49-F238E27FC236}">
                <a16:creationId xmlns:a16="http://schemas.microsoft.com/office/drawing/2014/main" id="{72DE8159-42D1-B990-932E-6962137B0F8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440616" y="1416261"/>
            <a:ext cx="57088" cy="108000"/>
            <a:chOff x="7604467" y="2108611"/>
            <a:chExt cx="122239" cy="239471"/>
          </a:xfrm>
        </p:grpSpPr>
        <p:grpSp>
          <p:nvGrpSpPr>
            <p:cNvPr id="1213" name="그룹 1212">
              <a:extLst>
                <a:ext uri="{FF2B5EF4-FFF2-40B4-BE49-F238E27FC236}">
                  <a16:creationId xmlns:a16="http://schemas.microsoft.com/office/drawing/2014/main" id="{38E81444-5BE4-48A0-7E85-194F17B5DF6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15" name="직선 연결선 359">
                <a:extLst>
                  <a:ext uri="{FF2B5EF4-FFF2-40B4-BE49-F238E27FC236}">
                    <a16:creationId xmlns:a16="http://schemas.microsoft.com/office/drawing/2014/main" id="{FC41260B-47EC-192F-00C0-E731B1667A8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6" name="직선 연결선 360">
                <a:extLst>
                  <a:ext uri="{FF2B5EF4-FFF2-40B4-BE49-F238E27FC236}">
                    <a16:creationId xmlns:a16="http://schemas.microsoft.com/office/drawing/2014/main" id="{C9E0B2AF-2C22-CE4D-40B9-A212051DA12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7" name="직선 연결선 361">
                <a:extLst>
                  <a:ext uri="{FF2B5EF4-FFF2-40B4-BE49-F238E27FC236}">
                    <a16:creationId xmlns:a16="http://schemas.microsoft.com/office/drawing/2014/main" id="{3E3192F0-CC7D-F048-D2ED-649307DF51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14" name="직선 연결선 363">
              <a:extLst>
                <a:ext uri="{FF2B5EF4-FFF2-40B4-BE49-F238E27FC236}">
                  <a16:creationId xmlns:a16="http://schemas.microsoft.com/office/drawing/2014/main" id="{83645A19-1890-2C89-C0D1-24B554FBC86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269C7951-3B1E-FE30-55B0-6E0D7D4E4693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D7494BB6-3E2B-185A-21B1-04B97BB2F23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07D9FA8B-E0BB-0CDD-B01D-58E54B9939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3AE93C60-98BF-AF1B-BDCC-BC5E4E02A22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480550A6-C637-0784-F919-96CCE62A67D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A88478D0-B043-3086-5D97-229D0D64A7E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E159F215-9DBC-BC81-28BA-01C909D93E8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5A6FA94F-81C9-5746-DBA6-B16BB1171FF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28" name="직선 연결선 351">
            <a:extLst>
              <a:ext uri="{FF2B5EF4-FFF2-40B4-BE49-F238E27FC236}">
                <a16:creationId xmlns:a16="http://schemas.microsoft.com/office/drawing/2014/main" id="{8EEA5ED2-8ED3-61E7-5729-054DE1331B4E}"/>
              </a:ext>
            </a:extLst>
          </p:cNvPr>
          <p:cNvCxnSpPr>
            <a:cxnSpLocks/>
          </p:cNvCxnSpPr>
          <p:nvPr/>
        </p:nvCxnSpPr>
        <p:spPr>
          <a:xfrm>
            <a:off x="5613906" y="95502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9" name="그룹 1228">
            <a:extLst>
              <a:ext uri="{FF2B5EF4-FFF2-40B4-BE49-F238E27FC236}">
                <a16:creationId xmlns:a16="http://schemas.microsoft.com/office/drawing/2014/main" id="{E9B6C0EE-A298-7DD9-45F2-F8EDCC6C267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57088" cy="108000"/>
            <a:chOff x="7604467" y="2108611"/>
            <a:chExt cx="122239" cy="239471"/>
          </a:xfrm>
        </p:grpSpPr>
        <p:grpSp>
          <p:nvGrpSpPr>
            <p:cNvPr id="1230" name="그룹 1229">
              <a:extLst>
                <a:ext uri="{FF2B5EF4-FFF2-40B4-BE49-F238E27FC236}">
                  <a16:creationId xmlns:a16="http://schemas.microsoft.com/office/drawing/2014/main" id="{13945A9F-7F3E-D7E0-6BB2-C4BDF249CFEB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32" name="직선 연결선 359">
                <a:extLst>
                  <a:ext uri="{FF2B5EF4-FFF2-40B4-BE49-F238E27FC236}">
                    <a16:creationId xmlns:a16="http://schemas.microsoft.com/office/drawing/2014/main" id="{5EE45DBE-16CD-45DC-5FD2-E04B4B746E4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3" name="직선 연결선 360">
                <a:extLst>
                  <a:ext uri="{FF2B5EF4-FFF2-40B4-BE49-F238E27FC236}">
                    <a16:creationId xmlns:a16="http://schemas.microsoft.com/office/drawing/2014/main" id="{5F88D375-31CF-A3F3-1F6D-59BAE58A8A9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34" name="직선 연결선 361">
                <a:extLst>
                  <a:ext uri="{FF2B5EF4-FFF2-40B4-BE49-F238E27FC236}">
                    <a16:creationId xmlns:a16="http://schemas.microsoft.com/office/drawing/2014/main" id="{96066663-4A9A-31BF-4FBC-08EEF09641A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31" name="직선 연결선 363">
              <a:extLst>
                <a:ext uri="{FF2B5EF4-FFF2-40B4-BE49-F238E27FC236}">
                  <a16:creationId xmlns:a16="http://schemas.microsoft.com/office/drawing/2014/main" id="{25395E93-0D9F-A196-C589-4A19977A7C0E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9FEE254B-C78D-EDB0-6827-3E46D99C6C8E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36" name="그룹 1235">
            <a:extLst>
              <a:ext uri="{FF2B5EF4-FFF2-40B4-BE49-F238E27FC236}">
                <a16:creationId xmlns:a16="http://schemas.microsoft.com/office/drawing/2014/main" id="{AD80B93B-0B62-B897-0DA9-B6F93DDE03F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80682" y="518544"/>
            <a:ext cx="57088" cy="108000"/>
            <a:chOff x="7604467" y="2108611"/>
            <a:chExt cx="122239" cy="239471"/>
          </a:xfrm>
        </p:grpSpPr>
        <p:grpSp>
          <p:nvGrpSpPr>
            <p:cNvPr id="1237" name="그룹 1236">
              <a:extLst>
                <a:ext uri="{FF2B5EF4-FFF2-40B4-BE49-F238E27FC236}">
                  <a16:creationId xmlns:a16="http://schemas.microsoft.com/office/drawing/2014/main" id="{C5894EA5-52E6-0A97-7100-8A97897B9DAC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39" name="직선 연결선 359">
                <a:extLst>
                  <a:ext uri="{FF2B5EF4-FFF2-40B4-BE49-F238E27FC236}">
                    <a16:creationId xmlns:a16="http://schemas.microsoft.com/office/drawing/2014/main" id="{5213C5F8-39D5-C93F-3FF5-E0234504D9D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0" name="직선 연결선 360">
                <a:extLst>
                  <a:ext uri="{FF2B5EF4-FFF2-40B4-BE49-F238E27FC236}">
                    <a16:creationId xmlns:a16="http://schemas.microsoft.com/office/drawing/2014/main" id="{3C93082E-2652-B546-DEF1-4891754CB3E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1" name="직선 연결선 361">
                <a:extLst>
                  <a:ext uri="{FF2B5EF4-FFF2-40B4-BE49-F238E27FC236}">
                    <a16:creationId xmlns:a16="http://schemas.microsoft.com/office/drawing/2014/main" id="{8A438887-24BE-4A72-BAF3-739CDBE7A4E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38" name="직선 연결선 363">
              <a:extLst>
                <a:ext uri="{FF2B5EF4-FFF2-40B4-BE49-F238E27FC236}">
                  <a16:creationId xmlns:a16="http://schemas.microsoft.com/office/drawing/2014/main" id="{774AF5E1-9B25-FF10-60F1-C9C17205E90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01A4BF78-746A-421B-BB18-F111AC7F31E9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30D89B87-2D6E-825C-3AA9-CDBAED828E4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084FB76F-67BA-1209-CA0A-B260EC1AB33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EEA28473-8056-2D13-C033-3B9DBA464C7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3AAB0F23-CBCC-5534-9501-51673D1A1E6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A512C3B7-DA54-77DC-4B03-548F368FBD5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209512C9-0A4D-743C-204A-19317ACECCF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1D57CDD7-5BF2-74EB-974E-62467F0F7D1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50" name="그룹 1249">
            <a:extLst>
              <a:ext uri="{FF2B5EF4-FFF2-40B4-BE49-F238E27FC236}">
                <a16:creationId xmlns:a16="http://schemas.microsoft.com/office/drawing/2014/main" id="{2293863A-F15D-A48E-76EA-74AF59935C9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4498806"/>
            <a:ext cx="57088" cy="108000"/>
            <a:chOff x="7604467" y="2108611"/>
            <a:chExt cx="122239" cy="239471"/>
          </a:xfrm>
        </p:grpSpPr>
        <p:grpSp>
          <p:nvGrpSpPr>
            <p:cNvPr id="1251" name="그룹 1250">
              <a:extLst>
                <a:ext uri="{FF2B5EF4-FFF2-40B4-BE49-F238E27FC236}">
                  <a16:creationId xmlns:a16="http://schemas.microsoft.com/office/drawing/2014/main" id="{0D26A1F9-E66B-9525-43F5-E25A6258168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53" name="직선 연결선 359">
                <a:extLst>
                  <a:ext uri="{FF2B5EF4-FFF2-40B4-BE49-F238E27FC236}">
                    <a16:creationId xmlns:a16="http://schemas.microsoft.com/office/drawing/2014/main" id="{7C99D647-6738-EC90-D4F2-D06A4D0DDA9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4" name="직선 연결선 360">
                <a:extLst>
                  <a:ext uri="{FF2B5EF4-FFF2-40B4-BE49-F238E27FC236}">
                    <a16:creationId xmlns:a16="http://schemas.microsoft.com/office/drawing/2014/main" id="{6A773C3C-A11E-0C0F-BDFE-9A35E7675B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5" name="직선 연결선 361">
                <a:extLst>
                  <a:ext uri="{FF2B5EF4-FFF2-40B4-BE49-F238E27FC236}">
                    <a16:creationId xmlns:a16="http://schemas.microsoft.com/office/drawing/2014/main" id="{9B2F7F40-8DF0-E0AD-C05B-B7F1397FAA4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2" name="직선 연결선 363">
              <a:extLst>
                <a:ext uri="{FF2B5EF4-FFF2-40B4-BE49-F238E27FC236}">
                  <a16:creationId xmlns:a16="http://schemas.microsoft.com/office/drawing/2014/main" id="{462F24EE-EBE3-DEF1-15D5-2CF8065474F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E7D8BCB5-A42D-7D1C-98C0-1030B430BBFE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6C0D20E3-FCC8-8B08-6B42-6ACF40983F4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CC6409F4-C488-9A4B-14C5-B89CA49732C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9E3EC542-7781-51D5-3CF5-7BE191C91C1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11F3D81C-1D4B-1B34-6F99-1A1A6580BDF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1FE748AF-BDFD-BFC8-A329-351DA5C1207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CED5F1CC-A461-3C28-E247-D59E7005190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C0C3B05F-D5D3-28F5-8FF0-948AC271DB5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64" name="직선 연결선 351">
            <a:extLst>
              <a:ext uri="{FF2B5EF4-FFF2-40B4-BE49-F238E27FC236}">
                <a16:creationId xmlns:a16="http://schemas.microsoft.com/office/drawing/2014/main" id="{953292D4-1742-4531-79BF-1134CABF3458}"/>
              </a:ext>
            </a:extLst>
          </p:cNvPr>
          <p:cNvCxnSpPr>
            <a:cxnSpLocks/>
          </p:cNvCxnSpPr>
          <p:nvPr/>
        </p:nvCxnSpPr>
        <p:spPr>
          <a:xfrm>
            <a:off x="3950630" y="54308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27C1B62B-9E75-9443-AD42-D04D0DC0F6D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9C8C6E67-CE5B-1891-3BF4-11C29B3E902A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03B825E0-C941-A8A4-90AA-ED9E843D235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61852EDD-F5B1-C23F-270A-D7E72BD5CBF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5EC22C59-E439-5D36-8643-F63B1B56007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AC876744-AF30-5130-79EF-BE65C047919B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F7B27E71-88CE-A856-6329-6E0E734CA8BA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72" name="그룹 1271">
            <a:extLst>
              <a:ext uri="{FF2B5EF4-FFF2-40B4-BE49-F238E27FC236}">
                <a16:creationId xmlns:a16="http://schemas.microsoft.com/office/drawing/2014/main" id="{E4A746F9-4DF4-F74E-ADA2-35791944F81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78530" y="5903136"/>
            <a:ext cx="57088" cy="108000"/>
            <a:chOff x="7604467" y="2108611"/>
            <a:chExt cx="122239" cy="239471"/>
          </a:xfrm>
        </p:grpSpPr>
        <p:grpSp>
          <p:nvGrpSpPr>
            <p:cNvPr id="1273" name="그룹 1272">
              <a:extLst>
                <a:ext uri="{FF2B5EF4-FFF2-40B4-BE49-F238E27FC236}">
                  <a16:creationId xmlns:a16="http://schemas.microsoft.com/office/drawing/2014/main" id="{C595F785-70F4-4F1C-94A2-F5E611F3F1C6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75" name="직선 연결선 359">
                <a:extLst>
                  <a:ext uri="{FF2B5EF4-FFF2-40B4-BE49-F238E27FC236}">
                    <a16:creationId xmlns:a16="http://schemas.microsoft.com/office/drawing/2014/main" id="{B92D36BD-96BC-CEF7-9DD0-08C35E36BE6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6" name="직선 연결선 360">
                <a:extLst>
                  <a:ext uri="{FF2B5EF4-FFF2-40B4-BE49-F238E27FC236}">
                    <a16:creationId xmlns:a16="http://schemas.microsoft.com/office/drawing/2014/main" id="{BD66A169-616C-9800-11CD-DAAE2B42E88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7" name="직선 연결선 361">
                <a:extLst>
                  <a:ext uri="{FF2B5EF4-FFF2-40B4-BE49-F238E27FC236}">
                    <a16:creationId xmlns:a16="http://schemas.microsoft.com/office/drawing/2014/main" id="{8271C1D2-5AE6-03A4-553D-9C457C8C761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74" name="직선 연결선 363">
              <a:extLst>
                <a:ext uri="{FF2B5EF4-FFF2-40B4-BE49-F238E27FC236}">
                  <a16:creationId xmlns:a16="http://schemas.microsoft.com/office/drawing/2014/main" id="{5E011966-7DB5-8081-60BE-9C41BD043E17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88DD269A-E5B8-0EEF-4F9A-1C04852BE171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79" name="그룹 1278">
            <a:extLst>
              <a:ext uri="{FF2B5EF4-FFF2-40B4-BE49-F238E27FC236}">
                <a16:creationId xmlns:a16="http://schemas.microsoft.com/office/drawing/2014/main" id="{EF852F53-638C-F006-5815-C7371A7BFAB2}"/>
              </a:ext>
            </a:extLst>
          </p:cNvPr>
          <p:cNvGrpSpPr>
            <a:grpSpLocks noChangeAspect="1"/>
          </p:cNvGrpSpPr>
          <p:nvPr/>
        </p:nvGrpSpPr>
        <p:grpSpPr>
          <a:xfrm>
            <a:off x="5679828" y="4762407"/>
            <a:ext cx="57088" cy="108000"/>
            <a:chOff x="7604467" y="2108611"/>
            <a:chExt cx="122239" cy="239471"/>
          </a:xfrm>
        </p:grpSpPr>
        <p:grpSp>
          <p:nvGrpSpPr>
            <p:cNvPr id="1280" name="그룹 1279">
              <a:extLst>
                <a:ext uri="{FF2B5EF4-FFF2-40B4-BE49-F238E27FC236}">
                  <a16:creationId xmlns:a16="http://schemas.microsoft.com/office/drawing/2014/main" id="{5B66F9CB-9371-782C-39AB-C8F41D1DD9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82" name="직선 연결선 359">
                <a:extLst>
                  <a:ext uri="{FF2B5EF4-FFF2-40B4-BE49-F238E27FC236}">
                    <a16:creationId xmlns:a16="http://schemas.microsoft.com/office/drawing/2014/main" id="{ACEF5ADC-745B-B04B-6A3D-9C975EA03B9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83" name="직선 연결선 360">
                <a:extLst>
                  <a:ext uri="{FF2B5EF4-FFF2-40B4-BE49-F238E27FC236}">
                    <a16:creationId xmlns:a16="http://schemas.microsoft.com/office/drawing/2014/main" id="{C1FD548A-186F-852E-5934-6799D7FDE28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84" name="직선 연결선 361">
                <a:extLst>
                  <a:ext uri="{FF2B5EF4-FFF2-40B4-BE49-F238E27FC236}">
                    <a16:creationId xmlns:a16="http://schemas.microsoft.com/office/drawing/2014/main" id="{3CEAAA7D-DCDE-A2F5-C5B3-BA734E8D27F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81" name="직선 연결선 363">
              <a:extLst>
                <a:ext uri="{FF2B5EF4-FFF2-40B4-BE49-F238E27FC236}">
                  <a16:creationId xmlns:a16="http://schemas.microsoft.com/office/drawing/2014/main" id="{BE3CF8B1-EA94-CAF8-0635-F43284E26F4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EF34A905-DAF0-219D-2150-BA0084515D8C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6" name="그룹 1285">
            <a:extLst>
              <a:ext uri="{FF2B5EF4-FFF2-40B4-BE49-F238E27FC236}">
                <a16:creationId xmlns:a16="http://schemas.microsoft.com/office/drawing/2014/main" id="{9ED29858-A7FE-7995-3A15-C043A783AE3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93522" y="4514315"/>
            <a:ext cx="57088" cy="108000"/>
            <a:chOff x="7604467" y="2108611"/>
            <a:chExt cx="122239" cy="239471"/>
          </a:xfrm>
        </p:grpSpPr>
        <p:grpSp>
          <p:nvGrpSpPr>
            <p:cNvPr id="1287" name="그룹 1286">
              <a:extLst>
                <a:ext uri="{FF2B5EF4-FFF2-40B4-BE49-F238E27FC236}">
                  <a16:creationId xmlns:a16="http://schemas.microsoft.com/office/drawing/2014/main" id="{4F256783-1E4D-F944-251D-D3CA040BFCB8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89" name="직선 연결선 359">
                <a:extLst>
                  <a:ext uri="{FF2B5EF4-FFF2-40B4-BE49-F238E27FC236}">
                    <a16:creationId xmlns:a16="http://schemas.microsoft.com/office/drawing/2014/main" id="{E5DDC8D5-68A1-6AE1-2ACC-337DF157B78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0" name="직선 연결선 360">
                <a:extLst>
                  <a:ext uri="{FF2B5EF4-FFF2-40B4-BE49-F238E27FC236}">
                    <a16:creationId xmlns:a16="http://schemas.microsoft.com/office/drawing/2014/main" id="{46EC2A48-9455-4F0D-4FB0-E9B9A6431AA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1" name="직선 연결선 361">
                <a:extLst>
                  <a:ext uri="{FF2B5EF4-FFF2-40B4-BE49-F238E27FC236}">
                    <a16:creationId xmlns:a16="http://schemas.microsoft.com/office/drawing/2014/main" id="{F313D171-A71A-D4A8-59BA-EB6C37A9CFF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88" name="직선 연결선 363">
              <a:extLst>
                <a:ext uri="{FF2B5EF4-FFF2-40B4-BE49-F238E27FC236}">
                  <a16:creationId xmlns:a16="http://schemas.microsoft.com/office/drawing/2014/main" id="{06513C1C-7145-3585-70CD-2B60E55E25E2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B0A7F36F-E9D0-6DB7-E84A-10065FB8928D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93" name="그룹 1292">
            <a:extLst>
              <a:ext uri="{FF2B5EF4-FFF2-40B4-BE49-F238E27FC236}">
                <a16:creationId xmlns:a16="http://schemas.microsoft.com/office/drawing/2014/main" id="{E73E1F13-FF3A-7585-E268-1A064920173D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6641" y="5335560"/>
            <a:ext cx="57088" cy="108000"/>
            <a:chOff x="7604467" y="2108611"/>
            <a:chExt cx="122239" cy="239471"/>
          </a:xfrm>
        </p:grpSpPr>
        <p:grpSp>
          <p:nvGrpSpPr>
            <p:cNvPr id="1294" name="그룹 1293">
              <a:extLst>
                <a:ext uri="{FF2B5EF4-FFF2-40B4-BE49-F238E27FC236}">
                  <a16:creationId xmlns:a16="http://schemas.microsoft.com/office/drawing/2014/main" id="{062FB5B2-907E-CA08-30F6-483506132D60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96" name="직선 연결선 359">
                <a:extLst>
                  <a:ext uri="{FF2B5EF4-FFF2-40B4-BE49-F238E27FC236}">
                    <a16:creationId xmlns:a16="http://schemas.microsoft.com/office/drawing/2014/main" id="{E437D5D8-B135-E874-48AA-6FD5333E2239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7" name="직선 연결선 360">
                <a:extLst>
                  <a:ext uri="{FF2B5EF4-FFF2-40B4-BE49-F238E27FC236}">
                    <a16:creationId xmlns:a16="http://schemas.microsoft.com/office/drawing/2014/main" id="{75000D62-8297-88A1-43E5-9FFB3D4666D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8" name="직선 연결선 361">
                <a:extLst>
                  <a:ext uri="{FF2B5EF4-FFF2-40B4-BE49-F238E27FC236}">
                    <a16:creationId xmlns:a16="http://schemas.microsoft.com/office/drawing/2014/main" id="{A254AA21-B4A2-6A66-B0C2-E6EF1850E33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95" name="직선 연결선 363">
              <a:extLst>
                <a:ext uri="{FF2B5EF4-FFF2-40B4-BE49-F238E27FC236}">
                  <a16:creationId xmlns:a16="http://schemas.microsoft.com/office/drawing/2014/main" id="{D189D432-424D-C914-39C0-19C4A403808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526C3E18-EBC9-4564-F2E2-9CAD33B248A3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0" name="그룹 1299">
            <a:extLst>
              <a:ext uri="{FF2B5EF4-FFF2-40B4-BE49-F238E27FC236}">
                <a16:creationId xmlns:a16="http://schemas.microsoft.com/office/drawing/2014/main" id="{55D05EEA-DCBB-76D8-8645-56C579D3C8CB}"/>
              </a:ext>
            </a:extLst>
          </p:cNvPr>
          <p:cNvGrpSpPr>
            <a:grpSpLocks noChangeAspect="1"/>
          </p:cNvGrpSpPr>
          <p:nvPr/>
        </p:nvGrpSpPr>
        <p:grpSpPr>
          <a:xfrm>
            <a:off x="4939117" y="5500842"/>
            <a:ext cx="57088" cy="108000"/>
            <a:chOff x="7604467" y="2108611"/>
            <a:chExt cx="122239" cy="239471"/>
          </a:xfrm>
        </p:grpSpPr>
        <p:grpSp>
          <p:nvGrpSpPr>
            <p:cNvPr id="1301" name="그룹 1300">
              <a:extLst>
                <a:ext uri="{FF2B5EF4-FFF2-40B4-BE49-F238E27FC236}">
                  <a16:creationId xmlns:a16="http://schemas.microsoft.com/office/drawing/2014/main" id="{8AE99697-0813-F681-DF9F-BD2939DABDA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03" name="직선 연결선 359">
                <a:extLst>
                  <a:ext uri="{FF2B5EF4-FFF2-40B4-BE49-F238E27FC236}">
                    <a16:creationId xmlns:a16="http://schemas.microsoft.com/office/drawing/2014/main" id="{B596BF3D-3AA3-0368-A78D-8DA5120EB68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4" name="직선 연결선 360">
                <a:extLst>
                  <a:ext uri="{FF2B5EF4-FFF2-40B4-BE49-F238E27FC236}">
                    <a16:creationId xmlns:a16="http://schemas.microsoft.com/office/drawing/2014/main" id="{91A0AF60-383A-0182-1B43-5430C41099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05" name="직선 연결선 361">
                <a:extLst>
                  <a:ext uri="{FF2B5EF4-FFF2-40B4-BE49-F238E27FC236}">
                    <a16:creationId xmlns:a16="http://schemas.microsoft.com/office/drawing/2014/main" id="{D907F7C3-7DAE-23DC-3DDA-00546A89B92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2" name="직선 연결선 363">
              <a:extLst>
                <a:ext uri="{FF2B5EF4-FFF2-40B4-BE49-F238E27FC236}">
                  <a16:creationId xmlns:a16="http://schemas.microsoft.com/office/drawing/2014/main" id="{B8FFACC3-3FBB-1327-D689-F5517F76B2E8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2AA6BDBA-0A18-274B-70DB-0DC4B1BFA141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7" name="그룹 1306">
            <a:extLst>
              <a:ext uri="{FF2B5EF4-FFF2-40B4-BE49-F238E27FC236}">
                <a16:creationId xmlns:a16="http://schemas.microsoft.com/office/drawing/2014/main" id="{4B16763A-B27E-9FA2-3572-03B4A1F120D0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92799" y="2324470"/>
            <a:ext cx="57088" cy="108000"/>
            <a:chOff x="7604467" y="2108611"/>
            <a:chExt cx="122239" cy="239471"/>
          </a:xfrm>
        </p:grpSpPr>
        <p:grpSp>
          <p:nvGrpSpPr>
            <p:cNvPr id="1308" name="그룹 1307">
              <a:extLst>
                <a:ext uri="{FF2B5EF4-FFF2-40B4-BE49-F238E27FC236}">
                  <a16:creationId xmlns:a16="http://schemas.microsoft.com/office/drawing/2014/main" id="{6770E640-7E94-8999-4AB2-9A1242D7E5B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10" name="직선 연결선 359">
                <a:extLst>
                  <a:ext uri="{FF2B5EF4-FFF2-40B4-BE49-F238E27FC236}">
                    <a16:creationId xmlns:a16="http://schemas.microsoft.com/office/drawing/2014/main" id="{FFB33026-0FFB-ED91-C504-3FAF9EC7D25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1" name="직선 연결선 360">
                <a:extLst>
                  <a:ext uri="{FF2B5EF4-FFF2-40B4-BE49-F238E27FC236}">
                    <a16:creationId xmlns:a16="http://schemas.microsoft.com/office/drawing/2014/main" id="{160E7FD6-F234-0F80-4427-58126122042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2" name="직선 연결선 361">
                <a:extLst>
                  <a:ext uri="{FF2B5EF4-FFF2-40B4-BE49-F238E27FC236}">
                    <a16:creationId xmlns:a16="http://schemas.microsoft.com/office/drawing/2014/main" id="{8A8F461B-2691-1E43-14FB-15A151499DF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9" name="직선 연결선 363">
              <a:extLst>
                <a:ext uri="{FF2B5EF4-FFF2-40B4-BE49-F238E27FC236}">
                  <a16:creationId xmlns:a16="http://schemas.microsoft.com/office/drawing/2014/main" id="{FBA22B76-C3D7-6550-CACE-0E1F26A7AE23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2C65E175-9C9E-9B14-399F-D5593D873947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0E640CF9-A8D5-E705-5E51-12570E4FEB40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0227C0B5-1FB7-D12C-1DCE-E91719B1EBA6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CF257921-964C-2315-E1AA-9438F63F0345}"/>
              </a:ext>
            </a:extLst>
          </p:cNvPr>
          <p:cNvCxnSpPr>
            <a:cxnSpLocks/>
            <a:stCxn id="1025" idx="0"/>
          </p:cNvCxnSpPr>
          <p:nvPr/>
        </p:nvCxnSpPr>
        <p:spPr>
          <a:xfrm flipV="1">
            <a:off x="5007981" y="1555668"/>
            <a:ext cx="0" cy="3537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D9CB1345-3F2D-C60C-B810-1FC07C1CF0BC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26" name="그룹 1325">
            <a:extLst>
              <a:ext uri="{FF2B5EF4-FFF2-40B4-BE49-F238E27FC236}">
                <a16:creationId xmlns:a16="http://schemas.microsoft.com/office/drawing/2014/main" id="{37ED9228-E283-D612-4B48-C4B9C4CEE94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76867" y="1820848"/>
            <a:ext cx="57088" cy="108000"/>
            <a:chOff x="7604467" y="2108611"/>
            <a:chExt cx="122239" cy="239471"/>
          </a:xfrm>
        </p:grpSpPr>
        <p:grpSp>
          <p:nvGrpSpPr>
            <p:cNvPr id="1327" name="그룹 1326">
              <a:extLst>
                <a:ext uri="{FF2B5EF4-FFF2-40B4-BE49-F238E27FC236}">
                  <a16:creationId xmlns:a16="http://schemas.microsoft.com/office/drawing/2014/main" id="{FEE66AD5-6E2D-BA28-1AA8-84EA58458A1E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29" name="직선 연결선 359">
                <a:extLst>
                  <a:ext uri="{FF2B5EF4-FFF2-40B4-BE49-F238E27FC236}">
                    <a16:creationId xmlns:a16="http://schemas.microsoft.com/office/drawing/2014/main" id="{48BDA41F-D7DC-5966-1043-C37D08B3754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0" name="직선 연결선 360">
                <a:extLst>
                  <a:ext uri="{FF2B5EF4-FFF2-40B4-BE49-F238E27FC236}">
                    <a16:creationId xmlns:a16="http://schemas.microsoft.com/office/drawing/2014/main" id="{9A9DA93A-1E70-35EA-4D3C-58DECE5A498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31" name="직선 연결선 361">
                <a:extLst>
                  <a:ext uri="{FF2B5EF4-FFF2-40B4-BE49-F238E27FC236}">
                    <a16:creationId xmlns:a16="http://schemas.microsoft.com/office/drawing/2014/main" id="{CCD90621-C735-C28F-0C83-11FE96838F8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28" name="직선 연결선 363">
              <a:extLst>
                <a:ext uri="{FF2B5EF4-FFF2-40B4-BE49-F238E27FC236}">
                  <a16:creationId xmlns:a16="http://schemas.microsoft.com/office/drawing/2014/main" id="{58852892-3786-B883-0732-30BBDA7712D1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EE1C437F-B29C-1323-8B50-B91751E74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562" y="162103"/>
            <a:ext cx="10737130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8717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1D4C9-611B-665F-0209-FABF00CB5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직사각형 785">
            <a:extLst>
              <a:ext uri="{FF2B5EF4-FFF2-40B4-BE49-F238E27FC236}">
                <a16:creationId xmlns:a16="http://schemas.microsoft.com/office/drawing/2014/main" id="{30F7D7C7-3724-685E-31BB-64D4D7569FA0}"/>
              </a:ext>
            </a:extLst>
          </p:cNvPr>
          <p:cNvSpPr>
            <a:spLocks noChangeAspect="1"/>
          </p:cNvSpPr>
          <p:nvPr/>
        </p:nvSpPr>
        <p:spPr>
          <a:xfrm>
            <a:off x="7868471" y="1009717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87" name="직사각형 786">
            <a:extLst>
              <a:ext uri="{FF2B5EF4-FFF2-40B4-BE49-F238E27FC236}">
                <a16:creationId xmlns:a16="http://schemas.microsoft.com/office/drawing/2014/main" id="{1A28B896-7A8B-D612-2E09-F78E99FE0CA8}"/>
              </a:ext>
            </a:extLst>
          </p:cNvPr>
          <p:cNvSpPr>
            <a:spLocks/>
          </p:cNvSpPr>
          <p:nvPr/>
        </p:nvSpPr>
        <p:spPr>
          <a:xfrm>
            <a:off x="7868471" y="1909450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2" name="직사각형 791">
            <a:extLst>
              <a:ext uri="{FF2B5EF4-FFF2-40B4-BE49-F238E27FC236}">
                <a16:creationId xmlns:a16="http://schemas.microsoft.com/office/drawing/2014/main" id="{EDA7C3C7-17EC-7986-1D34-FD9B51CB4AB1}"/>
              </a:ext>
            </a:extLst>
          </p:cNvPr>
          <p:cNvSpPr>
            <a:spLocks/>
          </p:cNvSpPr>
          <p:nvPr/>
        </p:nvSpPr>
        <p:spPr>
          <a:xfrm>
            <a:off x="7868471" y="2809183"/>
            <a:ext cx="720000" cy="4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3" name="직사각형 792">
            <a:extLst>
              <a:ext uri="{FF2B5EF4-FFF2-40B4-BE49-F238E27FC236}">
                <a16:creationId xmlns:a16="http://schemas.microsoft.com/office/drawing/2014/main" id="{4C63D78D-6005-F69E-C9A9-A68CD0AB0F0F}"/>
              </a:ext>
            </a:extLst>
          </p:cNvPr>
          <p:cNvSpPr>
            <a:spLocks/>
          </p:cNvSpPr>
          <p:nvPr/>
        </p:nvSpPr>
        <p:spPr>
          <a:xfrm>
            <a:off x="9859411" y="2816833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94" name="직사각형 793">
            <a:extLst>
              <a:ext uri="{FF2B5EF4-FFF2-40B4-BE49-F238E27FC236}">
                <a16:creationId xmlns:a16="http://schemas.microsoft.com/office/drawing/2014/main" id="{3E10F8E8-9373-7B3F-F0E5-1584BF86D83A}"/>
              </a:ext>
            </a:extLst>
          </p:cNvPr>
          <p:cNvSpPr>
            <a:spLocks/>
          </p:cNvSpPr>
          <p:nvPr/>
        </p:nvSpPr>
        <p:spPr>
          <a:xfrm>
            <a:off x="7868471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5" name="직사각형 794">
            <a:extLst>
              <a:ext uri="{FF2B5EF4-FFF2-40B4-BE49-F238E27FC236}">
                <a16:creationId xmlns:a16="http://schemas.microsoft.com/office/drawing/2014/main" id="{048D74AE-5C94-F1AD-3852-50A539F85444}"/>
              </a:ext>
            </a:extLst>
          </p:cNvPr>
          <p:cNvSpPr>
            <a:spLocks/>
          </p:cNvSpPr>
          <p:nvPr/>
        </p:nvSpPr>
        <p:spPr>
          <a:xfrm>
            <a:off x="7868471" y="550128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6" name="직사각형 795">
            <a:extLst>
              <a:ext uri="{FF2B5EF4-FFF2-40B4-BE49-F238E27FC236}">
                <a16:creationId xmlns:a16="http://schemas.microsoft.com/office/drawing/2014/main" id="{E94669F9-51E5-BC72-9BDF-ABA17E583F2C}"/>
              </a:ext>
            </a:extLst>
          </p:cNvPr>
          <p:cNvSpPr>
            <a:spLocks/>
          </p:cNvSpPr>
          <p:nvPr/>
        </p:nvSpPr>
        <p:spPr>
          <a:xfrm>
            <a:off x="7868471" y="4605101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98" name="직사각형 797">
            <a:extLst>
              <a:ext uri="{FF2B5EF4-FFF2-40B4-BE49-F238E27FC236}">
                <a16:creationId xmlns:a16="http://schemas.microsoft.com/office/drawing/2014/main" id="{DA5D93C5-ECE5-DA17-C48D-5FD434E373AC}"/>
              </a:ext>
            </a:extLst>
          </p:cNvPr>
          <p:cNvSpPr>
            <a:spLocks/>
          </p:cNvSpPr>
          <p:nvPr/>
        </p:nvSpPr>
        <p:spPr>
          <a:xfrm>
            <a:off x="9859411" y="3716566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799" name="직선 연결선[R] 798">
            <a:extLst>
              <a:ext uri="{FF2B5EF4-FFF2-40B4-BE49-F238E27FC236}">
                <a16:creationId xmlns:a16="http://schemas.microsoft.com/office/drawing/2014/main" id="{9DEC1EF5-6DDE-5AEE-238D-7DEBE0308B87}"/>
              </a:ext>
            </a:extLst>
          </p:cNvPr>
          <p:cNvCxnSpPr>
            <a:cxnSpLocks/>
          </p:cNvCxnSpPr>
          <p:nvPr/>
        </p:nvCxnSpPr>
        <p:spPr>
          <a:xfrm flipV="1">
            <a:off x="8441831" y="144171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직선 연결선[R] 801">
            <a:extLst>
              <a:ext uri="{FF2B5EF4-FFF2-40B4-BE49-F238E27FC236}">
                <a16:creationId xmlns:a16="http://schemas.microsoft.com/office/drawing/2014/main" id="{6DBB317B-D100-5F6E-E684-E92F8C120113}"/>
              </a:ext>
            </a:extLst>
          </p:cNvPr>
          <p:cNvCxnSpPr>
            <a:cxnSpLocks/>
          </p:cNvCxnSpPr>
          <p:nvPr/>
        </p:nvCxnSpPr>
        <p:spPr>
          <a:xfrm flipV="1">
            <a:off x="8229573" y="2341450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직선 연결선[R] 802">
            <a:extLst>
              <a:ext uri="{FF2B5EF4-FFF2-40B4-BE49-F238E27FC236}">
                <a16:creationId xmlns:a16="http://schemas.microsoft.com/office/drawing/2014/main" id="{C9846A68-5EE3-090C-BD95-101EF62677EB}"/>
              </a:ext>
            </a:extLst>
          </p:cNvPr>
          <p:cNvCxnSpPr>
            <a:cxnSpLocks/>
          </p:cNvCxnSpPr>
          <p:nvPr/>
        </p:nvCxnSpPr>
        <p:spPr>
          <a:xfrm flipV="1">
            <a:off x="8228471" y="324118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직선 연결선[R] 803">
            <a:extLst>
              <a:ext uri="{FF2B5EF4-FFF2-40B4-BE49-F238E27FC236}">
                <a16:creationId xmlns:a16="http://schemas.microsoft.com/office/drawing/2014/main" id="{4304FA4B-3A30-6862-E224-9E5AF1D26139}"/>
              </a:ext>
            </a:extLst>
          </p:cNvPr>
          <p:cNvCxnSpPr>
            <a:cxnSpLocks/>
          </p:cNvCxnSpPr>
          <p:nvPr/>
        </p:nvCxnSpPr>
        <p:spPr>
          <a:xfrm flipV="1">
            <a:off x="8228471" y="4140916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직선 연결선[R] 804">
            <a:extLst>
              <a:ext uri="{FF2B5EF4-FFF2-40B4-BE49-F238E27FC236}">
                <a16:creationId xmlns:a16="http://schemas.microsoft.com/office/drawing/2014/main" id="{A293992F-CB67-AEC5-A210-F74AA24EAE9D}"/>
              </a:ext>
            </a:extLst>
          </p:cNvPr>
          <p:cNvCxnSpPr>
            <a:cxnSpLocks/>
          </p:cNvCxnSpPr>
          <p:nvPr/>
        </p:nvCxnSpPr>
        <p:spPr>
          <a:xfrm flipV="1">
            <a:off x="8228471" y="503710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연결선[R] 805">
            <a:extLst>
              <a:ext uri="{FF2B5EF4-FFF2-40B4-BE49-F238E27FC236}">
                <a16:creationId xmlns:a16="http://schemas.microsoft.com/office/drawing/2014/main" id="{1EA24D74-9C65-B81E-73EE-594DAF1285DD}"/>
              </a:ext>
            </a:extLst>
          </p:cNvPr>
          <p:cNvCxnSpPr>
            <a:cxnSpLocks/>
            <a:stCxn id="793" idx="1"/>
            <a:endCxn id="792" idx="3"/>
          </p:cNvCxnSpPr>
          <p:nvPr/>
        </p:nvCxnSpPr>
        <p:spPr>
          <a:xfrm flipH="1" flipV="1">
            <a:off x="8588471" y="3025183"/>
            <a:ext cx="1270940" cy="76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직선 연결선[R] 808">
            <a:extLst>
              <a:ext uri="{FF2B5EF4-FFF2-40B4-BE49-F238E27FC236}">
                <a16:creationId xmlns:a16="http://schemas.microsoft.com/office/drawing/2014/main" id="{AE1F2598-407A-91C8-6DE3-A7EFA8772EC2}"/>
              </a:ext>
            </a:extLst>
          </p:cNvPr>
          <p:cNvCxnSpPr>
            <a:cxnSpLocks/>
          </p:cNvCxnSpPr>
          <p:nvPr/>
        </p:nvCxnSpPr>
        <p:spPr>
          <a:xfrm flipH="1">
            <a:off x="8588471" y="5712592"/>
            <a:ext cx="1630940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직선 연결선[R] 809">
            <a:extLst>
              <a:ext uri="{FF2B5EF4-FFF2-40B4-BE49-F238E27FC236}">
                <a16:creationId xmlns:a16="http://schemas.microsoft.com/office/drawing/2014/main" id="{453C107C-C7DF-A74C-A7D4-7A0A047EDB9B}"/>
              </a:ext>
            </a:extLst>
          </p:cNvPr>
          <p:cNvCxnSpPr>
            <a:cxnSpLocks/>
          </p:cNvCxnSpPr>
          <p:nvPr/>
        </p:nvCxnSpPr>
        <p:spPr>
          <a:xfrm flipV="1">
            <a:off x="10220513" y="3248833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직선 연결선[R] 810">
            <a:extLst>
              <a:ext uri="{FF2B5EF4-FFF2-40B4-BE49-F238E27FC236}">
                <a16:creationId xmlns:a16="http://schemas.microsoft.com/office/drawing/2014/main" id="{9C0E05B4-2D79-F419-4D3F-4B7B767CC924}"/>
              </a:ext>
            </a:extLst>
          </p:cNvPr>
          <p:cNvCxnSpPr>
            <a:cxnSpLocks/>
            <a:endCxn id="798" idx="2"/>
          </p:cNvCxnSpPr>
          <p:nvPr/>
        </p:nvCxnSpPr>
        <p:spPr>
          <a:xfrm flipV="1">
            <a:off x="10219411" y="4148566"/>
            <a:ext cx="0" cy="15763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5" name="직사각형 814">
            <a:extLst>
              <a:ext uri="{FF2B5EF4-FFF2-40B4-BE49-F238E27FC236}">
                <a16:creationId xmlns:a16="http://schemas.microsoft.com/office/drawing/2014/main" id="{7C83EEC2-E487-BC7D-C225-F16BBE4C3711}"/>
              </a:ext>
            </a:extLst>
          </p:cNvPr>
          <p:cNvSpPr/>
          <p:nvPr/>
        </p:nvSpPr>
        <p:spPr>
          <a:xfrm>
            <a:off x="6588739" y="2809183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status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5F244E9B-2A68-376F-74CF-8C75D6D43FBF}"/>
              </a:ext>
            </a:extLst>
          </p:cNvPr>
          <p:cNvSpPr>
            <a:spLocks/>
          </p:cNvSpPr>
          <p:nvPr/>
        </p:nvSpPr>
        <p:spPr>
          <a:xfrm>
            <a:off x="7435151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rating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8" name="직사각형 817">
            <a:extLst>
              <a:ext uri="{FF2B5EF4-FFF2-40B4-BE49-F238E27FC236}">
                <a16:creationId xmlns:a16="http://schemas.microsoft.com/office/drawing/2014/main" id="{3C5AE567-866E-1FE3-6FC2-E762073F412F}"/>
              </a:ext>
            </a:extLst>
          </p:cNvPr>
          <p:cNvSpPr>
            <a:spLocks/>
          </p:cNvSpPr>
          <p:nvPr/>
        </p:nvSpPr>
        <p:spPr>
          <a:xfrm>
            <a:off x="8316940" y="10446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distributor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19" name="직사각형 818">
            <a:extLst>
              <a:ext uri="{FF2B5EF4-FFF2-40B4-BE49-F238E27FC236}">
                <a16:creationId xmlns:a16="http://schemas.microsoft.com/office/drawing/2014/main" id="{B6B039E6-91B8-3816-D3FB-F1AFC4456397}"/>
              </a:ext>
            </a:extLst>
          </p:cNvPr>
          <p:cNvSpPr>
            <a:spLocks/>
          </p:cNvSpPr>
          <p:nvPr/>
        </p:nvSpPr>
        <p:spPr>
          <a:xfrm>
            <a:off x="9859411" y="2154515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language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0" name="직사각형 819">
            <a:extLst>
              <a:ext uri="{FF2B5EF4-FFF2-40B4-BE49-F238E27FC236}">
                <a16:creationId xmlns:a16="http://schemas.microsoft.com/office/drawing/2014/main" id="{93F76497-53CF-25BC-89CB-75E7C399F81E}"/>
              </a:ext>
            </a:extLst>
          </p:cNvPr>
          <p:cNvSpPr>
            <a:spLocks/>
          </p:cNvSpPr>
          <p:nvPr/>
        </p:nvSpPr>
        <p:spPr>
          <a:xfrm>
            <a:off x="9859411" y="166254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subtitle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21" name="직사각형 820">
            <a:extLst>
              <a:ext uri="{FF2B5EF4-FFF2-40B4-BE49-F238E27FC236}">
                <a16:creationId xmlns:a16="http://schemas.microsoft.com/office/drawing/2014/main" id="{E0594FA6-40F2-52E7-9C71-DB7817E5B2FC}"/>
              </a:ext>
            </a:extLst>
          </p:cNvPr>
          <p:cNvSpPr>
            <a:spLocks/>
          </p:cNvSpPr>
          <p:nvPr/>
        </p:nvSpPr>
        <p:spPr>
          <a:xfrm>
            <a:off x="9147778" y="1003791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similarity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22" name="직선 연결선[R] 821">
            <a:extLst>
              <a:ext uri="{FF2B5EF4-FFF2-40B4-BE49-F238E27FC236}">
                <a16:creationId xmlns:a16="http://schemas.microsoft.com/office/drawing/2014/main" id="{91D1C476-CDD8-BBC5-410A-C31644B2F558}"/>
              </a:ext>
            </a:extLst>
          </p:cNvPr>
          <p:cNvCxnSpPr>
            <a:cxnSpLocks/>
          </p:cNvCxnSpPr>
          <p:nvPr/>
        </p:nvCxnSpPr>
        <p:spPr>
          <a:xfrm flipH="1">
            <a:off x="8588471" y="1995052"/>
            <a:ext cx="12709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직선 연결선[R] 825">
            <a:extLst>
              <a:ext uri="{FF2B5EF4-FFF2-40B4-BE49-F238E27FC236}">
                <a16:creationId xmlns:a16="http://schemas.microsoft.com/office/drawing/2014/main" id="{D2E491D7-2B61-7C18-E396-F280FBCE406D}"/>
              </a:ext>
            </a:extLst>
          </p:cNvPr>
          <p:cNvCxnSpPr>
            <a:cxnSpLocks/>
          </p:cNvCxnSpPr>
          <p:nvPr/>
        </p:nvCxnSpPr>
        <p:spPr>
          <a:xfrm flipH="1">
            <a:off x="7308739" y="3024037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직선 연결선[R] 827">
            <a:extLst>
              <a:ext uri="{FF2B5EF4-FFF2-40B4-BE49-F238E27FC236}">
                <a16:creationId xmlns:a16="http://schemas.microsoft.com/office/drawing/2014/main" id="{D1B0C19B-D627-D5D2-22B5-5A113B20BB92}"/>
              </a:ext>
            </a:extLst>
          </p:cNvPr>
          <p:cNvCxnSpPr>
            <a:cxnSpLocks/>
          </p:cNvCxnSpPr>
          <p:nvPr/>
        </p:nvCxnSpPr>
        <p:spPr>
          <a:xfrm flipH="1">
            <a:off x="8588471" y="2229431"/>
            <a:ext cx="1270940" cy="538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직선 연결선[R] 828">
            <a:extLst>
              <a:ext uri="{FF2B5EF4-FFF2-40B4-BE49-F238E27FC236}">
                <a16:creationId xmlns:a16="http://schemas.microsoft.com/office/drawing/2014/main" id="{2A4C710A-6C6E-3796-0CDB-927F8843EE01}"/>
              </a:ext>
            </a:extLst>
          </p:cNvPr>
          <p:cNvCxnSpPr>
            <a:cxnSpLocks/>
          </p:cNvCxnSpPr>
          <p:nvPr/>
        </p:nvCxnSpPr>
        <p:spPr>
          <a:xfrm flipH="1">
            <a:off x="8588046" y="1144151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3" name="직사각형 832">
            <a:extLst>
              <a:ext uri="{FF2B5EF4-FFF2-40B4-BE49-F238E27FC236}">
                <a16:creationId xmlns:a16="http://schemas.microsoft.com/office/drawing/2014/main" id="{671F364C-6DFE-9B87-BF0E-EACB0EB73F08}"/>
              </a:ext>
            </a:extLst>
          </p:cNvPr>
          <p:cNvSpPr>
            <a:spLocks/>
          </p:cNvSpPr>
          <p:nvPr/>
        </p:nvSpPr>
        <p:spPr>
          <a:xfrm>
            <a:off x="5307906" y="370422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4" name="직사각형 833">
            <a:extLst>
              <a:ext uri="{FF2B5EF4-FFF2-40B4-BE49-F238E27FC236}">
                <a16:creationId xmlns:a16="http://schemas.microsoft.com/office/drawing/2014/main" id="{D84EE2B3-B899-E1F2-472A-0A757D25C2ED}"/>
              </a:ext>
            </a:extLst>
          </p:cNvPr>
          <p:cNvSpPr>
            <a:spLocks/>
          </p:cNvSpPr>
          <p:nvPr/>
        </p:nvSpPr>
        <p:spPr>
          <a:xfrm>
            <a:off x="1147624" y="370205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store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5" name="직사각형 834">
            <a:extLst>
              <a:ext uri="{FF2B5EF4-FFF2-40B4-BE49-F238E27FC236}">
                <a16:creationId xmlns:a16="http://schemas.microsoft.com/office/drawing/2014/main" id="{A0925488-C7BB-5BA3-A27F-72F39388092B}"/>
              </a:ext>
            </a:extLst>
          </p:cNvPr>
          <p:cNvSpPr>
            <a:spLocks/>
          </p:cNvSpPr>
          <p:nvPr/>
        </p:nvSpPr>
        <p:spPr>
          <a:xfrm>
            <a:off x="5307906" y="2808037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city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region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36" name="직사각형 835">
            <a:extLst>
              <a:ext uri="{FF2B5EF4-FFF2-40B4-BE49-F238E27FC236}">
                <a16:creationId xmlns:a16="http://schemas.microsoft.com/office/drawing/2014/main" id="{614E2F17-0291-403C-9501-1380041E08BB}"/>
              </a:ext>
            </a:extLst>
          </p:cNvPr>
          <p:cNvSpPr>
            <a:spLocks/>
          </p:cNvSpPr>
          <p:nvPr/>
        </p:nvSpPr>
        <p:spPr>
          <a:xfrm>
            <a:off x="6588739" y="5501286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0" name="직사각형 839">
            <a:extLst>
              <a:ext uri="{FF2B5EF4-FFF2-40B4-BE49-F238E27FC236}">
                <a16:creationId xmlns:a16="http://schemas.microsoft.com/office/drawing/2014/main" id="{32744CC0-D0D8-D611-66C3-D7873DBAD31A}"/>
              </a:ext>
            </a:extLst>
          </p:cNvPr>
          <p:cNvSpPr>
            <a:spLocks/>
          </p:cNvSpPr>
          <p:nvPr/>
        </p:nvSpPr>
        <p:spPr>
          <a:xfrm>
            <a:off x="3867906" y="5496592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42" name="직사각형 841">
            <a:extLst>
              <a:ext uri="{FF2B5EF4-FFF2-40B4-BE49-F238E27FC236}">
                <a16:creationId xmlns:a16="http://schemas.microsoft.com/office/drawing/2014/main" id="{0E1DF95C-823B-361B-03FB-CE03D6ED64A2}"/>
              </a:ext>
            </a:extLst>
          </p:cNvPr>
          <p:cNvSpPr>
            <a:spLocks/>
          </p:cNvSpPr>
          <p:nvPr/>
        </p:nvSpPr>
        <p:spPr>
          <a:xfrm>
            <a:off x="11139142" y="5504242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" altLang="ko-KR" sz="700" dirty="0" err="1"/>
              <a:t>maintenanceticket</a:t>
            </a:r>
            <a:endParaRPr lang="ko-KR" altLang="en-US" sz="7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43" name="직선 연결선[R] 842">
            <a:extLst>
              <a:ext uri="{FF2B5EF4-FFF2-40B4-BE49-F238E27FC236}">
                <a16:creationId xmlns:a16="http://schemas.microsoft.com/office/drawing/2014/main" id="{3C377649-1116-3BDE-030C-65035132C049}"/>
              </a:ext>
            </a:extLst>
          </p:cNvPr>
          <p:cNvCxnSpPr>
            <a:cxnSpLocks/>
            <a:stCxn id="833" idx="0"/>
            <a:endCxn id="835" idx="2"/>
          </p:cNvCxnSpPr>
          <p:nvPr/>
        </p:nvCxnSpPr>
        <p:spPr>
          <a:xfrm flipV="1">
            <a:off x="5667906" y="3240037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4" name="직선 연결선[R] 843">
            <a:extLst>
              <a:ext uri="{FF2B5EF4-FFF2-40B4-BE49-F238E27FC236}">
                <a16:creationId xmlns:a16="http://schemas.microsoft.com/office/drawing/2014/main" id="{F1F666E8-F831-194F-0113-91F0C64CE5B7}"/>
              </a:ext>
            </a:extLst>
          </p:cNvPr>
          <p:cNvCxnSpPr>
            <a:cxnSpLocks/>
            <a:stCxn id="834" idx="3"/>
            <a:endCxn id="833" idx="1"/>
          </p:cNvCxnSpPr>
          <p:nvPr/>
        </p:nvCxnSpPr>
        <p:spPr>
          <a:xfrm>
            <a:off x="1867624" y="3918051"/>
            <a:ext cx="3440282" cy="21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9" name="직선 연결선[R] 848">
            <a:extLst>
              <a:ext uri="{FF2B5EF4-FFF2-40B4-BE49-F238E27FC236}">
                <a16:creationId xmlns:a16="http://schemas.microsoft.com/office/drawing/2014/main" id="{9978F718-2346-E17D-D8F5-5F834175936F}"/>
              </a:ext>
            </a:extLst>
          </p:cNvPr>
          <p:cNvCxnSpPr>
            <a:cxnSpLocks/>
            <a:stCxn id="794" idx="1"/>
            <a:endCxn id="833" idx="3"/>
          </p:cNvCxnSpPr>
          <p:nvPr/>
        </p:nvCxnSpPr>
        <p:spPr>
          <a:xfrm flipH="1" flipV="1">
            <a:off x="6027906" y="3920222"/>
            <a:ext cx="1840565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2" name="직선 연결선[R] 851">
            <a:extLst>
              <a:ext uri="{FF2B5EF4-FFF2-40B4-BE49-F238E27FC236}">
                <a16:creationId xmlns:a16="http://schemas.microsoft.com/office/drawing/2014/main" id="{40BE8211-4B56-73AA-568E-DB4D2025B402}"/>
              </a:ext>
            </a:extLst>
          </p:cNvPr>
          <p:cNvCxnSpPr>
            <a:cxnSpLocks/>
            <a:stCxn id="836" idx="1"/>
            <a:endCxn id="840" idx="3"/>
          </p:cNvCxnSpPr>
          <p:nvPr/>
        </p:nvCxnSpPr>
        <p:spPr>
          <a:xfrm flipH="1" flipV="1">
            <a:off x="4587906" y="5712592"/>
            <a:ext cx="2000833" cy="469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5" name="직선 연결선[R] 854">
            <a:extLst>
              <a:ext uri="{FF2B5EF4-FFF2-40B4-BE49-F238E27FC236}">
                <a16:creationId xmlns:a16="http://schemas.microsoft.com/office/drawing/2014/main" id="{83AC3546-67DA-18E1-E155-B539D659A5AE}"/>
              </a:ext>
            </a:extLst>
          </p:cNvPr>
          <p:cNvCxnSpPr>
            <a:cxnSpLocks/>
            <a:stCxn id="795" idx="1"/>
            <a:endCxn id="836" idx="3"/>
          </p:cNvCxnSpPr>
          <p:nvPr/>
        </p:nvCxnSpPr>
        <p:spPr>
          <a:xfrm flipH="1">
            <a:off x="7308739" y="5717286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8" name="직선 연결선[R] 857">
            <a:extLst>
              <a:ext uri="{FF2B5EF4-FFF2-40B4-BE49-F238E27FC236}">
                <a16:creationId xmlns:a16="http://schemas.microsoft.com/office/drawing/2014/main" id="{F4CF3FDC-5FD2-6F0D-CB5D-F3BF73F0C1D6}"/>
              </a:ext>
            </a:extLst>
          </p:cNvPr>
          <p:cNvCxnSpPr>
            <a:cxnSpLocks/>
          </p:cNvCxnSpPr>
          <p:nvPr/>
        </p:nvCxnSpPr>
        <p:spPr>
          <a:xfrm flipH="1">
            <a:off x="8588471" y="5834852"/>
            <a:ext cx="255067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직선 연결선[R] 860">
            <a:extLst>
              <a:ext uri="{FF2B5EF4-FFF2-40B4-BE49-F238E27FC236}">
                <a16:creationId xmlns:a16="http://schemas.microsoft.com/office/drawing/2014/main" id="{8DFD446A-7BEF-C12C-6C13-30EB3AB787BD}"/>
              </a:ext>
            </a:extLst>
          </p:cNvPr>
          <p:cNvCxnSpPr>
            <a:cxnSpLocks/>
          </p:cNvCxnSpPr>
          <p:nvPr/>
        </p:nvCxnSpPr>
        <p:spPr>
          <a:xfrm flipH="1">
            <a:off x="7588605" y="3126486"/>
            <a:ext cx="2798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직선 연결선[R] 861">
            <a:extLst>
              <a:ext uri="{FF2B5EF4-FFF2-40B4-BE49-F238E27FC236}">
                <a16:creationId xmlns:a16="http://schemas.microsoft.com/office/drawing/2014/main" id="{60AFA12E-B4B4-9536-53AB-752E06E060B8}"/>
              </a:ext>
            </a:extLst>
          </p:cNvPr>
          <p:cNvCxnSpPr>
            <a:cxnSpLocks/>
          </p:cNvCxnSpPr>
          <p:nvPr/>
        </p:nvCxnSpPr>
        <p:spPr>
          <a:xfrm flipH="1" flipV="1">
            <a:off x="7588605" y="3126486"/>
            <a:ext cx="0" cy="245476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6" name="직선 연결선[R] 865">
            <a:extLst>
              <a:ext uri="{FF2B5EF4-FFF2-40B4-BE49-F238E27FC236}">
                <a16:creationId xmlns:a16="http://schemas.microsoft.com/office/drawing/2014/main" id="{34CCA2F2-D656-183D-6DEC-A51D5B0504A5}"/>
              </a:ext>
            </a:extLst>
          </p:cNvPr>
          <p:cNvCxnSpPr>
            <a:cxnSpLocks/>
          </p:cNvCxnSpPr>
          <p:nvPr/>
        </p:nvCxnSpPr>
        <p:spPr>
          <a:xfrm flipH="1">
            <a:off x="7319941" y="5581249"/>
            <a:ext cx="2686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9" name="직선 연결선[R] 868">
            <a:extLst>
              <a:ext uri="{FF2B5EF4-FFF2-40B4-BE49-F238E27FC236}">
                <a16:creationId xmlns:a16="http://schemas.microsoft.com/office/drawing/2014/main" id="{11518E01-545A-1FBD-8779-C4A58EBBDB1D}"/>
              </a:ext>
            </a:extLst>
          </p:cNvPr>
          <p:cNvCxnSpPr>
            <a:cxnSpLocks/>
          </p:cNvCxnSpPr>
          <p:nvPr/>
        </p:nvCxnSpPr>
        <p:spPr>
          <a:xfrm flipV="1">
            <a:off x="8441831" y="541984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0" name="직선 연결선[R] 869">
            <a:extLst>
              <a:ext uri="{FF2B5EF4-FFF2-40B4-BE49-F238E27FC236}">
                <a16:creationId xmlns:a16="http://schemas.microsoft.com/office/drawing/2014/main" id="{1E886C76-9BC2-3B4C-9BD7-7FCF4922B4E4}"/>
              </a:ext>
            </a:extLst>
          </p:cNvPr>
          <p:cNvCxnSpPr>
            <a:cxnSpLocks/>
          </p:cNvCxnSpPr>
          <p:nvPr/>
        </p:nvCxnSpPr>
        <p:spPr>
          <a:xfrm flipV="1">
            <a:off x="8030465" y="536461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1" name="직사각형 870">
            <a:extLst>
              <a:ext uri="{FF2B5EF4-FFF2-40B4-BE49-F238E27FC236}">
                <a16:creationId xmlns:a16="http://schemas.microsoft.com/office/drawing/2014/main" id="{DA1AF07F-2C91-8064-C368-2E7BDEC16AC2}"/>
              </a:ext>
            </a:extLst>
          </p:cNvPr>
          <p:cNvSpPr>
            <a:spLocks/>
          </p:cNvSpPr>
          <p:nvPr/>
        </p:nvSpPr>
        <p:spPr>
          <a:xfrm>
            <a:off x="11139142" y="4184377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72" name="직사각형 871">
            <a:extLst>
              <a:ext uri="{FF2B5EF4-FFF2-40B4-BE49-F238E27FC236}">
                <a16:creationId xmlns:a16="http://schemas.microsoft.com/office/drawing/2014/main" id="{0565137B-A097-FFF0-C0CD-6B6C23B4A034}"/>
              </a:ext>
            </a:extLst>
          </p:cNvPr>
          <p:cNvSpPr>
            <a:spLocks/>
          </p:cNvSpPr>
          <p:nvPr/>
        </p:nvSpPr>
        <p:spPr>
          <a:xfrm>
            <a:off x="11139142" y="3288192"/>
            <a:ext cx="720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73" name="직선 연결선[R] 872">
            <a:extLst>
              <a:ext uri="{FF2B5EF4-FFF2-40B4-BE49-F238E27FC236}">
                <a16:creationId xmlns:a16="http://schemas.microsoft.com/office/drawing/2014/main" id="{C26A73AC-C52C-AEB3-0EFD-ABC17AB78BA6}"/>
              </a:ext>
            </a:extLst>
          </p:cNvPr>
          <p:cNvCxnSpPr>
            <a:cxnSpLocks/>
            <a:stCxn id="871" idx="0"/>
            <a:endCxn id="872" idx="2"/>
          </p:cNvCxnSpPr>
          <p:nvPr/>
        </p:nvCxnSpPr>
        <p:spPr>
          <a:xfrm flipV="1">
            <a:off x="11499142" y="3720192"/>
            <a:ext cx="0" cy="46418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직선 연결선[R] 875">
            <a:extLst>
              <a:ext uri="{FF2B5EF4-FFF2-40B4-BE49-F238E27FC236}">
                <a16:creationId xmlns:a16="http://schemas.microsoft.com/office/drawing/2014/main" id="{ED608DDE-8A83-46C2-8C74-A3E986EDF64B}"/>
              </a:ext>
            </a:extLst>
          </p:cNvPr>
          <p:cNvCxnSpPr>
            <a:cxnSpLocks/>
          </p:cNvCxnSpPr>
          <p:nvPr/>
        </p:nvCxnSpPr>
        <p:spPr>
          <a:xfrm flipV="1">
            <a:off x="5856270" y="3450825"/>
            <a:ext cx="0" cy="25339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" name="직선 연결선[R] 878">
            <a:extLst>
              <a:ext uri="{FF2B5EF4-FFF2-40B4-BE49-F238E27FC236}">
                <a16:creationId xmlns:a16="http://schemas.microsoft.com/office/drawing/2014/main" id="{50CFDDF0-E968-1977-BACC-DC7E9A9B3EB5}"/>
              </a:ext>
            </a:extLst>
          </p:cNvPr>
          <p:cNvCxnSpPr>
            <a:cxnSpLocks/>
          </p:cNvCxnSpPr>
          <p:nvPr/>
        </p:nvCxnSpPr>
        <p:spPr>
          <a:xfrm flipH="1" flipV="1">
            <a:off x="5856270" y="3450825"/>
            <a:ext cx="5282872" cy="232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연결선[R] 882">
            <a:extLst>
              <a:ext uri="{FF2B5EF4-FFF2-40B4-BE49-F238E27FC236}">
                <a16:creationId xmlns:a16="http://schemas.microsoft.com/office/drawing/2014/main" id="{F5F8AD02-E8E5-1730-E6E4-BA0022A7C803}"/>
              </a:ext>
            </a:extLst>
          </p:cNvPr>
          <p:cNvCxnSpPr>
            <a:cxnSpLocks/>
          </p:cNvCxnSpPr>
          <p:nvPr/>
        </p:nvCxnSpPr>
        <p:spPr>
          <a:xfrm flipH="1">
            <a:off x="10579411" y="3927582"/>
            <a:ext cx="70843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연결선[R] 885">
            <a:extLst>
              <a:ext uri="{FF2B5EF4-FFF2-40B4-BE49-F238E27FC236}">
                <a16:creationId xmlns:a16="http://schemas.microsoft.com/office/drawing/2014/main" id="{17FD790D-07A6-80A2-F706-CCEA5B715A4A}"/>
              </a:ext>
            </a:extLst>
          </p:cNvPr>
          <p:cNvCxnSpPr>
            <a:cxnSpLocks/>
          </p:cNvCxnSpPr>
          <p:nvPr/>
        </p:nvCxnSpPr>
        <p:spPr>
          <a:xfrm>
            <a:off x="11300287" y="3726642"/>
            <a:ext cx="0" cy="2009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연결선[R] 888">
            <a:extLst>
              <a:ext uri="{FF2B5EF4-FFF2-40B4-BE49-F238E27FC236}">
                <a16:creationId xmlns:a16="http://schemas.microsoft.com/office/drawing/2014/main" id="{BAF7A6DD-5F76-86C1-8BF3-8BD596C93BB0}"/>
              </a:ext>
            </a:extLst>
          </p:cNvPr>
          <p:cNvCxnSpPr>
            <a:cxnSpLocks/>
          </p:cNvCxnSpPr>
          <p:nvPr/>
        </p:nvCxnSpPr>
        <p:spPr>
          <a:xfrm flipV="1">
            <a:off x="8441831" y="3576751"/>
            <a:ext cx="0" cy="1197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1" name="직선 연결선[R] 890">
            <a:extLst>
              <a:ext uri="{FF2B5EF4-FFF2-40B4-BE49-F238E27FC236}">
                <a16:creationId xmlns:a16="http://schemas.microsoft.com/office/drawing/2014/main" id="{4DED59A0-56F5-967C-8D8D-A80BD3CCEE66}"/>
              </a:ext>
            </a:extLst>
          </p:cNvPr>
          <p:cNvCxnSpPr>
            <a:cxnSpLocks/>
          </p:cNvCxnSpPr>
          <p:nvPr/>
        </p:nvCxnSpPr>
        <p:spPr>
          <a:xfrm flipH="1">
            <a:off x="8441831" y="3576751"/>
            <a:ext cx="269731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4" name="직사각형 893">
            <a:extLst>
              <a:ext uri="{FF2B5EF4-FFF2-40B4-BE49-F238E27FC236}">
                <a16:creationId xmlns:a16="http://schemas.microsoft.com/office/drawing/2014/main" id="{53805433-4D8B-1D7D-D3F7-E971AE0D0C70}"/>
              </a:ext>
            </a:extLst>
          </p:cNvPr>
          <p:cNvSpPr>
            <a:spLocks/>
          </p:cNvSpPr>
          <p:nvPr/>
        </p:nvSpPr>
        <p:spPr>
          <a:xfrm>
            <a:off x="5307906" y="5905330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5" name="직사각형 894">
            <a:extLst>
              <a:ext uri="{FF2B5EF4-FFF2-40B4-BE49-F238E27FC236}">
                <a16:creationId xmlns:a16="http://schemas.microsoft.com/office/drawing/2014/main" id="{33FFA7CE-E839-C6BB-5DD2-257CD0A35933}"/>
              </a:ext>
            </a:extLst>
          </p:cNvPr>
          <p:cNvSpPr>
            <a:spLocks/>
          </p:cNvSpPr>
          <p:nvPr/>
        </p:nvSpPr>
        <p:spPr>
          <a:xfrm>
            <a:off x="2507490" y="5903508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 login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history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6" name="직사각형 895">
            <a:extLst>
              <a:ext uri="{FF2B5EF4-FFF2-40B4-BE49-F238E27FC236}">
                <a16:creationId xmlns:a16="http://schemas.microsoft.com/office/drawing/2014/main" id="{6A1162E8-3E98-31A5-62F3-ED339EE82E0F}"/>
              </a:ext>
            </a:extLst>
          </p:cNvPr>
          <p:cNvSpPr>
            <a:spLocks/>
          </p:cNvSpPr>
          <p:nvPr/>
        </p:nvSpPr>
        <p:spPr>
          <a:xfrm>
            <a:off x="2507490" y="536524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7" name="직사각형 896">
            <a:extLst>
              <a:ext uri="{FF2B5EF4-FFF2-40B4-BE49-F238E27FC236}">
                <a16:creationId xmlns:a16="http://schemas.microsoft.com/office/drawing/2014/main" id="{608437E2-2BE8-75E1-FAA6-8C2A14B0A269}"/>
              </a:ext>
            </a:extLst>
          </p:cNvPr>
          <p:cNvSpPr>
            <a:spLocks/>
          </p:cNvSpPr>
          <p:nvPr/>
        </p:nvSpPr>
        <p:spPr>
          <a:xfrm>
            <a:off x="2507490" y="4826990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block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list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898" name="직사각형 897">
            <a:extLst>
              <a:ext uri="{FF2B5EF4-FFF2-40B4-BE49-F238E27FC236}">
                <a16:creationId xmlns:a16="http://schemas.microsoft.com/office/drawing/2014/main" id="{33719233-7E52-A82E-4279-7C9E19F4FA0A}"/>
              </a:ext>
            </a:extLst>
          </p:cNvPr>
          <p:cNvSpPr>
            <a:spLocks/>
          </p:cNvSpPr>
          <p:nvPr/>
        </p:nvSpPr>
        <p:spPr>
          <a:xfrm>
            <a:off x="2501223" y="3994735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preference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99" name="직선 연결선[R] 898">
            <a:extLst>
              <a:ext uri="{FF2B5EF4-FFF2-40B4-BE49-F238E27FC236}">
                <a16:creationId xmlns:a16="http://schemas.microsoft.com/office/drawing/2014/main" id="{05BF39E4-7596-932E-C4AD-848CCD22D247}"/>
              </a:ext>
            </a:extLst>
          </p:cNvPr>
          <p:cNvCxnSpPr>
            <a:cxnSpLocks/>
            <a:stCxn id="894" idx="1"/>
          </p:cNvCxnSpPr>
          <p:nvPr/>
        </p:nvCxnSpPr>
        <p:spPr>
          <a:xfrm flipH="1">
            <a:off x="4442780" y="6121330"/>
            <a:ext cx="86512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3" name="직선 연결선[R] 902">
            <a:extLst>
              <a:ext uri="{FF2B5EF4-FFF2-40B4-BE49-F238E27FC236}">
                <a16:creationId xmlns:a16="http://schemas.microsoft.com/office/drawing/2014/main" id="{2F399090-2BBD-99A9-A8C5-AFC2D597E719}"/>
              </a:ext>
            </a:extLst>
          </p:cNvPr>
          <p:cNvCxnSpPr>
            <a:cxnSpLocks/>
          </p:cNvCxnSpPr>
          <p:nvPr/>
        </p:nvCxnSpPr>
        <p:spPr>
          <a:xfrm flipV="1">
            <a:off x="4442780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연결선[R] 905">
            <a:extLst>
              <a:ext uri="{FF2B5EF4-FFF2-40B4-BE49-F238E27FC236}">
                <a16:creationId xmlns:a16="http://schemas.microsoft.com/office/drawing/2014/main" id="{D3318BB5-5C8A-4E52-1B8F-AD1D3A6E0AA4}"/>
              </a:ext>
            </a:extLst>
          </p:cNvPr>
          <p:cNvCxnSpPr>
            <a:cxnSpLocks/>
          </p:cNvCxnSpPr>
          <p:nvPr/>
        </p:nvCxnSpPr>
        <p:spPr>
          <a:xfrm flipH="1">
            <a:off x="3227490" y="6127546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" name="직선 연결선[R] 906">
            <a:extLst>
              <a:ext uri="{FF2B5EF4-FFF2-40B4-BE49-F238E27FC236}">
                <a16:creationId xmlns:a16="http://schemas.microsoft.com/office/drawing/2014/main" id="{EBFC3903-7BC2-9CF2-07C4-A282B0021729}"/>
              </a:ext>
            </a:extLst>
          </p:cNvPr>
          <p:cNvCxnSpPr>
            <a:cxnSpLocks/>
          </p:cNvCxnSpPr>
          <p:nvPr/>
        </p:nvCxnSpPr>
        <p:spPr>
          <a:xfrm flipV="1">
            <a:off x="4010066" y="5928592"/>
            <a:ext cx="0" cy="18804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9" name="직선 연결선[R] 908">
            <a:extLst>
              <a:ext uri="{FF2B5EF4-FFF2-40B4-BE49-F238E27FC236}">
                <a16:creationId xmlns:a16="http://schemas.microsoft.com/office/drawing/2014/main" id="{69A0CB88-D327-C2C1-B996-B0F2C687A676}"/>
              </a:ext>
            </a:extLst>
          </p:cNvPr>
          <p:cNvCxnSpPr>
            <a:cxnSpLocks/>
          </p:cNvCxnSpPr>
          <p:nvPr/>
        </p:nvCxnSpPr>
        <p:spPr>
          <a:xfrm flipH="1" flipV="1">
            <a:off x="3227490" y="5712592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연결선[R] 910">
            <a:extLst>
              <a:ext uri="{FF2B5EF4-FFF2-40B4-BE49-F238E27FC236}">
                <a16:creationId xmlns:a16="http://schemas.microsoft.com/office/drawing/2014/main" id="{39F5D27B-C21B-4CD7-F3CD-51716995712A}"/>
              </a:ext>
            </a:extLst>
          </p:cNvPr>
          <p:cNvCxnSpPr>
            <a:cxnSpLocks/>
          </p:cNvCxnSpPr>
          <p:nvPr/>
        </p:nvCxnSpPr>
        <p:spPr>
          <a:xfrm flipH="1">
            <a:off x="3227490" y="5126535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2" name="직선 연결선[R] 911">
            <a:extLst>
              <a:ext uri="{FF2B5EF4-FFF2-40B4-BE49-F238E27FC236}">
                <a16:creationId xmlns:a16="http://schemas.microsoft.com/office/drawing/2014/main" id="{D7219316-CFD4-3A1D-7B3F-03641F82DFC6}"/>
              </a:ext>
            </a:extLst>
          </p:cNvPr>
          <p:cNvCxnSpPr>
            <a:cxnSpLocks/>
          </p:cNvCxnSpPr>
          <p:nvPr/>
        </p:nvCxnSpPr>
        <p:spPr>
          <a:xfrm flipV="1">
            <a:off x="3547698" y="5126535"/>
            <a:ext cx="0" cy="4547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9" name="직선 연결선[R] 918">
            <a:extLst>
              <a:ext uri="{FF2B5EF4-FFF2-40B4-BE49-F238E27FC236}">
                <a16:creationId xmlns:a16="http://schemas.microsoft.com/office/drawing/2014/main" id="{D52C890D-B909-F0D4-AB7B-6CCD203CD261}"/>
              </a:ext>
            </a:extLst>
          </p:cNvPr>
          <p:cNvCxnSpPr>
            <a:cxnSpLocks/>
          </p:cNvCxnSpPr>
          <p:nvPr/>
        </p:nvCxnSpPr>
        <p:spPr>
          <a:xfrm flipH="1">
            <a:off x="3547698" y="5581484"/>
            <a:ext cx="3202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1" name="직선 연결선[R] 920">
            <a:extLst>
              <a:ext uri="{FF2B5EF4-FFF2-40B4-BE49-F238E27FC236}">
                <a16:creationId xmlns:a16="http://schemas.microsoft.com/office/drawing/2014/main" id="{204AE8B5-B6CB-F81C-5617-D3EB600DDE46}"/>
              </a:ext>
            </a:extLst>
          </p:cNvPr>
          <p:cNvCxnSpPr>
            <a:cxnSpLocks/>
            <a:endCxn id="898" idx="3"/>
          </p:cNvCxnSpPr>
          <p:nvPr/>
        </p:nvCxnSpPr>
        <p:spPr>
          <a:xfrm flipH="1">
            <a:off x="3221223" y="4210735"/>
            <a:ext cx="92018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4" name="직선 연결선[R] 923">
            <a:extLst>
              <a:ext uri="{FF2B5EF4-FFF2-40B4-BE49-F238E27FC236}">
                <a16:creationId xmlns:a16="http://schemas.microsoft.com/office/drawing/2014/main" id="{01D9AD9C-F077-E3A5-8889-F1EBC6BB09A4}"/>
              </a:ext>
            </a:extLst>
          </p:cNvPr>
          <p:cNvCxnSpPr>
            <a:cxnSpLocks/>
          </p:cNvCxnSpPr>
          <p:nvPr/>
        </p:nvCxnSpPr>
        <p:spPr>
          <a:xfrm flipH="1" flipV="1">
            <a:off x="4141406" y="4202008"/>
            <a:ext cx="6267" cy="12940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8" name="직사각형 927">
            <a:extLst>
              <a:ext uri="{FF2B5EF4-FFF2-40B4-BE49-F238E27FC236}">
                <a16:creationId xmlns:a16="http://schemas.microsoft.com/office/drawing/2014/main" id="{8CF53A4F-72FB-CFBA-A67E-7E3F519F02B3}"/>
              </a:ext>
            </a:extLst>
          </p:cNvPr>
          <p:cNvSpPr>
            <a:spLocks/>
          </p:cNvSpPr>
          <p:nvPr/>
        </p:nvSpPr>
        <p:spPr>
          <a:xfrm>
            <a:off x="3867906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29" name="직선 연결선[R] 928">
            <a:extLst>
              <a:ext uri="{FF2B5EF4-FFF2-40B4-BE49-F238E27FC236}">
                <a16:creationId xmlns:a16="http://schemas.microsoft.com/office/drawing/2014/main" id="{1854F831-4623-878C-8A8C-927E3FD31D93}"/>
              </a:ext>
            </a:extLst>
          </p:cNvPr>
          <p:cNvCxnSpPr>
            <a:cxnSpLocks/>
          </p:cNvCxnSpPr>
          <p:nvPr/>
        </p:nvCxnSpPr>
        <p:spPr>
          <a:xfrm flipV="1">
            <a:off x="4314306" y="2772480"/>
            <a:ext cx="0" cy="27231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2" name="직사각형 931">
            <a:extLst>
              <a:ext uri="{FF2B5EF4-FFF2-40B4-BE49-F238E27FC236}">
                <a16:creationId xmlns:a16="http://schemas.microsoft.com/office/drawing/2014/main" id="{91CDC284-33B3-471B-1C21-3EAC97ED5F6E}"/>
              </a:ext>
            </a:extLst>
          </p:cNvPr>
          <p:cNvSpPr>
            <a:spLocks/>
          </p:cNvSpPr>
          <p:nvPr/>
        </p:nvSpPr>
        <p:spPr>
          <a:xfrm>
            <a:off x="2507490" y="2341450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3" name="직사각형 932">
            <a:extLst>
              <a:ext uri="{FF2B5EF4-FFF2-40B4-BE49-F238E27FC236}">
                <a16:creationId xmlns:a16="http://schemas.microsoft.com/office/drawing/2014/main" id="{293BD2EB-35D5-B948-B476-716079F1872C}"/>
              </a:ext>
            </a:extLst>
          </p:cNvPr>
          <p:cNvSpPr>
            <a:spLocks/>
          </p:cNvSpPr>
          <p:nvPr/>
        </p:nvSpPr>
        <p:spPr>
          <a:xfrm>
            <a:off x="2495572" y="3258117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34" name="직사각형 933">
            <a:extLst>
              <a:ext uri="{FF2B5EF4-FFF2-40B4-BE49-F238E27FC236}">
                <a16:creationId xmlns:a16="http://schemas.microsoft.com/office/drawing/2014/main" id="{AD4FA841-291F-1D03-E921-D0C00B0A0D3F}"/>
              </a:ext>
            </a:extLst>
          </p:cNvPr>
          <p:cNvSpPr>
            <a:spLocks/>
          </p:cNvSpPr>
          <p:nvPr/>
        </p:nvSpPr>
        <p:spPr>
          <a:xfrm>
            <a:off x="3867906" y="6336791"/>
            <a:ext cx="720000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role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35" name="직선 연결선[R] 934">
            <a:extLst>
              <a:ext uri="{FF2B5EF4-FFF2-40B4-BE49-F238E27FC236}">
                <a16:creationId xmlns:a16="http://schemas.microsoft.com/office/drawing/2014/main" id="{A5A273C6-CC84-1EC0-2B33-57FC2E4DC059}"/>
              </a:ext>
            </a:extLst>
          </p:cNvPr>
          <p:cNvCxnSpPr>
            <a:cxnSpLocks/>
            <a:stCxn id="934" idx="0"/>
            <a:endCxn id="840" idx="2"/>
          </p:cNvCxnSpPr>
          <p:nvPr/>
        </p:nvCxnSpPr>
        <p:spPr>
          <a:xfrm flipV="1">
            <a:off x="4227906" y="5928592"/>
            <a:ext cx="0" cy="4081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연결선[R] 937">
            <a:extLst>
              <a:ext uri="{FF2B5EF4-FFF2-40B4-BE49-F238E27FC236}">
                <a16:creationId xmlns:a16="http://schemas.microsoft.com/office/drawing/2014/main" id="{05AF403A-F322-BB67-ECD5-6945261940AC}"/>
              </a:ext>
            </a:extLst>
          </p:cNvPr>
          <p:cNvCxnSpPr>
            <a:cxnSpLocks/>
          </p:cNvCxnSpPr>
          <p:nvPr/>
        </p:nvCxnSpPr>
        <p:spPr>
          <a:xfrm flipV="1">
            <a:off x="2873427" y="2790167"/>
            <a:ext cx="0" cy="467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9" name="직사각형 938">
            <a:extLst>
              <a:ext uri="{FF2B5EF4-FFF2-40B4-BE49-F238E27FC236}">
                <a16:creationId xmlns:a16="http://schemas.microsoft.com/office/drawing/2014/main" id="{F3FE486F-53AB-EA41-D961-6DBDCCF1EBD2}"/>
              </a:ext>
            </a:extLst>
          </p:cNvPr>
          <p:cNvSpPr>
            <a:spLocks/>
          </p:cNvSpPr>
          <p:nvPr/>
        </p:nvSpPr>
        <p:spPr>
          <a:xfrm>
            <a:off x="6588188" y="460864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0" name="직사각형 939">
            <a:extLst>
              <a:ext uri="{FF2B5EF4-FFF2-40B4-BE49-F238E27FC236}">
                <a16:creationId xmlns:a16="http://schemas.microsoft.com/office/drawing/2014/main" id="{173ED80A-4C0E-81C9-1F8D-1C2E16DD7F0E}"/>
              </a:ext>
            </a:extLst>
          </p:cNvPr>
          <p:cNvSpPr>
            <a:spLocks/>
          </p:cNvSpPr>
          <p:nvPr/>
        </p:nvSpPr>
        <p:spPr>
          <a:xfrm>
            <a:off x="2507490" y="1797431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1" name="직사각형 940">
            <a:extLst>
              <a:ext uri="{FF2B5EF4-FFF2-40B4-BE49-F238E27FC236}">
                <a16:creationId xmlns:a16="http://schemas.microsoft.com/office/drawing/2014/main" id="{47A48B45-F1E1-125A-B951-A789F27052DE}"/>
              </a:ext>
            </a:extLst>
          </p:cNvPr>
          <p:cNvSpPr>
            <a:spLocks/>
          </p:cNvSpPr>
          <p:nvPr/>
        </p:nvSpPr>
        <p:spPr>
          <a:xfrm>
            <a:off x="1147624" y="1797431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2" name="직사각형 941">
            <a:extLst>
              <a:ext uri="{FF2B5EF4-FFF2-40B4-BE49-F238E27FC236}">
                <a16:creationId xmlns:a16="http://schemas.microsoft.com/office/drawing/2014/main" id="{578F43D5-6FFB-50F4-31C4-E20A48C53CB7}"/>
              </a:ext>
            </a:extLst>
          </p:cNvPr>
          <p:cNvSpPr>
            <a:spLocks/>
          </p:cNvSpPr>
          <p:nvPr/>
        </p:nvSpPr>
        <p:spPr>
          <a:xfrm>
            <a:off x="2513427" y="385719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3" name="직사각형 942">
            <a:extLst>
              <a:ext uri="{FF2B5EF4-FFF2-40B4-BE49-F238E27FC236}">
                <a16:creationId xmlns:a16="http://schemas.microsoft.com/office/drawing/2014/main" id="{7C1A456D-318A-7DB9-4B1A-4AFB0AAA67F6}"/>
              </a:ext>
            </a:extLst>
          </p:cNvPr>
          <p:cNvSpPr>
            <a:spLocks/>
          </p:cNvSpPr>
          <p:nvPr/>
        </p:nvSpPr>
        <p:spPr>
          <a:xfrm>
            <a:off x="4363194" y="1009717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ticket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4" name="직사각형 943">
            <a:extLst>
              <a:ext uri="{FF2B5EF4-FFF2-40B4-BE49-F238E27FC236}">
                <a16:creationId xmlns:a16="http://schemas.microsoft.com/office/drawing/2014/main" id="{E3F8C24A-8FBD-0F3B-8C8F-BC44F236D157}"/>
              </a:ext>
            </a:extLst>
          </p:cNvPr>
          <p:cNvSpPr>
            <a:spLocks/>
          </p:cNvSpPr>
          <p:nvPr/>
        </p:nvSpPr>
        <p:spPr>
          <a:xfrm>
            <a:off x="4155343" y="105669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5" name="직사각형 944">
            <a:extLst>
              <a:ext uri="{FF2B5EF4-FFF2-40B4-BE49-F238E27FC236}">
                <a16:creationId xmlns:a16="http://schemas.microsoft.com/office/drawing/2014/main" id="{5A368208-125E-C5A3-8F3E-CBD5ACFF3864}"/>
              </a:ext>
            </a:extLst>
          </p:cNvPr>
          <p:cNvSpPr>
            <a:spLocks/>
          </p:cNvSpPr>
          <p:nvPr/>
        </p:nvSpPr>
        <p:spPr>
          <a:xfrm>
            <a:off x="5307906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6FB7BE1D-0AD9-C72A-25AC-26CF7F3A060E}"/>
              </a:ext>
            </a:extLst>
          </p:cNvPr>
          <p:cNvSpPr>
            <a:spLocks/>
          </p:cNvSpPr>
          <p:nvPr/>
        </p:nvSpPr>
        <p:spPr>
          <a:xfrm>
            <a:off x="5307906" y="10203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947" name="직선 연결선[R] 946">
            <a:extLst>
              <a:ext uri="{FF2B5EF4-FFF2-40B4-BE49-F238E27FC236}">
                <a16:creationId xmlns:a16="http://schemas.microsoft.com/office/drawing/2014/main" id="{C254640B-CF4F-51CE-7DCF-7A35DCB13A29}"/>
              </a:ext>
            </a:extLst>
          </p:cNvPr>
          <p:cNvCxnSpPr>
            <a:cxnSpLocks/>
            <a:endCxn id="928" idx="3"/>
          </p:cNvCxnSpPr>
          <p:nvPr/>
        </p:nvCxnSpPr>
        <p:spPr>
          <a:xfrm flipH="1" flipV="1">
            <a:off x="4587906" y="2557450"/>
            <a:ext cx="3442559" cy="5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1" name="직선 연결선[R] 950">
            <a:extLst>
              <a:ext uri="{FF2B5EF4-FFF2-40B4-BE49-F238E27FC236}">
                <a16:creationId xmlns:a16="http://schemas.microsoft.com/office/drawing/2014/main" id="{FF10056B-1121-3FD6-75ED-5C23DA956017}"/>
              </a:ext>
            </a:extLst>
          </p:cNvPr>
          <p:cNvCxnSpPr>
            <a:cxnSpLocks/>
          </p:cNvCxnSpPr>
          <p:nvPr/>
        </p:nvCxnSpPr>
        <p:spPr>
          <a:xfrm flipV="1">
            <a:off x="8030465" y="2557450"/>
            <a:ext cx="0" cy="26174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4" name="직선 연결선[R] 953">
            <a:extLst>
              <a:ext uri="{FF2B5EF4-FFF2-40B4-BE49-F238E27FC236}">
                <a16:creationId xmlns:a16="http://schemas.microsoft.com/office/drawing/2014/main" id="{1BEDAF73-4437-8A0E-9C87-1C3DBC449FFD}"/>
              </a:ext>
            </a:extLst>
          </p:cNvPr>
          <p:cNvCxnSpPr>
            <a:cxnSpLocks/>
          </p:cNvCxnSpPr>
          <p:nvPr/>
        </p:nvCxnSpPr>
        <p:spPr>
          <a:xfrm flipV="1">
            <a:off x="4491484" y="2775573"/>
            <a:ext cx="1514" cy="159553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연결선[R] 956">
            <a:extLst>
              <a:ext uri="{FF2B5EF4-FFF2-40B4-BE49-F238E27FC236}">
                <a16:creationId xmlns:a16="http://schemas.microsoft.com/office/drawing/2014/main" id="{C6AE8190-52A7-E607-13C6-6319C4D420B0}"/>
              </a:ext>
            </a:extLst>
          </p:cNvPr>
          <p:cNvCxnSpPr>
            <a:cxnSpLocks/>
          </p:cNvCxnSpPr>
          <p:nvPr/>
        </p:nvCxnSpPr>
        <p:spPr>
          <a:xfrm flipH="1" flipV="1">
            <a:off x="4500263" y="4374782"/>
            <a:ext cx="2236051" cy="17945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" name="직선 연결선[R] 959">
            <a:extLst>
              <a:ext uri="{FF2B5EF4-FFF2-40B4-BE49-F238E27FC236}">
                <a16:creationId xmlns:a16="http://schemas.microsoft.com/office/drawing/2014/main" id="{8C2A39BB-A4CA-CB64-B76C-355BBBB9F1A8}"/>
              </a:ext>
            </a:extLst>
          </p:cNvPr>
          <p:cNvCxnSpPr>
            <a:cxnSpLocks/>
          </p:cNvCxnSpPr>
          <p:nvPr/>
        </p:nvCxnSpPr>
        <p:spPr>
          <a:xfrm flipV="1">
            <a:off x="6737138" y="4392727"/>
            <a:ext cx="0" cy="215922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2" name="직선 연결선[R] 961">
            <a:extLst>
              <a:ext uri="{FF2B5EF4-FFF2-40B4-BE49-F238E27FC236}">
                <a16:creationId xmlns:a16="http://schemas.microsoft.com/office/drawing/2014/main" id="{74A0236F-6DA0-496A-94B0-CB67530AC484}"/>
              </a:ext>
            </a:extLst>
          </p:cNvPr>
          <p:cNvCxnSpPr>
            <a:cxnSpLocks/>
          </p:cNvCxnSpPr>
          <p:nvPr/>
        </p:nvCxnSpPr>
        <p:spPr>
          <a:xfrm flipV="1">
            <a:off x="7116130" y="3588175"/>
            <a:ext cx="0" cy="10204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5" name="직선 연결선[R] 964">
            <a:extLst>
              <a:ext uri="{FF2B5EF4-FFF2-40B4-BE49-F238E27FC236}">
                <a16:creationId xmlns:a16="http://schemas.microsoft.com/office/drawing/2014/main" id="{5195A581-045B-CF83-97AD-3B05DC754C7D}"/>
              </a:ext>
            </a:extLst>
          </p:cNvPr>
          <p:cNvCxnSpPr>
            <a:cxnSpLocks/>
          </p:cNvCxnSpPr>
          <p:nvPr/>
        </p:nvCxnSpPr>
        <p:spPr>
          <a:xfrm flipH="1">
            <a:off x="7116130" y="3588175"/>
            <a:ext cx="91433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" name="직선 연결선[R] 967">
            <a:extLst>
              <a:ext uri="{FF2B5EF4-FFF2-40B4-BE49-F238E27FC236}">
                <a16:creationId xmlns:a16="http://schemas.microsoft.com/office/drawing/2014/main" id="{EEF82DFF-C1F8-C411-A7B4-A15E5744F03C}"/>
              </a:ext>
            </a:extLst>
          </p:cNvPr>
          <p:cNvCxnSpPr>
            <a:cxnSpLocks/>
          </p:cNvCxnSpPr>
          <p:nvPr/>
        </p:nvCxnSpPr>
        <p:spPr>
          <a:xfrm flipV="1">
            <a:off x="8030465" y="3257900"/>
            <a:ext cx="0" cy="3302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2" name="직선 연결선[R] 971">
            <a:extLst>
              <a:ext uri="{FF2B5EF4-FFF2-40B4-BE49-F238E27FC236}">
                <a16:creationId xmlns:a16="http://schemas.microsoft.com/office/drawing/2014/main" id="{C82B1EC6-86EA-09ED-9C1C-B7C13B02D0AA}"/>
              </a:ext>
            </a:extLst>
          </p:cNvPr>
          <p:cNvCxnSpPr>
            <a:cxnSpLocks/>
            <a:endCxn id="939" idx="2"/>
          </p:cNvCxnSpPr>
          <p:nvPr/>
        </p:nvCxnSpPr>
        <p:spPr>
          <a:xfrm flipV="1">
            <a:off x="6948188" y="5040649"/>
            <a:ext cx="0" cy="21834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5" name="직선 연결선[R] 974">
            <a:extLst>
              <a:ext uri="{FF2B5EF4-FFF2-40B4-BE49-F238E27FC236}">
                <a16:creationId xmlns:a16="http://schemas.microsoft.com/office/drawing/2014/main" id="{892F5C7D-1C81-D94F-D1EC-FF59CCCE2182}"/>
              </a:ext>
            </a:extLst>
          </p:cNvPr>
          <p:cNvCxnSpPr>
            <a:cxnSpLocks/>
          </p:cNvCxnSpPr>
          <p:nvPr/>
        </p:nvCxnSpPr>
        <p:spPr>
          <a:xfrm flipH="1" flipV="1">
            <a:off x="6948188" y="5258990"/>
            <a:ext cx="1082277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직선 연결선[R] 977">
            <a:extLst>
              <a:ext uri="{FF2B5EF4-FFF2-40B4-BE49-F238E27FC236}">
                <a16:creationId xmlns:a16="http://schemas.microsoft.com/office/drawing/2014/main" id="{BBD9691C-FADF-1B12-3A54-62EB4215C9F7}"/>
              </a:ext>
            </a:extLst>
          </p:cNvPr>
          <p:cNvCxnSpPr>
            <a:cxnSpLocks/>
          </p:cNvCxnSpPr>
          <p:nvPr/>
        </p:nvCxnSpPr>
        <p:spPr>
          <a:xfrm flipV="1">
            <a:off x="8030465" y="5262725"/>
            <a:ext cx="0" cy="233867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연결선[R] 981">
            <a:extLst>
              <a:ext uri="{FF2B5EF4-FFF2-40B4-BE49-F238E27FC236}">
                <a16:creationId xmlns:a16="http://schemas.microsoft.com/office/drawing/2014/main" id="{04CBAE05-1D0C-C258-3FA7-235440E5A361}"/>
              </a:ext>
            </a:extLst>
          </p:cNvPr>
          <p:cNvCxnSpPr>
            <a:cxnSpLocks/>
            <a:stCxn id="928" idx="1"/>
            <a:endCxn id="932" idx="3"/>
          </p:cNvCxnSpPr>
          <p:nvPr/>
        </p:nvCxnSpPr>
        <p:spPr>
          <a:xfrm flipH="1">
            <a:off x="3227490" y="2557450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직선 연결선[R] 984">
            <a:extLst>
              <a:ext uri="{FF2B5EF4-FFF2-40B4-BE49-F238E27FC236}">
                <a16:creationId xmlns:a16="http://schemas.microsoft.com/office/drawing/2014/main" id="{C19D66C7-99DD-3ACF-0238-F16F6E7C9CAC}"/>
              </a:ext>
            </a:extLst>
          </p:cNvPr>
          <p:cNvCxnSpPr>
            <a:cxnSpLocks/>
          </p:cNvCxnSpPr>
          <p:nvPr/>
        </p:nvCxnSpPr>
        <p:spPr>
          <a:xfrm flipH="1">
            <a:off x="1867624" y="2002286"/>
            <a:ext cx="64041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직선 연결선[R] 985">
            <a:extLst>
              <a:ext uri="{FF2B5EF4-FFF2-40B4-BE49-F238E27FC236}">
                <a16:creationId xmlns:a16="http://schemas.microsoft.com/office/drawing/2014/main" id="{ED199D5F-B8B1-C03C-25EE-929CACD9898D}"/>
              </a:ext>
            </a:extLst>
          </p:cNvPr>
          <p:cNvCxnSpPr>
            <a:cxnSpLocks/>
          </p:cNvCxnSpPr>
          <p:nvPr/>
        </p:nvCxnSpPr>
        <p:spPr>
          <a:xfrm flipV="1">
            <a:off x="4141406" y="593452"/>
            <a:ext cx="0" cy="17479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9" name="직선 연결선[R] 988">
            <a:extLst>
              <a:ext uri="{FF2B5EF4-FFF2-40B4-BE49-F238E27FC236}">
                <a16:creationId xmlns:a16="http://schemas.microsoft.com/office/drawing/2014/main" id="{B8E80867-4244-7125-04EA-39D4AEC86960}"/>
              </a:ext>
            </a:extLst>
          </p:cNvPr>
          <p:cNvCxnSpPr>
            <a:cxnSpLocks/>
            <a:endCxn id="942" idx="3"/>
          </p:cNvCxnSpPr>
          <p:nvPr/>
        </p:nvCxnSpPr>
        <p:spPr>
          <a:xfrm flipH="1">
            <a:off x="3233427" y="601719"/>
            <a:ext cx="9079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2" name="직선 연결선[R] 991">
            <a:extLst>
              <a:ext uri="{FF2B5EF4-FFF2-40B4-BE49-F238E27FC236}">
                <a16:creationId xmlns:a16="http://schemas.microsoft.com/office/drawing/2014/main" id="{E2DA3E2B-A18B-04A4-A8F0-16EEFB6D2B97}"/>
              </a:ext>
            </a:extLst>
          </p:cNvPr>
          <p:cNvCxnSpPr>
            <a:cxnSpLocks/>
            <a:stCxn id="940" idx="0"/>
            <a:endCxn id="942" idx="2"/>
          </p:cNvCxnSpPr>
          <p:nvPr/>
        </p:nvCxnSpPr>
        <p:spPr>
          <a:xfrm flipV="1">
            <a:off x="2867490" y="817719"/>
            <a:ext cx="5937" cy="9797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9" name="직선 연결선[R] 998">
            <a:extLst>
              <a:ext uri="{FF2B5EF4-FFF2-40B4-BE49-F238E27FC236}">
                <a16:creationId xmlns:a16="http://schemas.microsoft.com/office/drawing/2014/main" id="{EA8F87EB-3D21-3F74-CC0A-B3F331A02AF8}"/>
              </a:ext>
            </a:extLst>
          </p:cNvPr>
          <p:cNvCxnSpPr>
            <a:cxnSpLocks/>
          </p:cNvCxnSpPr>
          <p:nvPr/>
        </p:nvCxnSpPr>
        <p:spPr>
          <a:xfrm flipV="1">
            <a:off x="4309430" y="536461"/>
            <a:ext cx="0" cy="18049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1" name="직선 연결선[R] 1000">
            <a:extLst>
              <a:ext uri="{FF2B5EF4-FFF2-40B4-BE49-F238E27FC236}">
                <a16:creationId xmlns:a16="http://schemas.microsoft.com/office/drawing/2014/main" id="{04A65F1F-A0B3-467F-475D-EDB88AFC7EB7}"/>
              </a:ext>
            </a:extLst>
          </p:cNvPr>
          <p:cNvCxnSpPr>
            <a:cxnSpLocks/>
          </p:cNvCxnSpPr>
          <p:nvPr/>
        </p:nvCxnSpPr>
        <p:spPr>
          <a:xfrm flipV="1">
            <a:off x="4468180" y="1441717"/>
            <a:ext cx="0" cy="899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4" name="직선 연결선[R] 1003">
            <a:extLst>
              <a:ext uri="{FF2B5EF4-FFF2-40B4-BE49-F238E27FC236}">
                <a16:creationId xmlns:a16="http://schemas.microsoft.com/office/drawing/2014/main" id="{FEEBB7F8-F7BC-D70E-0753-98417819BDA9}"/>
              </a:ext>
            </a:extLst>
          </p:cNvPr>
          <p:cNvCxnSpPr>
            <a:cxnSpLocks/>
            <a:stCxn id="945" idx="1"/>
            <a:endCxn id="944" idx="3"/>
          </p:cNvCxnSpPr>
          <p:nvPr/>
        </p:nvCxnSpPr>
        <p:spPr>
          <a:xfrm flipH="1">
            <a:off x="4875343" y="320461"/>
            <a:ext cx="432563" cy="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" name="직선 연결선[R] 1006">
            <a:extLst>
              <a:ext uri="{FF2B5EF4-FFF2-40B4-BE49-F238E27FC236}">
                <a16:creationId xmlns:a16="http://schemas.microsoft.com/office/drawing/2014/main" id="{E5B1578A-C238-17A2-A79A-EB6FE7837A2A}"/>
              </a:ext>
            </a:extLst>
          </p:cNvPr>
          <p:cNvCxnSpPr>
            <a:cxnSpLocks/>
            <a:stCxn id="945" idx="2"/>
            <a:endCxn id="946" idx="0"/>
          </p:cNvCxnSpPr>
          <p:nvPr/>
        </p:nvCxnSpPr>
        <p:spPr>
          <a:xfrm>
            <a:off x="5667906" y="536461"/>
            <a:ext cx="0" cy="4839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8" name="직사각형 1017">
            <a:extLst>
              <a:ext uri="{FF2B5EF4-FFF2-40B4-BE49-F238E27FC236}">
                <a16:creationId xmlns:a16="http://schemas.microsoft.com/office/drawing/2014/main" id="{36E2C7FC-E712-D0AA-3C17-B3C69B13B50D}"/>
              </a:ext>
            </a:extLst>
          </p:cNvPr>
          <p:cNvSpPr>
            <a:spLocks/>
          </p:cNvSpPr>
          <p:nvPr/>
        </p:nvSpPr>
        <p:spPr>
          <a:xfrm>
            <a:off x="1147624" y="458737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1" name="직사각형 1020">
            <a:extLst>
              <a:ext uri="{FF2B5EF4-FFF2-40B4-BE49-F238E27FC236}">
                <a16:creationId xmlns:a16="http://schemas.microsoft.com/office/drawing/2014/main" id="{95E84BD5-ADB3-B665-89F3-9B4E97EF48BA}"/>
              </a:ext>
            </a:extLst>
          </p:cNvPr>
          <p:cNvSpPr>
            <a:spLocks/>
          </p:cNvSpPr>
          <p:nvPr/>
        </p:nvSpPr>
        <p:spPr>
          <a:xfrm>
            <a:off x="1147074" y="5496592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snack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order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item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2" name="직사각형 1021">
            <a:extLst>
              <a:ext uri="{FF2B5EF4-FFF2-40B4-BE49-F238E27FC236}">
                <a16:creationId xmlns:a16="http://schemas.microsoft.com/office/drawing/2014/main" id="{113960A2-E1F7-86C6-943E-D0F89A33E6E6}"/>
              </a:ext>
            </a:extLst>
          </p:cNvPr>
          <p:cNvSpPr>
            <a:spLocks/>
          </p:cNvSpPr>
          <p:nvPr/>
        </p:nvSpPr>
        <p:spPr>
          <a:xfrm>
            <a:off x="1147624" y="6279191"/>
            <a:ext cx="720000" cy="432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menu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3" name="직사각형 1022">
            <a:extLst>
              <a:ext uri="{FF2B5EF4-FFF2-40B4-BE49-F238E27FC236}">
                <a16:creationId xmlns:a16="http://schemas.microsoft.com/office/drawing/2014/main" id="{A2080C1A-F0F2-34C3-12BA-B3F6AB688352}"/>
              </a:ext>
            </a:extLst>
          </p:cNvPr>
          <p:cNvSpPr>
            <a:spLocks/>
          </p:cNvSpPr>
          <p:nvPr/>
        </p:nvSpPr>
        <p:spPr>
          <a:xfrm>
            <a:off x="5745306" y="4600407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4" name="직사각형 1023">
            <a:extLst>
              <a:ext uri="{FF2B5EF4-FFF2-40B4-BE49-F238E27FC236}">
                <a16:creationId xmlns:a16="http://schemas.microsoft.com/office/drawing/2014/main" id="{F2598762-CA07-706C-98C1-DF85FBCC35C8}"/>
              </a:ext>
            </a:extLst>
          </p:cNvPr>
          <p:cNvSpPr>
            <a:spLocks/>
          </p:cNvSpPr>
          <p:nvPr/>
        </p:nvSpPr>
        <p:spPr>
          <a:xfrm>
            <a:off x="5001156" y="5172592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review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like</a:t>
            </a:r>
          </a:p>
        </p:txBody>
      </p:sp>
      <p:sp>
        <p:nvSpPr>
          <p:cNvPr id="1025" name="직사각형 1024">
            <a:extLst>
              <a:ext uri="{FF2B5EF4-FFF2-40B4-BE49-F238E27FC236}">
                <a16:creationId xmlns:a16="http://schemas.microsoft.com/office/drawing/2014/main" id="{F95BB52F-D08F-0E7D-51EF-19BBD273BD90}"/>
              </a:ext>
            </a:extLst>
          </p:cNvPr>
          <p:cNvSpPr>
            <a:spLocks/>
          </p:cNvSpPr>
          <p:nvPr/>
        </p:nvSpPr>
        <p:spPr>
          <a:xfrm>
            <a:off x="4647981" y="1909450"/>
            <a:ext cx="720000" cy="432000"/>
          </a:xfrm>
          <a:prstGeom prst="rect">
            <a:avLst/>
          </a:prstGeom>
          <a:solidFill>
            <a:srgbClr val="FFE98E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recommendation</a:t>
            </a:r>
            <a:endParaRPr lang="ko-KR" altLang="en-US" sz="5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48370C11-0A95-58AC-DEAB-2B4813E2FDCC}"/>
              </a:ext>
            </a:extLst>
          </p:cNvPr>
          <p:cNvSpPr>
            <a:spLocks/>
          </p:cNvSpPr>
          <p:nvPr/>
        </p:nvSpPr>
        <p:spPr>
          <a:xfrm>
            <a:off x="11139142" y="2234019"/>
            <a:ext cx="720000" cy="432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audit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log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27" name="직선 연결선[R] 1026">
            <a:extLst>
              <a:ext uri="{FF2B5EF4-FFF2-40B4-BE49-F238E27FC236}">
                <a16:creationId xmlns:a16="http://schemas.microsoft.com/office/drawing/2014/main" id="{FD1699F7-511A-7026-83F0-7E7F2A01DEBD}"/>
              </a:ext>
            </a:extLst>
          </p:cNvPr>
          <p:cNvCxnSpPr>
            <a:cxnSpLocks/>
            <a:stCxn id="1018" idx="0"/>
            <a:endCxn id="834" idx="2"/>
          </p:cNvCxnSpPr>
          <p:nvPr/>
        </p:nvCxnSpPr>
        <p:spPr>
          <a:xfrm flipV="1">
            <a:off x="1507624" y="4134051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연결선[R] 1029">
            <a:extLst>
              <a:ext uri="{FF2B5EF4-FFF2-40B4-BE49-F238E27FC236}">
                <a16:creationId xmlns:a16="http://schemas.microsoft.com/office/drawing/2014/main" id="{4F49EE1D-5BB2-B0C5-D3F6-169104309C93}"/>
              </a:ext>
            </a:extLst>
          </p:cNvPr>
          <p:cNvCxnSpPr>
            <a:cxnSpLocks/>
          </p:cNvCxnSpPr>
          <p:nvPr/>
        </p:nvCxnSpPr>
        <p:spPr>
          <a:xfrm flipV="1">
            <a:off x="1507624" y="5032329"/>
            <a:ext cx="0" cy="453321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연결선[R] 1030">
            <a:extLst>
              <a:ext uri="{FF2B5EF4-FFF2-40B4-BE49-F238E27FC236}">
                <a16:creationId xmlns:a16="http://schemas.microsoft.com/office/drawing/2014/main" id="{B3517E98-0AD2-7549-9285-6689462B22E1}"/>
              </a:ext>
            </a:extLst>
          </p:cNvPr>
          <p:cNvCxnSpPr>
            <a:cxnSpLocks/>
          </p:cNvCxnSpPr>
          <p:nvPr/>
        </p:nvCxnSpPr>
        <p:spPr>
          <a:xfrm flipH="1">
            <a:off x="1867624" y="4669991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직선 연결선[R] 1033">
            <a:extLst>
              <a:ext uri="{FF2B5EF4-FFF2-40B4-BE49-F238E27FC236}">
                <a16:creationId xmlns:a16="http://schemas.microsoft.com/office/drawing/2014/main" id="{2B08FFE4-3B3E-23F4-52AC-3B25AC33B659}"/>
              </a:ext>
            </a:extLst>
          </p:cNvPr>
          <p:cNvCxnSpPr>
            <a:cxnSpLocks/>
          </p:cNvCxnSpPr>
          <p:nvPr/>
        </p:nvCxnSpPr>
        <p:spPr>
          <a:xfrm>
            <a:off x="4008982" y="4678646"/>
            <a:ext cx="0" cy="8169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직선 연결선[R] 1038">
            <a:extLst>
              <a:ext uri="{FF2B5EF4-FFF2-40B4-BE49-F238E27FC236}">
                <a16:creationId xmlns:a16="http://schemas.microsoft.com/office/drawing/2014/main" id="{F7861187-7BF3-B771-7BC8-9510346F56E4}"/>
              </a:ext>
            </a:extLst>
          </p:cNvPr>
          <p:cNvCxnSpPr>
            <a:cxnSpLocks/>
            <a:stCxn id="1022" idx="0"/>
            <a:endCxn id="1021" idx="2"/>
          </p:cNvCxnSpPr>
          <p:nvPr/>
        </p:nvCxnSpPr>
        <p:spPr>
          <a:xfrm flipH="1" flipV="1">
            <a:off x="1507074" y="5928592"/>
            <a:ext cx="550" cy="350599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직선 연결선[R] 1041">
            <a:extLst>
              <a:ext uri="{FF2B5EF4-FFF2-40B4-BE49-F238E27FC236}">
                <a16:creationId xmlns:a16="http://schemas.microsoft.com/office/drawing/2014/main" id="{175CC07B-EC62-A1CD-1741-491D6D0D7D9E}"/>
              </a:ext>
            </a:extLst>
          </p:cNvPr>
          <p:cNvCxnSpPr>
            <a:cxnSpLocks/>
          </p:cNvCxnSpPr>
          <p:nvPr/>
        </p:nvCxnSpPr>
        <p:spPr>
          <a:xfrm flipV="1">
            <a:off x="8218271" y="1441717"/>
            <a:ext cx="0" cy="23386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직선 연결선[R] 1043">
            <a:extLst>
              <a:ext uri="{FF2B5EF4-FFF2-40B4-BE49-F238E27FC236}">
                <a16:creationId xmlns:a16="http://schemas.microsoft.com/office/drawing/2014/main" id="{AF4E9C2B-ACA4-4BA5-9B8A-B5B139CAC60F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200980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직선 연결선[R] 1046">
            <a:extLst>
              <a:ext uri="{FF2B5EF4-FFF2-40B4-BE49-F238E27FC236}">
                <a16:creationId xmlns:a16="http://schemas.microsoft.com/office/drawing/2014/main" id="{A4463743-1A44-6483-00CB-C9D79A9A22A8}"/>
              </a:ext>
            </a:extLst>
          </p:cNvPr>
          <p:cNvCxnSpPr>
            <a:cxnSpLocks/>
          </p:cNvCxnSpPr>
          <p:nvPr/>
        </p:nvCxnSpPr>
        <p:spPr>
          <a:xfrm>
            <a:off x="6218663" y="1675583"/>
            <a:ext cx="0" cy="29211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직선 연결선[R] 1049">
            <a:extLst>
              <a:ext uri="{FF2B5EF4-FFF2-40B4-BE49-F238E27FC236}">
                <a16:creationId xmlns:a16="http://schemas.microsoft.com/office/drawing/2014/main" id="{C4F37545-BF9F-CE7A-11FA-AA45E8EFAEE5}"/>
              </a:ext>
            </a:extLst>
          </p:cNvPr>
          <p:cNvCxnSpPr>
            <a:cxnSpLocks/>
            <a:stCxn id="1023" idx="1"/>
          </p:cNvCxnSpPr>
          <p:nvPr/>
        </p:nvCxnSpPr>
        <p:spPr>
          <a:xfrm flipH="1">
            <a:off x="4480940" y="4816407"/>
            <a:ext cx="126436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직선 연결선[R] 1052">
            <a:extLst>
              <a:ext uri="{FF2B5EF4-FFF2-40B4-BE49-F238E27FC236}">
                <a16:creationId xmlns:a16="http://schemas.microsoft.com/office/drawing/2014/main" id="{37FE8743-1D35-68DA-D27D-71FEA5196900}"/>
              </a:ext>
            </a:extLst>
          </p:cNvPr>
          <p:cNvCxnSpPr>
            <a:cxnSpLocks/>
          </p:cNvCxnSpPr>
          <p:nvPr/>
        </p:nvCxnSpPr>
        <p:spPr>
          <a:xfrm flipV="1">
            <a:off x="4464380" y="4821101"/>
            <a:ext cx="0" cy="68373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직선 연결선[R] 1058">
            <a:extLst>
              <a:ext uri="{FF2B5EF4-FFF2-40B4-BE49-F238E27FC236}">
                <a16:creationId xmlns:a16="http://schemas.microsoft.com/office/drawing/2014/main" id="{58331F16-E756-2867-7EF0-E820674F93C3}"/>
              </a:ext>
            </a:extLst>
          </p:cNvPr>
          <p:cNvCxnSpPr>
            <a:cxnSpLocks/>
            <a:endCxn id="1024" idx="3"/>
          </p:cNvCxnSpPr>
          <p:nvPr/>
        </p:nvCxnSpPr>
        <p:spPr>
          <a:xfrm flipH="1">
            <a:off x="5721156" y="5388592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직선 연결선[R] 1061">
            <a:extLst>
              <a:ext uri="{FF2B5EF4-FFF2-40B4-BE49-F238E27FC236}">
                <a16:creationId xmlns:a16="http://schemas.microsoft.com/office/drawing/2014/main" id="{3FB5FE63-13DA-F30C-472B-ED9606A0A614}"/>
              </a:ext>
            </a:extLst>
          </p:cNvPr>
          <p:cNvCxnSpPr>
            <a:cxnSpLocks/>
            <a:endCxn id="1023" idx="2"/>
          </p:cNvCxnSpPr>
          <p:nvPr/>
        </p:nvCxnSpPr>
        <p:spPr>
          <a:xfrm flipV="1">
            <a:off x="6105306" y="5032407"/>
            <a:ext cx="0" cy="3328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직선 연결선[R] 1066">
            <a:extLst>
              <a:ext uri="{FF2B5EF4-FFF2-40B4-BE49-F238E27FC236}">
                <a16:creationId xmlns:a16="http://schemas.microsoft.com/office/drawing/2014/main" id="{DEA08D9E-7CEE-3FD2-F5A3-4E3D8E564895}"/>
              </a:ext>
            </a:extLst>
          </p:cNvPr>
          <p:cNvCxnSpPr>
            <a:cxnSpLocks/>
          </p:cNvCxnSpPr>
          <p:nvPr/>
        </p:nvCxnSpPr>
        <p:spPr>
          <a:xfrm flipH="1">
            <a:off x="4587906" y="5554569"/>
            <a:ext cx="39190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9" name="직선 연결선[R] 1068">
            <a:extLst>
              <a:ext uri="{FF2B5EF4-FFF2-40B4-BE49-F238E27FC236}">
                <a16:creationId xmlns:a16="http://schemas.microsoft.com/office/drawing/2014/main" id="{5F495697-AE98-32F9-442C-8B7CE7883904}"/>
              </a:ext>
            </a:extLst>
          </p:cNvPr>
          <p:cNvCxnSpPr>
            <a:cxnSpLocks/>
          </p:cNvCxnSpPr>
          <p:nvPr/>
        </p:nvCxnSpPr>
        <p:spPr>
          <a:xfrm flipV="1">
            <a:off x="4822003" y="2355053"/>
            <a:ext cx="0" cy="347979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3" name="직선 연결선[R] 1072">
            <a:extLst>
              <a:ext uri="{FF2B5EF4-FFF2-40B4-BE49-F238E27FC236}">
                <a16:creationId xmlns:a16="http://schemas.microsoft.com/office/drawing/2014/main" id="{1889A2CF-4D20-213F-9AF8-B1757B086E36}"/>
              </a:ext>
            </a:extLst>
          </p:cNvPr>
          <p:cNvCxnSpPr>
            <a:cxnSpLocks/>
          </p:cNvCxnSpPr>
          <p:nvPr/>
        </p:nvCxnSpPr>
        <p:spPr>
          <a:xfrm flipH="1">
            <a:off x="4587906" y="5842878"/>
            <a:ext cx="23934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직사각형 1074">
            <a:extLst>
              <a:ext uri="{FF2B5EF4-FFF2-40B4-BE49-F238E27FC236}">
                <a16:creationId xmlns:a16="http://schemas.microsoft.com/office/drawing/2014/main" id="{C17DB192-CD93-5002-B4EB-A179C7F95124}"/>
              </a:ext>
            </a:extLst>
          </p:cNvPr>
          <p:cNvSpPr>
            <a:spLocks/>
          </p:cNvSpPr>
          <p:nvPr/>
        </p:nvSpPr>
        <p:spPr>
          <a:xfrm>
            <a:off x="11139142" y="1656062"/>
            <a:ext cx="720000" cy="4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tax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 351">
            <a:extLst>
              <a:ext uri="{FF2B5EF4-FFF2-40B4-BE49-F238E27FC236}">
                <a16:creationId xmlns:a16="http://schemas.microsoft.com/office/drawing/2014/main" id="{132EDBAB-1F3E-33BF-543D-65CC463935E5}"/>
              </a:ext>
            </a:extLst>
          </p:cNvPr>
          <p:cNvCxnSpPr>
            <a:cxnSpLocks/>
          </p:cNvCxnSpPr>
          <p:nvPr/>
        </p:nvCxnSpPr>
        <p:spPr>
          <a:xfrm>
            <a:off x="8386702" y="149591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51">
            <a:extLst>
              <a:ext uri="{FF2B5EF4-FFF2-40B4-BE49-F238E27FC236}">
                <a16:creationId xmlns:a16="http://schemas.microsoft.com/office/drawing/2014/main" id="{4D0D98EC-5EA9-381C-0B43-F05A7BAB5B1C}"/>
              </a:ext>
            </a:extLst>
          </p:cNvPr>
          <p:cNvCxnSpPr>
            <a:cxnSpLocks/>
          </p:cNvCxnSpPr>
          <p:nvPr/>
        </p:nvCxnSpPr>
        <p:spPr>
          <a:xfrm>
            <a:off x="8170475" y="36462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351">
            <a:extLst>
              <a:ext uri="{FF2B5EF4-FFF2-40B4-BE49-F238E27FC236}">
                <a16:creationId xmlns:a16="http://schemas.microsoft.com/office/drawing/2014/main" id="{2F09D81C-CF78-1E85-18D8-57C5B959D83C}"/>
              </a:ext>
            </a:extLst>
          </p:cNvPr>
          <p:cNvCxnSpPr>
            <a:cxnSpLocks/>
          </p:cNvCxnSpPr>
          <p:nvPr/>
        </p:nvCxnSpPr>
        <p:spPr>
          <a:xfrm>
            <a:off x="7357364" y="29676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351">
            <a:extLst>
              <a:ext uri="{FF2B5EF4-FFF2-40B4-BE49-F238E27FC236}">
                <a16:creationId xmlns:a16="http://schemas.microsoft.com/office/drawing/2014/main" id="{5D7E33BA-0BDB-382F-8F92-2B46124BF236}"/>
              </a:ext>
            </a:extLst>
          </p:cNvPr>
          <p:cNvCxnSpPr>
            <a:cxnSpLocks/>
          </p:cNvCxnSpPr>
          <p:nvPr/>
        </p:nvCxnSpPr>
        <p:spPr>
          <a:xfrm>
            <a:off x="8177195" y="420200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351">
            <a:extLst>
              <a:ext uri="{FF2B5EF4-FFF2-40B4-BE49-F238E27FC236}">
                <a16:creationId xmlns:a16="http://schemas.microsoft.com/office/drawing/2014/main" id="{1ED99B19-A322-6102-8193-EA39A8C5304A}"/>
              </a:ext>
            </a:extLst>
          </p:cNvPr>
          <p:cNvCxnSpPr>
            <a:cxnSpLocks/>
          </p:cNvCxnSpPr>
          <p:nvPr/>
        </p:nvCxnSpPr>
        <p:spPr>
          <a:xfrm>
            <a:off x="8174471" y="507606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0" name="직선 연결선 351">
            <a:extLst>
              <a:ext uri="{FF2B5EF4-FFF2-40B4-BE49-F238E27FC236}">
                <a16:creationId xmlns:a16="http://schemas.microsoft.com/office/drawing/2014/main" id="{9B8B474F-7F8E-4D78-F835-D3930FD8F314}"/>
              </a:ext>
            </a:extLst>
          </p:cNvPr>
          <p:cNvCxnSpPr>
            <a:cxnSpLocks/>
          </p:cNvCxnSpPr>
          <p:nvPr/>
        </p:nvCxnSpPr>
        <p:spPr>
          <a:xfrm>
            <a:off x="10164731" y="420095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0" name="직선 연결선 351">
            <a:extLst>
              <a:ext uri="{FF2B5EF4-FFF2-40B4-BE49-F238E27FC236}">
                <a16:creationId xmlns:a16="http://schemas.microsoft.com/office/drawing/2014/main" id="{6E95331E-85EC-DB8C-5BDE-E863B8CCA7A7}"/>
              </a:ext>
            </a:extLst>
          </p:cNvPr>
          <p:cNvCxnSpPr>
            <a:cxnSpLocks/>
          </p:cNvCxnSpPr>
          <p:nvPr/>
        </p:nvCxnSpPr>
        <p:spPr>
          <a:xfrm>
            <a:off x="8174471" y="2397253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4" name="직선 연결선 351">
            <a:extLst>
              <a:ext uri="{FF2B5EF4-FFF2-40B4-BE49-F238E27FC236}">
                <a16:creationId xmlns:a16="http://schemas.microsoft.com/office/drawing/2014/main" id="{5F5A949E-FE7F-02EA-3094-8F24B3167C2D}"/>
              </a:ext>
            </a:extLst>
          </p:cNvPr>
          <p:cNvCxnSpPr>
            <a:cxnSpLocks/>
          </p:cNvCxnSpPr>
          <p:nvPr/>
        </p:nvCxnSpPr>
        <p:spPr>
          <a:xfrm>
            <a:off x="8643731" y="296738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4" name="직선 연결선 351">
            <a:extLst>
              <a:ext uri="{FF2B5EF4-FFF2-40B4-BE49-F238E27FC236}">
                <a16:creationId xmlns:a16="http://schemas.microsoft.com/office/drawing/2014/main" id="{D5BE433C-6758-D763-C359-7F1EEA4FA872}"/>
              </a:ext>
            </a:extLst>
          </p:cNvPr>
          <p:cNvCxnSpPr>
            <a:cxnSpLocks/>
          </p:cNvCxnSpPr>
          <p:nvPr/>
        </p:nvCxnSpPr>
        <p:spPr>
          <a:xfrm>
            <a:off x="10168042" y="3655977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87" name="그룹 986">
            <a:extLst>
              <a:ext uri="{FF2B5EF4-FFF2-40B4-BE49-F238E27FC236}">
                <a16:creationId xmlns:a16="http://schemas.microsoft.com/office/drawing/2014/main" id="{87052DD3-7C5B-91CE-F65D-BCD16B2086A2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956431" y="876576"/>
            <a:ext cx="148067" cy="108000"/>
            <a:chOff x="7409659" y="2902132"/>
            <a:chExt cx="317047" cy="239471"/>
          </a:xfrm>
        </p:grpSpPr>
        <p:grpSp>
          <p:nvGrpSpPr>
            <p:cNvPr id="988" name="그룹 987">
              <a:extLst>
                <a:ext uri="{FF2B5EF4-FFF2-40B4-BE49-F238E27FC236}">
                  <a16:creationId xmlns:a16="http://schemas.microsoft.com/office/drawing/2014/main" id="{BE593CC0-6628-F055-22E8-A4895290F80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93" name="직선 연결선 322">
                <a:extLst>
                  <a:ext uri="{FF2B5EF4-FFF2-40B4-BE49-F238E27FC236}">
                    <a16:creationId xmlns:a16="http://schemas.microsoft.com/office/drawing/2014/main" id="{534F04F5-B045-9BA4-E510-1FCCB9C15B8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4" name="직선 연결선 323">
                <a:extLst>
                  <a:ext uri="{FF2B5EF4-FFF2-40B4-BE49-F238E27FC236}">
                    <a16:creationId xmlns:a16="http://schemas.microsoft.com/office/drawing/2014/main" id="{D8CE1DC7-47B3-BAF5-0543-FA927F156F7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5" name="직선 연결선 324">
                <a:extLst>
                  <a:ext uri="{FF2B5EF4-FFF2-40B4-BE49-F238E27FC236}">
                    <a16:creationId xmlns:a16="http://schemas.microsoft.com/office/drawing/2014/main" id="{694100EC-0C75-AB33-8115-E42459D756D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0" name="직선 연결선 326">
              <a:extLst>
                <a:ext uri="{FF2B5EF4-FFF2-40B4-BE49-F238E27FC236}">
                  <a16:creationId xmlns:a16="http://schemas.microsoft.com/office/drawing/2014/main" id="{B89D5E08-6AA1-1ABE-A17C-703F9B00B67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1" name="타원 990">
              <a:extLst>
                <a:ext uri="{FF2B5EF4-FFF2-40B4-BE49-F238E27FC236}">
                  <a16:creationId xmlns:a16="http://schemas.microsoft.com/office/drawing/2014/main" id="{276CAF1F-6BD7-AA9D-7098-09C74CE84B1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996" name="그룹 995">
            <a:extLst>
              <a:ext uri="{FF2B5EF4-FFF2-40B4-BE49-F238E27FC236}">
                <a16:creationId xmlns:a16="http://schemas.microsoft.com/office/drawing/2014/main" id="{2E696ED9-F699-29DA-F0FC-98C3032EA4E4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878922"/>
            <a:ext cx="148067" cy="108000"/>
            <a:chOff x="7409659" y="2902132"/>
            <a:chExt cx="317047" cy="239471"/>
          </a:xfrm>
        </p:grpSpPr>
        <p:grpSp>
          <p:nvGrpSpPr>
            <p:cNvPr id="997" name="그룹 996">
              <a:extLst>
                <a:ext uri="{FF2B5EF4-FFF2-40B4-BE49-F238E27FC236}">
                  <a16:creationId xmlns:a16="http://schemas.microsoft.com/office/drawing/2014/main" id="{BCC643FD-900A-0571-D600-6AF72DC3870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002" name="직선 연결선 322">
                <a:extLst>
                  <a:ext uri="{FF2B5EF4-FFF2-40B4-BE49-F238E27FC236}">
                    <a16:creationId xmlns:a16="http://schemas.microsoft.com/office/drawing/2014/main" id="{53C02328-5011-BF78-258C-9C8E2ACD6D5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3" name="직선 연결선 323">
                <a:extLst>
                  <a:ext uri="{FF2B5EF4-FFF2-40B4-BE49-F238E27FC236}">
                    <a16:creationId xmlns:a16="http://schemas.microsoft.com/office/drawing/2014/main" id="{A6A10F63-EFDD-F7D4-D7B4-95F311CB8FB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5" name="직선 연결선 324">
                <a:extLst>
                  <a:ext uri="{FF2B5EF4-FFF2-40B4-BE49-F238E27FC236}">
                    <a16:creationId xmlns:a16="http://schemas.microsoft.com/office/drawing/2014/main" id="{BB6D5940-13D3-3B97-4D7F-4215CACC7C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98" name="직선 연결선 326">
              <a:extLst>
                <a:ext uri="{FF2B5EF4-FFF2-40B4-BE49-F238E27FC236}">
                  <a16:creationId xmlns:a16="http://schemas.microsoft.com/office/drawing/2014/main" id="{382CEA3F-F7DF-786B-0D2F-28223E9A5F8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00" name="타원 999">
              <a:extLst>
                <a:ext uri="{FF2B5EF4-FFF2-40B4-BE49-F238E27FC236}">
                  <a16:creationId xmlns:a16="http://schemas.microsoft.com/office/drawing/2014/main" id="{2186E661-626B-AF25-236A-B415570FF81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036" name="직선 연결선 351">
            <a:extLst>
              <a:ext uri="{FF2B5EF4-FFF2-40B4-BE49-F238E27FC236}">
                <a16:creationId xmlns:a16="http://schemas.microsoft.com/office/drawing/2014/main" id="{91D503EF-DE1F-A4E2-B11E-418CABA1CC2E}"/>
              </a:ext>
            </a:extLst>
          </p:cNvPr>
          <p:cNvCxnSpPr>
            <a:cxnSpLocks/>
          </p:cNvCxnSpPr>
          <p:nvPr/>
        </p:nvCxnSpPr>
        <p:spPr>
          <a:xfrm>
            <a:off x="9791251" y="194870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7" name="직선 연결선 351">
            <a:extLst>
              <a:ext uri="{FF2B5EF4-FFF2-40B4-BE49-F238E27FC236}">
                <a16:creationId xmlns:a16="http://schemas.microsoft.com/office/drawing/2014/main" id="{3E3C146A-7210-6078-4B18-07505E1C49DE}"/>
              </a:ext>
            </a:extLst>
          </p:cNvPr>
          <p:cNvCxnSpPr>
            <a:cxnSpLocks/>
          </p:cNvCxnSpPr>
          <p:nvPr/>
        </p:nvCxnSpPr>
        <p:spPr>
          <a:xfrm>
            <a:off x="9793398" y="2191667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직선 연결선[R] 1037">
            <a:extLst>
              <a:ext uri="{FF2B5EF4-FFF2-40B4-BE49-F238E27FC236}">
                <a16:creationId xmlns:a16="http://schemas.microsoft.com/office/drawing/2014/main" id="{E6742F0D-76F6-356C-8F5A-16A1EF9BDAE9}"/>
              </a:ext>
            </a:extLst>
          </p:cNvPr>
          <p:cNvCxnSpPr>
            <a:cxnSpLocks/>
          </p:cNvCxnSpPr>
          <p:nvPr/>
        </p:nvCxnSpPr>
        <p:spPr>
          <a:xfrm flipH="1">
            <a:off x="8588046" y="1299699"/>
            <a:ext cx="559732" cy="0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직선 연결선 351">
            <a:extLst>
              <a:ext uri="{FF2B5EF4-FFF2-40B4-BE49-F238E27FC236}">
                <a16:creationId xmlns:a16="http://schemas.microsoft.com/office/drawing/2014/main" id="{E2621380-DA52-B2FE-3D64-6297501DE8BF}"/>
              </a:ext>
            </a:extLst>
          </p:cNvPr>
          <p:cNvCxnSpPr>
            <a:cxnSpLocks/>
          </p:cNvCxnSpPr>
          <p:nvPr/>
        </p:nvCxnSpPr>
        <p:spPr>
          <a:xfrm>
            <a:off x="8639467" y="108422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직선 연결선 351">
            <a:extLst>
              <a:ext uri="{FF2B5EF4-FFF2-40B4-BE49-F238E27FC236}">
                <a16:creationId xmlns:a16="http://schemas.microsoft.com/office/drawing/2014/main" id="{D84EA2BF-E6BF-582B-2631-3158C782F9F5}"/>
              </a:ext>
            </a:extLst>
          </p:cNvPr>
          <p:cNvCxnSpPr>
            <a:cxnSpLocks/>
          </p:cNvCxnSpPr>
          <p:nvPr/>
        </p:nvCxnSpPr>
        <p:spPr>
          <a:xfrm>
            <a:off x="8636460" y="121979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8" name="직선 연결선 351">
            <a:extLst>
              <a:ext uri="{FF2B5EF4-FFF2-40B4-BE49-F238E27FC236}">
                <a16:creationId xmlns:a16="http://schemas.microsoft.com/office/drawing/2014/main" id="{E6145098-0505-8DA2-0C06-16686BCCD422}"/>
              </a:ext>
            </a:extLst>
          </p:cNvPr>
          <p:cNvCxnSpPr>
            <a:cxnSpLocks/>
          </p:cNvCxnSpPr>
          <p:nvPr/>
        </p:nvCxnSpPr>
        <p:spPr>
          <a:xfrm>
            <a:off x="5613906" y="329055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9" name="직선 연결선 351">
            <a:extLst>
              <a:ext uri="{FF2B5EF4-FFF2-40B4-BE49-F238E27FC236}">
                <a16:creationId xmlns:a16="http://schemas.microsoft.com/office/drawing/2014/main" id="{300B3897-DA31-AD5B-E3BA-B5F798A10280}"/>
              </a:ext>
            </a:extLst>
          </p:cNvPr>
          <p:cNvCxnSpPr>
            <a:cxnSpLocks/>
          </p:cNvCxnSpPr>
          <p:nvPr/>
        </p:nvCxnSpPr>
        <p:spPr>
          <a:xfrm>
            <a:off x="6086474" y="387041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2" name="직선 연결선 351">
            <a:extLst>
              <a:ext uri="{FF2B5EF4-FFF2-40B4-BE49-F238E27FC236}">
                <a16:creationId xmlns:a16="http://schemas.microsoft.com/office/drawing/2014/main" id="{CF4ABB4B-799B-74C1-67B5-20CB282D2165}"/>
              </a:ext>
            </a:extLst>
          </p:cNvPr>
          <p:cNvCxnSpPr>
            <a:cxnSpLocks/>
          </p:cNvCxnSpPr>
          <p:nvPr/>
        </p:nvCxnSpPr>
        <p:spPr>
          <a:xfrm>
            <a:off x="7813083" y="3074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3" name="직선 연결선 351">
            <a:extLst>
              <a:ext uri="{FF2B5EF4-FFF2-40B4-BE49-F238E27FC236}">
                <a16:creationId xmlns:a16="http://schemas.microsoft.com/office/drawing/2014/main" id="{6CE9971C-FFB1-4648-DC62-81216E215823}"/>
              </a:ext>
            </a:extLst>
          </p:cNvPr>
          <p:cNvCxnSpPr>
            <a:cxnSpLocks/>
          </p:cNvCxnSpPr>
          <p:nvPr/>
        </p:nvCxnSpPr>
        <p:spPr>
          <a:xfrm>
            <a:off x="7815022" y="566811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직선 연결선 351">
            <a:extLst>
              <a:ext uri="{FF2B5EF4-FFF2-40B4-BE49-F238E27FC236}">
                <a16:creationId xmlns:a16="http://schemas.microsoft.com/office/drawing/2014/main" id="{BFC73603-57A5-4120-2CDC-3802CC0FAD9D}"/>
              </a:ext>
            </a:extLst>
          </p:cNvPr>
          <p:cNvCxnSpPr>
            <a:cxnSpLocks/>
          </p:cNvCxnSpPr>
          <p:nvPr/>
        </p:nvCxnSpPr>
        <p:spPr>
          <a:xfrm>
            <a:off x="4637536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9" name="직선 연결선 351">
            <a:extLst>
              <a:ext uri="{FF2B5EF4-FFF2-40B4-BE49-F238E27FC236}">
                <a16:creationId xmlns:a16="http://schemas.microsoft.com/office/drawing/2014/main" id="{7C7D0F9D-72CB-8216-B09A-AA470FEB3252}"/>
              </a:ext>
            </a:extLst>
          </p:cNvPr>
          <p:cNvCxnSpPr>
            <a:cxnSpLocks/>
          </p:cNvCxnSpPr>
          <p:nvPr/>
        </p:nvCxnSpPr>
        <p:spPr>
          <a:xfrm>
            <a:off x="8644508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5" name="직선 연결선 351">
            <a:extLst>
              <a:ext uri="{FF2B5EF4-FFF2-40B4-BE49-F238E27FC236}">
                <a16:creationId xmlns:a16="http://schemas.microsoft.com/office/drawing/2014/main" id="{3033A3F5-5551-5CB4-7C2F-50E5AA87A1D5}"/>
              </a:ext>
            </a:extLst>
          </p:cNvPr>
          <p:cNvCxnSpPr>
            <a:cxnSpLocks/>
          </p:cNvCxnSpPr>
          <p:nvPr/>
        </p:nvCxnSpPr>
        <p:spPr>
          <a:xfrm>
            <a:off x="11445142" y="413217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27" name="그룹 826">
            <a:extLst>
              <a:ext uri="{FF2B5EF4-FFF2-40B4-BE49-F238E27FC236}">
                <a16:creationId xmlns:a16="http://schemas.microsoft.com/office/drawing/2014/main" id="{19712E25-078B-F277-BC8C-2CDAA5D3DE83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3415367"/>
            <a:ext cx="148067" cy="108000"/>
            <a:chOff x="7409659" y="2902132"/>
            <a:chExt cx="317047" cy="239471"/>
          </a:xfrm>
        </p:grpSpPr>
        <p:grpSp>
          <p:nvGrpSpPr>
            <p:cNvPr id="830" name="그룹 829">
              <a:extLst>
                <a:ext uri="{FF2B5EF4-FFF2-40B4-BE49-F238E27FC236}">
                  <a16:creationId xmlns:a16="http://schemas.microsoft.com/office/drawing/2014/main" id="{AD33F277-3345-AACC-75B0-E21A56D7B3E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37" name="직선 연결선 322">
                <a:extLst>
                  <a:ext uri="{FF2B5EF4-FFF2-40B4-BE49-F238E27FC236}">
                    <a16:creationId xmlns:a16="http://schemas.microsoft.com/office/drawing/2014/main" id="{69D032BD-D0D0-AF9F-A9B1-C7157264F99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8" name="직선 연결선 323">
                <a:extLst>
                  <a:ext uri="{FF2B5EF4-FFF2-40B4-BE49-F238E27FC236}">
                    <a16:creationId xmlns:a16="http://schemas.microsoft.com/office/drawing/2014/main" id="{99D2C1B6-57B6-BCAB-B746-C296C6DB548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9" name="직선 연결선 324">
                <a:extLst>
                  <a:ext uri="{FF2B5EF4-FFF2-40B4-BE49-F238E27FC236}">
                    <a16:creationId xmlns:a16="http://schemas.microsoft.com/office/drawing/2014/main" id="{50846CB3-9E6C-B647-60E1-F5A2939E8C8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31" name="직선 연결선 326">
              <a:extLst>
                <a:ext uri="{FF2B5EF4-FFF2-40B4-BE49-F238E27FC236}">
                  <a16:creationId xmlns:a16="http://schemas.microsoft.com/office/drawing/2014/main" id="{93780A1F-1F78-4457-0F4D-FB865B7A018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32" name="타원 831">
              <a:extLst>
                <a:ext uri="{FF2B5EF4-FFF2-40B4-BE49-F238E27FC236}">
                  <a16:creationId xmlns:a16="http://schemas.microsoft.com/office/drawing/2014/main" id="{5F771AD9-F7CC-8321-F193-06D2648FB20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41" name="그룹 840">
            <a:extLst>
              <a:ext uri="{FF2B5EF4-FFF2-40B4-BE49-F238E27FC236}">
                <a16:creationId xmlns:a16="http://schemas.microsoft.com/office/drawing/2014/main" id="{D0CCC27A-1C9F-EFA0-7805-79A4766BF7C8}"/>
              </a:ext>
            </a:extLst>
          </p:cNvPr>
          <p:cNvGrpSpPr>
            <a:grpSpLocks noChangeAspect="1"/>
          </p:cNvGrpSpPr>
          <p:nvPr/>
        </p:nvGrpSpPr>
        <p:grpSpPr>
          <a:xfrm>
            <a:off x="10992663" y="3530401"/>
            <a:ext cx="148067" cy="108000"/>
            <a:chOff x="7409659" y="2902132"/>
            <a:chExt cx="317047" cy="239471"/>
          </a:xfrm>
        </p:grpSpPr>
        <p:grpSp>
          <p:nvGrpSpPr>
            <p:cNvPr id="845" name="그룹 844">
              <a:extLst>
                <a:ext uri="{FF2B5EF4-FFF2-40B4-BE49-F238E27FC236}">
                  <a16:creationId xmlns:a16="http://schemas.microsoft.com/office/drawing/2014/main" id="{43F511DF-DE35-84B8-417C-30476A2BFF0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48" name="직선 연결선 322">
                <a:extLst>
                  <a:ext uri="{FF2B5EF4-FFF2-40B4-BE49-F238E27FC236}">
                    <a16:creationId xmlns:a16="http://schemas.microsoft.com/office/drawing/2014/main" id="{58F1BDA5-1340-E017-8EE4-312E94FA410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0" name="직선 연결선 323">
                <a:extLst>
                  <a:ext uri="{FF2B5EF4-FFF2-40B4-BE49-F238E27FC236}">
                    <a16:creationId xmlns:a16="http://schemas.microsoft.com/office/drawing/2014/main" id="{8ACFECA0-D3F3-2BCD-A20C-2A2FBB8BC86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1" name="직선 연결선 324">
                <a:extLst>
                  <a:ext uri="{FF2B5EF4-FFF2-40B4-BE49-F238E27FC236}">
                    <a16:creationId xmlns:a16="http://schemas.microsoft.com/office/drawing/2014/main" id="{457CBD57-A8A8-4CB8-C261-F12E148AE88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46" name="직선 연결선 326">
              <a:extLst>
                <a:ext uri="{FF2B5EF4-FFF2-40B4-BE49-F238E27FC236}">
                  <a16:creationId xmlns:a16="http://schemas.microsoft.com/office/drawing/2014/main" id="{847B71FD-C825-7290-C80E-7C3A16516BF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7" name="타원 846">
              <a:extLst>
                <a:ext uri="{FF2B5EF4-FFF2-40B4-BE49-F238E27FC236}">
                  <a16:creationId xmlns:a16="http://schemas.microsoft.com/office/drawing/2014/main" id="{BB62196C-4D85-5321-078F-A98F09C0CEE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56" name="그룹 855">
            <a:extLst>
              <a:ext uri="{FF2B5EF4-FFF2-40B4-BE49-F238E27FC236}">
                <a16:creationId xmlns:a16="http://schemas.microsoft.com/office/drawing/2014/main" id="{FE8D1D50-1E1B-23DA-1C85-335BC0956F9F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226254" y="3747042"/>
            <a:ext cx="148067" cy="108000"/>
            <a:chOff x="7409659" y="2902132"/>
            <a:chExt cx="317047" cy="239471"/>
          </a:xfrm>
        </p:grpSpPr>
        <p:grpSp>
          <p:nvGrpSpPr>
            <p:cNvPr id="857" name="그룹 856">
              <a:extLst>
                <a:ext uri="{FF2B5EF4-FFF2-40B4-BE49-F238E27FC236}">
                  <a16:creationId xmlns:a16="http://schemas.microsoft.com/office/drawing/2014/main" id="{07DD607B-2631-8C04-A6DC-880837C8EB6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63" name="직선 연결선 322">
                <a:extLst>
                  <a:ext uri="{FF2B5EF4-FFF2-40B4-BE49-F238E27FC236}">
                    <a16:creationId xmlns:a16="http://schemas.microsoft.com/office/drawing/2014/main" id="{25A4F694-D88F-1C0C-283A-15E789468FB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4" name="직선 연결선 323">
                <a:extLst>
                  <a:ext uri="{FF2B5EF4-FFF2-40B4-BE49-F238E27FC236}">
                    <a16:creationId xmlns:a16="http://schemas.microsoft.com/office/drawing/2014/main" id="{0396FA6C-4A5D-69B3-9B25-0A922C7E565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5" name="직선 연결선 324">
                <a:extLst>
                  <a:ext uri="{FF2B5EF4-FFF2-40B4-BE49-F238E27FC236}">
                    <a16:creationId xmlns:a16="http://schemas.microsoft.com/office/drawing/2014/main" id="{8D6CFEB6-FED9-0B99-30F5-AEC3A2792D2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9" name="직선 연결선 326">
              <a:extLst>
                <a:ext uri="{FF2B5EF4-FFF2-40B4-BE49-F238E27FC236}">
                  <a16:creationId xmlns:a16="http://schemas.microsoft.com/office/drawing/2014/main" id="{9F3995CE-C97B-28FF-D9DB-906668E2C41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0" name="타원 859">
              <a:extLst>
                <a:ext uri="{FF2B5EF4-FFF2-40B4-BE49-F238E27FC236}">
                  <a16:creationId xmlns:a16="http://schemas.microsoft.com/office/drawing/2014/main" id="{45980FE0-22FC-D9A3-D5EF-6F72EB37660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875" name="그룹 874">
            <a:extLst>
              <a:ext uri="{FF2B5EF4-FFF2-40B4-BE49-F238E27FC236}">
                <a16:creationId xmlns:a16="http://schemas.microsoft.com/office/drawing/2014/main" id="{9468FF8E-35B1-4655-CE89-31E890F8AC3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68747" y="5955362"/>
            <a:ext cx="148067" cy="108000"/>
            <a:chOff x="7409659" y="2902132"/>
            <a:chExt cx="317047" cy="239471"/>
          </a:xfrm>
        </p:grpSpPr>
        <p:grpSp>
          <p:nvGrpSpPr>
            <p:cNvPr id="877" name="그룹 876">
              <a:extLst>
                <a:ext uri="{FF2B5EF4-FFF2-40B4-BE49-F238E27FC236}">
                  <a16:creationId xmlns:a16="http://schemas.microsoft.com/office/drawing/2014/main" id="{61F9B760-2245-96F6-A557-B63F8A6638F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881" name="직선 연결선 322">
                <a:extLst>
                  <a:ext uri="{FF2B5EF4-FFF2-40B4-BE49-F238E27FC236}">
                    <a16:creationId xmlns:a16="http://schemas.microsoft.com/office/drawing/2014/main" id="{844AF8BD-0D06-FC7C-27FF-360F514CA8D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2" name="직선 연결선 323">
                <a:extLst>
                  <a:ext uri="{FF2B5EF4-FFF2-40B4-BE49-F238E27FC236}">
                    <a16:creationId xmlns:a16="http://schemas.microsoft.com/office/drawing/2014/main" id="{F7417E49-8A9D-DA50-9C15-79B7FE6CEF1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4" name="직선 연결선 324">
                <a:extLst>
                  <a:ext uri="{FF2B5EF4-FFF2-40B4-BE49-F238E27FC236}">
                    <a16:creationId xmlns:a16="http://schemas.microsoft.com/office/drawing/2014/main" id="{D358DE1E-D0C0-7ED1-BE1B-E355ECDDF21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78" name="직선 연결선 326">
              <a:extLst>
                <a:ext uri="{FF2B5EF4-FFF2-40B4-BE49-F238E27FC236}">
                  <a16:creationId xmlns:a16="http://schemas.microsoft.com/office/drawing/2014/main" id="{9B5231D4-EE28-76BC-90BD-DEED0BFC806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80" name="타원 879">
              <a:extLst>
                <a:ext uri="{FF2B5EF4-FFF2-40B4-BE49-F238E27FC236}">
                  <a16:creationId xmlns:a16="http://schemas.microsoft.com/office/drawing/2014/main" id="{A67A79FE-D48F-FAD8-7F8E-BC6C2F55324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885" name="직선 연결선 351">
            <a:extLst>
              <a:ext uri="{FF2B5EF4-FFF2-40B4-BE49-F238E27FC236}">
                <a16:creationId xmlns:a16="http://schemas.microsoft.com/office/drawing/2014/main" id="{1229B028-0CBD-B1A0-1384-B2072A219A60}"/>
              </a:ext>
            </a:extLst>
          </p:cNvPr>
          <p:cNvCxnSpPr>
            <a:cxnSpLocks/>
          </p:cNvCxnSpPr>
          <p:nvPr/>
        </p:nvCxnSpPr>
        <p:spPr>
          <a:xfrm>
            <a:off x="3955710" y="597732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9" name="직선 연결선 351">
            <a:extLst>
              <a:ext uri="{FF2B5EF4-FFF2-40B4-BE49-F238E27FC236}">
                <a16:creationId xmlns:a16="http://schemas.microsoft.com/office/drawing/2014/main" id="{1D5E1685-DE57-6AD0-F020-F816EDA7EC3C}"/>
              </a:ext>
            </a:extLst>
          </p:cNvPr>
          <p:cNvCxnSpPr>
            <a:cxnSpLocks/>
          </p:cNvCxnSpPr>
          <p:nvPr/>
        </p:nvCxnSpPr>
        <p:spPr>
          <a:xfrm>
            <a:off x="3821190" y="565859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0" name="직선 연결선 351">
            <a:extLst>
              <a:ext uri="{FF2B5EF4-FFF2-40B4-BE49-F238E27FC236}">
                <a16:creationId xmlns:a16="http://schemas.microsoft.com/office/drawing/2014/main" id="{56DAC1D9-00AB-0506-8A1F-2CC7493DE7BF}"/>
              </a:ext>
            </a:extLst>
          </p:cNvPr>
          <p:cNvCxnSpPr>
            <a:cxnSpLocks/>
          </p:cNvCxnSpPr>
          <p:nvPr/>
        </p:nvCxnSpPr>
        <p:spPr>
          <a:xfrm>
            <a:off x="3821190" y="552724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3" name="직선 연결선 351">
            <a:extLst>
              <a:ext uri="{FF2B5EF4-FFF2-40B4-BE49-F238E27FC236}">
                <a16:creationId xmlns:a16="http://schemas.microsoft.com/office/drawing/2014/main" id="{F47A9007-0AE2-3AF4-141F-0827A8455BAD}"/>
              </a:ext>
            </a:extLst>
          </p:cNvPr>
          <p:cNvCxnSpPr>
            <a:cxnSpLocks/>
          </p:cNvCxnSpPr>
          <p:nvPr/>
        </p:nvCxnSpPr>
        <p:spPr>
          <a:xfrm>
            <a:off x="4094229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직선 연결선 351">
            <a:extLst>
              <a:ext uri="{FF2B5EF4-FFF2-40B4-BE49-F238E27FC236}">
                <a16:creationId xmlns:a16="http://schemas.microsoft.com/office/drawing/2014/main" id="{40545E6A-5D09-D32B-AABA-7C7AC2DFAD18}"/>
              </a:ext>
            </a:extLst>
          </p:cNvPr>
          <p:cNvCxnSpPr>
            <a:cxnSpLocks/>
          </p:cNvCxnSpPr>
          <p:nvPr/>
        </p:nvCxnSpPr>
        <p:spPr>
          <a:xfrm>
            <a:off x="4173906" y="598272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1" name="직선 연결선 351">
            <a:extLst>
              <a:ext uri="{FF2B5EF4-FFF2-40B4-BE49-F238E27FC236}">
                <a16:creationId xmlns:a16="http://schemas.microsoft.com/office/drawing/2014/main" id="{5EE4A06F-8600-BA81-5EA1-1EBF31A1226F}"/>
              </a:ext>
            </a:extLst>
          </p:cNvPr>
          <p:cNvCxnSpPr>
            <a:cxnSpLocks/>
          </p:cNvCxnSpPr>
          <p:nvPr/>
        </p:nvCxnSpPr>
        <p:spPr>
          <a:xfrm>
            <a:off x="4263255" y="543376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4" name="직선 연결선 351">
            <a:extLst>
              <a:ext uri="{FF2B5EF4-FFF2-40B4-BE49-F238E27FC236}">
                <a16:creationId xmlns:a16="http://schemas.microsoft.com/office/drawing/2014/main" id="{524C2D21-DFC4-3E79-E104-1BAC2FAD5A79}"/>
              </a:ext>
            </a:extLst>
          </p:cNvPr>
          <p:cNvCxnSpPr>
            <a:cxnSpLocks/>
          </p:cNvCxnSpPr>
          <p:nvPr/>
        </p:nvCxnSpPr>
        <p:spPr>
          <a:xfrm>
            <a:off x="7976465" y="273186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36" name="그룹 1135">
            <a:extLst>
              <a:ext uri="{FF2B5EF4-FFF2-40B4-BE49-F238E27FC236}">
                <a16:creationId xmlns:a16="http://schemas.microsoft.com/office/drawing/2014/main" id="{548FA7C1-253E-4E89-4541-09958D1E90B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707718" y="4523273"/>
            <a:ext cx="57088" cy="108000"/>
            <a:chOff x="7604467" y="2108611"/>
            <a:chExt cx="122239" cy="239471"/>
          </a:xfrm>
        </p:grpSpPr>
        <p:grpSp>
          <p:nvGrpSpPr>
            <p:cNvPr id="1137" name="그룹 1136">
              <a:extLst>
                <a:ext uri="{FF2B5EF4-FFF2-40B4-BE49-F238E27FC236}">
                  <a16:creationId xmlns:a16="http://schemas.microsoft.com/office/drawing/2014/main" id="{E1788640-1FB3-3135-7B55-F6050ED55B2A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139" name="직선 연결선 359">
                <a:extLst>
                  <a:ext uri="{FF2B5EF4-FFF2-40B4-BE49-F238E27FC236}">
                    <a16:creationId xmlns:a16="http://schemas.microsoft.com/office/drawing/2014/main" id="{099271A1-C37D-6A7E-9C00-47F000EC72D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0" name="직선 연결선 360">
                <a:extLst>
                  <a:ext uri="{FF2B5EF4-FFF2-40B4-BE49-F238E27FC236}">
                    <a16:creationId xmlns:a16="http://schemas.microsoft.com/office/drawing/2014/main" id="{BC0E5AB0-CDDE-A50F-CEBC-30852755D03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1" name="직선 연결선 361">
                <a:extLst>
                  <a:ext uri="{FF2B5EF4-FFF2-40B4-BE49-F238E27FC236}">
                    <a16:creationId xmlns:a16="http://schemas.microsoft.com/office/drawing/2014/main" id="{7F150BF8-EF00-0280-7072-F491FA888FD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8" name="직선 연결선 363">
              <a:extLst>
                <a:ext uri="{FF2B5EF4-FFF2-40B4-BE49-F238E27FC236}">
                  <a16:creationId xmlns:a16="http://schemas.microsoft.com/office/drawing/2014/main" id="{03630A96-C5F4-414D-8810-02104B81A7DF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42" name="직선 연결선 351">
            <a:extLst>
              <a:ext uri="{FF2B5EF4-FFF2-40B4-BE49-F238E27FC236}">
                <a16:creationId xmlns:a16="http://schemas.microsoft.com/office/drawing/2014/main" id="{C3A5DAA4-326C-031A-96A7-0DCEAE4842B5}"/>
              </a:ext>
            </a:extLst>
          </p:cNvPr>
          <p:cNvCxnSpPr>
            <a:cxnSpLocks/>
          </p:cNvCxnSpPr>
          <p:nvPr/>
        </p:nvCxnSpPr>
        <p:spPr>
          <a:xfrm>
            <a:off x="4442780" y="283966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2" name="직선 연결선 351">
            <a:extLst>
              <a:ext uri="{FF2B5EF4-FFF2-40B4-BE49-F238E27FC236}">
                <a16:creationId xmlns:a16="http://schemas.microsoft.com/office/drawing/2014/main" id="{62F89321-05B8-4B7C-1A7C-AAF4664DBE02}"/>
              </a:ext>
            </a:extLst>
          </p:cNvPr>
          <p:cNvCxnSpPr>
            <a:cxnSpLocks/>
          </p:cNvCxnSpPr>
          <p:nvPr/>
        </p:nvCxnSpPr>
        <p:spPr>
          <a:xfrm>
            <a:off x="7980416" y="5451989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9" name="직선 연결선 351">
            <a:extLst>
              <a:ext uri="{FF2B5EF4-FFF2-40B4-BE49-F238E27FC236}">
                <a16:creationId xmlns:a16="http://schemas.microsoft.com/office/drawing/2014/main" id="{9A896452-4354-7C54-8105-5DF3C25C9205}"/>
              </a:ext>
            </a:extLst>
          </p:cNvPr>
          <p:cNvCxnSpPr>
            <a:cxnSpLocks/>
          </p:cNvCxnSpPr>
          <p:nvPr/>
        </p:nvCxnSpPr>
        <p:spPr>
          <a:xfrm>
            <a:off x="7975450" y="329578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6" name="직선 연결선 351">
            <a:extLst>
              <a:ext uri="{FF2B5EF4-FFF2-40B4-BE49-F238E27FC236}">
                <a16:creationId xmlns:a16="http://schemas.microsoft.com/office/drawing/2014/main" id="{631F193A-EF88-0359-4887-45709B979630}"/>
              </a:ext>
            </a:extLst>
          </p:cNvPr>
          <p:cNvCxnSpPr>
            <a:cxnSpLocks/>
          </p:cNvCxnSpPr>
          <p:nvPr/>
        </p:nvCxnSpPr>
        <p:spPr>
          <a:xfrm>
            <a:off x="2813490" y="31901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3" name="직선 연결선 351">
            <a:extLst>
              <a:ext uri="{FF2B5EF4-FFF2-40B4-BE49-F238E27FC236}">
                <a16:creationId xmlns:a16="http://schemas.microsoft.com/office/drawing/2014/main" id="{FE9FEE33-9DB0-5AFF-5DCE-F8557AF317DC}"/>
              </a:ext>
            </a:extLst>
          </p:cNvPr>
          <p:cNvCxnSpPr>
            <a:cxnSpLocks/>
          </p:cNvCxnSpPr>
          <p:nvPr/>
        </p:nvCxnSpPr>
        <p:spPr>
          <a:xfrm>
            <a:off x="3810317" y="250607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5" name="직선 연결선[R] 1174">
            <a:extLst>
              <a:ext uri="{FF2B5EF4-FFF2-40B4-BE49-F238E27FC236}">
                <a16:creationId xmlns:a16="http://schemas.microsoft.com/office/drawing/2014/main" id="{09575479-8885-BA89-2834-A1719A7F2653}"/>
              </a:ext>
            </a:extLst>
          </p:cNvPr>
          <p:cNvCxnSpPr>
            <a:cxnSpLocks/>
            <a:endCxn id="940" idx="3"/>
          </p:cNvCxnSpPr>
          <p:nvPr/>
        </p:nvCxnSpPr>
        <p:spPr>
          <a:xfrm flipH="1">
            <a:off x="3227490" y="2013431"/>
            <a:ext cx="7771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직선 연결선[R] 1178">
            <a:extLst>
              <a:ext uri="{FF2B5EF4-FFF2-40B4-BE49-F238E27FC236}">
                <a16:creationId xmlns:a16="http://schemas.microsoft.com/office/drawing/2014/main" id="{A82D4369-A8EF-2165-22DD-A441F9478009}"/>
              </a:ext>
            </a:extLst>
          </p:cNvPr>
          <p:cNvCxnSpPr>
            <a:cxnSpLocks/>
          </p:cNvCxnSpPr>
          <p:nvPr/>
        </p:nvCxnSpPr>
        <p:spPr>
          <a:xfrm flipV="1">
            <a:off x="4004630" y="2013431"/>
            <a:ext cx="0" cy="3280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직선 연결선 351">
            <a:extLst>
              <a:ext uri="{FF2B5EF4-FFF2-40B4-BE49-F238E27FC236}">
                <a16:creationId xmlns:a16="http://schemas.microsoft.com/office/drawing/2014/main" id="{CD3C6E38-1EF8-F278-54BC-2B832E4E9566}"/>
              </a:ext>
            </a:extLst>
          </p:cNvPr>
          <p:cNvCxnSpPr>
            <a:cxnSpLocks/>
          </p:cNvCxnSpPr>
          <p:nvPr/>
        </p:nvCxnSpPr>
        <p:spPr>
          <a:xfrm>
            <a:off x="395063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6" name="직선 연결선 351">
            <a:extLst>
              <a:ext uri="{FF2B5EF4-FFF2-40B4-BE49-F238E27FC236}">
                <a16:creationId xmlns:a16="http://schemas.microsoft.com/office/drawing/2014/main" id="{48FE46BE-C272-59CB-FE2D-39E8E450272B}"/>
              </a:ext>
            </a:extLst>
          </p:cNvPr>
          <p:cNvCxnSpPr>
            <a:cxnSpLocks/>
          </p:cNvCxnSpPr>
          <p:nvPr/>
        </p:nvCxnSpPr>
        <p:spPr>
          <a:xfrm>
            <a:off x="1926187" y="1948286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7" name="직선 연결선 351">
            <a:extLst>
              <a:ext uri="{FF2B5EF4-FFF2-40B4-BE49-F238E27FC236}">
                <a16:creationId xmlns:a16="http://schemas.microsoft.com/office/drawing/2014/main" id="{B70C646A-9EDF-F093-7803-BCCD6A8971CE}"/>
              </a:ext>
            </a:extLst>
          </p:cNvPr>
          <p:cNvCxnSpPr>
            <a:cxnSpLocks/>
          </p:cNvCxnSpPr>
          <p:nvPr/>
        </p:nvCxnSpPr>
        <p:spPr>
          <a:xfrm>
            <a:off x="408740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04" name="그룹 1203">
            <a:extLst>
              <a:ext uri="{FF2B5EF4-FFF2-40B4-BE49-F238E27FC236}">
                <a16:creationId xmlns:a16="http://schemas.microsoft.com/office/drawing/2014/main" id="{45D952D2-D32B-326C-CFD7-2AB49B3945A9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796779" y="842668"/>
            <a:ext cx="148067" cy="108000"/>
            <a:chOff x="7409659" y="2902132"/>
            <a:chExt cx="317047" cy="239471"/>
          </a:xfrm>
        </p:grpSpPr>
        <p:grpSp>
          <p:nvGrpSpPr>
            <p:cNvPr id="1205" name="그룹 1204">
              <a:extLst>
                <a:ext uri="{FF2B5EF4-FFF2-40B4-BE49-F238E27FC236}">
                  <a16:creationId xmlns:a16="http://schemas.microsoft.com/office/drawing/2014/main" id="{182D386A-BD89-FEAB-BCF0-E68592BAD8B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08" name="직선 연결선 322">
                <a:extLst>
                  <a:ext uri="{FF2B5EF4-FFF2-40B4-BE49-F238E27FC236}">
                    <a16:creationId xmlns:a16="http://schemas.microsoft.com/office/drawing/2014/main" id="{45C9E558-3BF7-B1C5-E88A-EEA7A170BEB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9" name="직선 연결선 323">
                <a:extLst>
                  <a:ext uri="{FF2B5EF4-FFF2-40B4-BE49-F238E27FC236}">
                    <a16:creationId xmlns:a16="http://schemas.microsoft.com/office/drawing/2014/main" id="{11BE046C-FC02-5D27-8223-A486CDF5EA2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0" name="직선 연결선 324">
                <a:extLst>
                  <a:ext uri="{FF2B5EF4-FFF2-40B4-BE49-F238E27FC236}">
                    <a16:creationId xmlns:a16="http://schemas.microsoft.com/office/drawing/2014/main" id="{30FBE3B1-727A-D69D-2256-511FA69414B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06" name="직선 연결선 326">
              <a:extLst>
                <a:ext uri="{FF2B5EF4-FFF2-40B4-BE49-F238E27FC236}">
                  <a16:creationId xmlns:a16="http://schemas.microsoft.com/office/drawing/2014/main" id="{F435E705-A9AA-9F3B-99AB-30BA9808286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07" name="타원 1206">
              <a:extLst>
                <a:ext uri="{FF2B5EF4-FFF2-40B4-BE49-F238E27FC236}">
                  <a16:creationId xmlns:a16="http://schemas.microsoft.com/office/drawing/2014/main" id="{2C98FD92-E392-6290-D3A5-C50E98EDC85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18" name="직선 연결선 351">
            <a:extLst>
              <a:ext uri="{FF2B5EF4-FFF2-40B4-BE49-F238E27FC236}">
                <a16:creationId xmlns:a16="http://schemas.microsoft.com/office/drawing/2014/main" id="{84206ED7-64ED-73AA-C52E-D9BDACDF313D}"/>
              </a:ext>
            </a:extLst>
          </p:cNvPr>
          <p:cNvCxnSpPr>
            <a:cxnSpLocks/>
          </p:cNvCxnSpPr>
          <p:nvPr/>
        </p:nvCxnSpPr>
        <p:spPr>
          <a:xfrm>
            <a:off x="4417380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20" name="그룹 1219">
            <a:extLst>
              <a:ext uri="{FF2B5EF4-FFF2-40B4-BE49-F238E27FC236}">
                <a16:creationId xmlns:a16="http://schemas.microsoft.com/office/drawing/2014/main" id="{26E84870-0C1E-F5E2-A1AC-91D8983EE0AB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5593873" y="556495"/>
            <a:ext cx="148067" cy="108000"/>
            <a:chOff x="7409659" y="2902132"/>
            <a:chExt cx="317047" cy="239471"/>
          </a:xfrm>
        </p:grpSpPr>
        <p:grpSp>
          <p:nvGrpSpPr>
            <p:cNvPr id="1221" name="그룹 1220">
              <a:extLst>
                <a:ext uri="{FF2B5EF4-FFF2-40B4-BE49-F238E27FC236}">
                  <a16:creationId xmlns:a16="http://schemas.microsoft.com/office/drawing/2014/main" id="{3AE08E8B-3F7A-328A-4FE9-CF0FDFA5B6F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24" name="직선 연결선 322">
                <a:extLst>
                  <a:ext uri="{FF2B5EF4-FFF2-40B4-BE49-F238E27FC236}">
                    <a16:creationId xmlns:a16="http://schemas.microsoft.com/office/drawing/2014/main" id="{6FF4853A-5329-9ED4-F99D-0B984BD347C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5" name="직선 연결선 323">
                <a:extLst>
                  <a:ext uri="{FF2B5EF4-FFF2-40B4-BE49-F238E27FC236}">
                    <a16:creationId xmlns:a16="http://schemas.microsoft.com/office/drawing/2014/main" id="{F346E0A9-1692-1279-E339-F3A21784D53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6" name="직선 연결선 324">
                <a:extLst>
                  <a:ext uri="{FF2B5EF4-FFF2-40B4-BE49-F238E27FC236}">
                    <a16:creationId xmlns:a16="http://schemas.microsoft.com/office/drawing/2014/main" id="{65AD8AD2-4091-9EEB-2F13-9C84EADFA0B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22" name="직선 연결선 326">
              <a:extLst>
                <a:ext uri="{FF2B5EF4-FFF2-40B4-BE49-F238E27FC236}">
                  <a16:creationId xmlns:a16="http://schemas.microsoft.com/office/drawing/2014/main" id="{46CA23F4-46A6-93C3-E1FE-47BEA2275BA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23" name="타원 1222">
              <a:extLst>
                <a:ext uri="{FF2B5EF4-FFF2-40B4-BE49-F238E27FC236}">
                  <a16:creationId xmlns:a16="http://schemas.microsoft.com/office/drawing/2014/main" id="{A92997F5-FD6B-232A-0692-8EB64D1AFFB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35" name="직선 연결선 351">
            <a:extLst>
              <a:ext uri="{FF2B5EF4-FFF2-40B4-BE49-F238E27FC236}">
                <a16:creationId xmlns:a16="http://schemas.microsoft.com/office/drawing/2014/main" id="{B0C6137B-5C57-DDA3-91AF-1C6727327F63}"/>
              </a:ext>
            </a:extLst>
          </p:cNvPr>
          <p:cNvCxnSpPr>
            <a:cxnSpLocks/>
          </p:cNvCxnSpPr>
          <p:nvPr/>
        </p:nvCxnSpPr>
        <p:spPr>
          <a:xfrm>
            <a:off x="5252067" y="26706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2" name="직선 연결선 351">
            <a:extLst>
              <a:ext uri="{FF2B5EF4-FFF2-40B4-BE49-F238E27FC236}">
                <a16:creationId xmlns:a16="http://schemas.microsoft.com/office/drawing/2014/main" id="{43FA0D3D-BD7E-1AC2-A828-060BE9E49A53}"/>
              </a:ext>
            </a:extLst>
          </p:cNvPr>
          <p:cNvCxnSpPr>
            <a:cxnSpLocks/>
          </p:cNvCxnSpPr>
          <p:nvPr/>
        </p:nvCxnSpPr>
        <p:spPr>
          <a:xfrm>
            <a:off x="4250146" y="2275786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43" name="그룹 1242">
            <a:extLst>
              <a:ext uri="{FF2B5EF4-FFF2-40B4-BE49-F238E27FC236}">
                <a16:creationId xmlns:a16="http://schemas.microsoft.com/office/drawing/2014/main" id="{6232D243-54FF-4702-B75B-660C109A16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3864051"/>
            <a:ext cx="148067" cy="108000"/>
            <a:chOff x="7409659" y="2902132"/>
            <a:chExt cx="317047" cy="239471"/>
          </a:xfrm>
        </p:grpSpPr>
        <p:grpSp>
          <p:nvGrpSpPr>
            <p:cNvPr id="1244" name="그룹 1243">
              <a:extLst>
                <a:ext uri="{FF2B5EF4-FFF2-40B4-BE49-F238E27FC236}">
                  <a16:creationId xmlns:a16="http://schemas.microsoft.com/office/drawing/2014/main" id="{BFDF4F7D-5E26-0AA5-C38F-51F274B171A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47" name="직선 연결선 322">
                <a:extLst>
                  <a:ext uri="{FF2B5EF4-FFF2-40B4-BE49-F238E27FC236}">
                    <a16:creationId xmlns:a16="http://schemas.microsoft.com/office/drawing/2014/main" id="{68ECD497-F8F7-4A15-2212-6D5B267A69D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8" name="직선 연결선 323">
                <a:extLst>
                  <a:ext uri="{FF2B5EF4-FFF2-40B4-BE49-F238E27FC236}">
                    <a16:creationId xmlns:a16="http://schemas.microsoft.com/office/drawing/2014/main" id="{D438639E-52AE-6243-ED09-843FC241856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9" name="직선 연결선 324">
                <a:extLst>
                  <a:ext uri="{FF2B5EF4-FFF2-40B4-BE49-F238E27FC236}">
                    <a16:creationId xmlns:a16="http://schemas.microsoft.com/office/drawing/2014/main" id="{D0FCB4BC-0FC0-DB86-422C-2DCB7FA2F34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45" name="직선 연결선 326">
              <a:extLst>
                <a:ext uri="{FF2B5EF4-FFF2-40B4-BE49-F238E27FC236}">
                  <a16:creationId xmlns:a16="http://schemas.microsoft.com/office/drawing/2014/main" id="{4F46617D-1D03-E321-C83A-DFE5D61D28A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46" name="타원 1245">
              <a:extLst>
                <a:ext uri="{FF2B5EF4-FFF2-40B4-BE49-F238E27FC236}">
                  <a16:creationId xmlns:a16="http://schemas.microsoft.com/office/drawing/2014/main" id="{9D082344-C007-CC54-E32E-4CEB235E321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256" name="직선 연결선 351">
            <a:extLst>
              <a:ext uri="{FF2B5EF4-FFF2-40B4-BE49-F238E27FC236}">
                <a16:creationId xmlns:a16="http://schemas.microsoft.com/office/drawing/2014/main" id="{D4BA0D4D-C575-F262-2ADA-B4FC30B518A1}"/>
              </a:ext>
            </a:extLst>
          </p:cNvPr>
          <p:cNvCxnSpPr>
            <a:cxnSpLocks/>
          </p:cNvCxnSpPr>
          <p:nvPr/>
        </p:nvCxnSpPr>
        <p:spPr>
          <a:xfrm>
            <a:off x="1453624" y="420443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57" name="그룹 1256">
            <a:extLst>
              <a:ext uri="{FF2B5EF4-FFF2-40B4-BE49-F238E27FC236}">
                <a16:creationId xmlns:a16="http://schemas.microsoft.com/office/drawing/2014/main" id="{5D434CFA-62EB-80D0-8E79-E6CBE01B1319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2912" y="4619309"/>
            <a:ext cx="148067" cy="108000"/>
            <a:chOff x="7409659" y="2902132"/>
            <a:chExt cx="317047" cy="239471"/>
          </a:xfrm>
        </p:grpSpPr>
        <p:grpSp>
          <p:nvGrpSpPr>
            <p:cNvPr id="1258" name="그룹 1257">
              <a:extLst>
                <a:ext uri="{FF2B5EF4-FFF2-40B4-BE49-F238E27FC236}">
                  <a16:creationId xmlns:a16="http://schemas.microsoft.com/office/drawing/2014/main" id="{13742F53-47DC-B34F-060C-EA71B9C8618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261" name="직선 연결선 322">
                <a:extLst>
                  <a:ext uri="{FF2B5EF4-FFF2-40B4-BE49-F238E27FC236}">
                    <a16:creationId xmlns:a16="http://schemas.microsoft.com/office/drawing/2014/main" id="{6EDE7790-0059-EEAE-F044-74F3DC0B219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2" name="직선 연결선 323">
                <a:extLst>
                  <a:ext uri="{FF2B5EF4-FFF2-40B4-BE49-F238E27FC236}">
                    <a16:creationId xmlns:a16="http://schemas.microsoft.com/office/drawing/2014/main" id="{3E89226A-E84B-4E45-5373-ED1465395E0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3" name="직선 연결선 324">
                <a:extLst>
                  <a:ext uri="{FF2B5EF4-FFF2-40B4-BE49-F238E27FC236}">
                    <a16:creationId xmlns:a16="http://schemas.microsoft.com/office/drawing/2014/main" id="{657C3AAC-4D35-98EF-1315-B8F51A8C803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59" name="직선 연결선 326">
              <a:extLst>
                <a:ext uri="{FF2B5EF4-FFF2-40B4-BE49-F238E27FC236}">
                  <a16:creationId xmlns:a16="http://schemas.microsoft.com/office/drawing/2014/main" id="{C4A04823-E301-A07E-03CC-3EF51FCAF84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60" name="타원 1259">
              <a:extLst>
                <a:ext uri="{FF2B5EF4-FFF2-40B4-BE49-F238E27FC236}">
                  <a16:creationId xmlns:a16="http://schemas.microsoft.com/office/drawing/2014/main" id="{1F01FF05-C539-DC3C-F885-8417CC04FB0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265" name="그룹 1264">
            <a:extLst>
              <a:ext uri="{FF2B5EF4-FFF2-40B4-BE49-F238E27FC236}">
                <a16:creationId xmlns:a16="http://schemas.microsoft.com/office/drawing/2014/main" id="{C5D609ED-CD8A-0F61-CA91-F0905DFA2EF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79080" y="5413078"/>
            <a:ext cx="57088" cy="108000"/>
            <a:chOff x="7604467" y="2108611"/>
            <a:chExt cx="122239" cy="239471"/>
          </a:xfrm>
        </p:grpSpPr>
        <p:grpSp>
          <p:nvGrpSpPr>
            <p:cNvPr id="1266" name="그룹 1265">
              <a:extLst>
                <a:ext uri="{FF2B5EF4-FFF2-40B4-BE49-F238E27FC236}">
                  <a16:creationId xmlns:a16="http://schemas.microsoft.com/office/drawing/2014/main" id="{08136469-CADA-8D41-2A3B-646ADDB4E7B9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268" name="직선 연결선 359">
                <a:extLst>
                  <a:ext uri="{FF2B5EF4-FFF2-40B4-BE49-F238E27FC236}">
                    <a16:creationId xmlns:a16="http://schemas.microsoft.com/office/drawing/2014/main" id="{A2EC1C95-A3F1-1B26-80E3-7906443FF76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9" name="직선 연결선 360">
                <a:extLst>
                  <a:ext uri="{FF2B5EF4-FFF2-40B4-BE49-F238E27FC236}">
                    <a16:creationId xmlns:a16="http://schemas.microsoft.com/office/drawing/2014/main" id="{5DEDE1D7-5CC7-4DB5-E2C3-089D41094FD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0" name="직선 연결선 361">
                <a:extLst>
                  <a:ext uri="{FF2B5EF4-FFF2-40B4-BE49-F238E27FC236}">
                    <a16:creationId xmlns:a16="http://schemas.microsoft.com/office/drawing/2014/main" id="{A5D264BA-D528-41DC-8836-4D40F01805D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267" name="직선 연결선 363">
              <a:extLst>
                <a:ext uri="{FF2B5EF4-FFF2-40B4-BE49-F238E27FC236}">
                  <a16:creationId xmlns:a16="http://schemas.microsoft.com/office/drawing/2014/main" id="{A3BDF0BD-55AC-5121-AF2C-0D1D690FB054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1" name="직선 연결선 351">
            <a:extLst>
              <a:ext uri="{FF2B5EF4-FFF2-40B4-BE49-F238E27FC236}">
                <a16:creationId xmlns:a16="http://schemas.microsoft.com/office/drawing/2014/main" id="{C2C6B1DB-C23C-DCFA-38E2-6DA1E7B34E54}"/>
              </a:ext>
            </a:extLst>
          </p:cNvPr>
          <p:cNvCxnSpPr>
            <a:cxnSpLocks/>
          </p:cNvCxnSpPr>
          <p:nvPr/>
        </p:nvCxnSpPr>
        <p:spPr>
          <a:xfrm>
            <a:off x="1453624" y="507714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8" name="직선 연결선 351">
            <a:extLst>
              <a:ext uri="{FF2B5EF4-FFF2-40B4-BE49-F238E27FC236}">
                <a16:creationId xmlns:a16="http://schemas.microsoft.com/office/drawing/2014/main" id="{FA7152E5-07D0-FD53-8670-55B371A21C26}"/>
              </a:ext>
            </a:extLst>
          </p:cNvPr>
          <p:cNvCxnSpPr>
            <a:cxnSpLocks/>
          </p:cNvCxnSpPr>
          <p:nvPr/>
        </p:nvCxnSpPr>
        <p:spPr>
          <a:xfrm>
            <a:off x="1453624" y="6230204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5" name="직선 연결선 351">
            <a:extLst>
              <a:ext uri="{FF2B5EF4-FFF2-40B4-BE49-F238E27FC236}">
                <a16:creationId xmlns:a16="http://schemas.microsoft.com/office/drawing/2014/main" id="{493DA4C9-C346-ACEA-4C6A-E8CA6B89A88C}"/>
              </a:ext>
            </a:extLst>
          </p:cNvPr>
          <p:cNvCxnSpPr>
            <a:cxnSpLocks/>
          </p:cNvCxnSpPr>
          <p:nvPr/>
        </p:nvCxnSpPr>
        <p:spPr>
          <a:xfrm>
            <a:off x="4406032" y="543951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2" name="직선 연결선 351">
            <a:extLst>
              <a:ext uri="{FF2B5EF4-FFF2-40B4-BE49-F238E27FC236}">
                <a16:creationId xmlns:a16="http://schemas.microsoft.com/office/drawing/2014/main" id="{7241FE3F-3D31-F4FA-EA4D-2DE9C205CE11}"/>
              </a:ext>
            </a:extLst>
          </p:cNvPr>
          <p:cNvCxnSpPr>
            <a:cxnSpLocks/>
          </p:cNvCxnSpPr>
          <p:nvPr/>
        </p:nvCxnSpPr>
        <p:spPr>
          <a:xfrm>
            <a:off x="8155151" y="150527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9" name="직선 연결선 351">
            <a:extLst>
              <a:ext uri="{FF2B5EF4-FFF2-40B4-BE49-F238E27FC236}">
                <a16:creationId xmlns:a16="http://schemas.microsoft.com/office/drawing/2014/main" id="{25977E8F-E714-0853-A99C-7DBB706ECCD1}"/>
              </a:ext>
            </a:extLst>
          </p:cNvPr>
          <p:cNvCxnSpPr>
            <a:cxnSpLocks/>
          </p:cNvCxnSpPr>
          <p:nvPr/>
        </p:nvCxnSpPr>
        <p:spPr>
          <a:xfrm>
            <a:off x="6046313" y="5076495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6" name="직선 연결선 351">
            <a:extLst>
              <a:ext uri="{FF2B5EF4-FFF2-40B4-BE49-F238E27FC236}">
                <a16:creationId xmlns:a16="http://schemas.microsoft.com/office/drawing/2014/main" id="{B1777AAD-9276-E0D6-D468-71446DEEFA58}"/>
              </a:ext>
            </a:extLst>
          </p:cNvPr>
          <p:cNvCxnSpPr>
            <a:cxnSpLocks/>
          </p:cNvCxnSpPr>
          <p:nvPr/>
        </p:nvCxnSpPr>
        <p:spPr>
          <a:xfrm>
            <a:off x="4638973" y="5504834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3" name="직선 연결선 351">
            <a:extLst>
              <a:ext uri="{FF2B5EF4-FFF2-40B4-BE49-F238E27FC236}">
                <a16:creationId xmlns:a16="http://schemas.microsoft.com/office/drawing/2014/main" id="{F8C527AE-62A6-1DD1-9CCA-1A47479470B3}"/>
              </a:ext>
            </a:extLst>
          </p:cNvPr>
          <p:cNvCxnSpPr>
            <a:cxnSpLocks/>
          </p:cNvCxnSpPr>
          <p:nvPr/>
        </p:nvCxnSpPr>
        <p:spPr>
          <a:xfrm>
            <a:off x="4634661" y="578085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5" name="직선 연결선[R] 1314">
            <a:extLst>
              <a:ext uri="{FF2B5EF4-FFF2-40B4-BE49-F238E27FC236}">
                <a16:creationId xmlns:a16="http://schemas.microsoft.com/office/drawing/2014/main" id="{2CD85158-44A0-7E2F-3571-F013E0314091}"/>
              </a:ext>
            </a:extLst>
          </p:cNvPr>
          <p:cNvCxnSpPr>
            <a:cxnSpLocks/>
          </p:cNvCxnSpPr>
          <p:nvPr/>
        </p:nvCxnSpPr>
        <p:spPr>
          <a:xfrm flipV="1">
            <a:off x="8030465" y="1441717"/>
            <a:ext cx="0" cy="12186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직선 연결선[R] 1316">
            <a:extLst>
              <a:ext uri="{FF2B5EF4-FFF2-40B4-BE49-F238E27FC236}">
                <a16:creationId xmlns:a16="http://schemas.microsoft.com/office/drawing/2014/main" id="{92636BD1-D0E0-03CC-CA8A-2B303C9F7080}"/>
              </a:ext>
            </a:extLst>
          </p:cNvPr>
          <p:cNvCxnSpPr>
            <a:cxnSpLocks/>
          </p:cNvCxnSpPr>
          <p:nvPr/>
        </p:nvCxnSpPr>
        <p:spPr>
          <a:xfrm>
            <a:off x="5011387" y="1555668"/>
            <a:ext cx="301907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1" name="직선 연결선[R] 1320">
            <a:extLst>
              <a:ext uri="{FF2B5EF4-FFF2-40B4-BE49-F238E27FC236}">
                <a16:creationId xmlns:a16="http://schemas.microsoft.com/office/drawing/2014/main" id="{2B9107DB-542E-B48A-FA73-617EFDD95E71}"/>
              </a:ext>
            </a:extLst>
          </p:cNvPr>
          <p:cNvCxnSpPr>
            <a:cxnSpLocks/>
            <a:stCxn id="1025" idx="0"/>
          </p:cNvCxnSpPr>
          <p:nvPr/>
        </p:nvCxnSpPr>
        <p:spPr>
          <a:xfrm flipV="1">
            <a:off x="5007981" y="1555668"/>
            <a:ext cx="0" cy="3537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5" name="직선 연결선 351">
            <a:extLst>
              <a:ext uri="{FF2B5EF4-FFF2-40B4-BE49-F238E27FC236}">
                <a16:creationId xmlns:a16="http://schemas.microsoft.com/office/drawing/2014/main" id="{85AC730A-EADD-D8B4-64C8-5EC5F1CEFC6A}"/>
              </a:ext>
            </a:extLst>
          </p:cNvPr>
          <p:cNvCxnSpPr>
            <a:cxnSpLocks/>
          </p:cNvCxnSpPr>
          <p:nvPr/>
        </p:nvCxnSpPr>
        <p:spPr>
          <a:xfrm>
            <a:off x="7976465" y="1503290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E7A37BE7-F501-1702-BD21-E060776E1BE9}"/>
              </a:ext>
            </a:extLst>
          </p:cNvPr>
          <p:cNvSpPr>
            <a:spLocks/>
          </p:cNvSpPr>
          <p:nvPr/>
        </p:nvSpPr>
        <p:spPr>
          <a:xfrm>
            <a:off x="8958860" y="3708916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4AA0BC7-A8D9-A06F-F80A-01B1427E488B}"/>
              </a:ext>
            </a:extLst>
          </p:cNvPr>
          <p:cNvSpPr>
            <a:spLocks/>
          </p:cNvSpPr>
          <p:nvPr/>
        </p:nvSpPr>
        <p:spPr>
          <a:xfrm>
            <a:off x="8959411" y="4604040"/>
            <a:ext cx="720000" cy="432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master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810AB61D-4632-E37A-4360-761C1EBA8AD2}"/>
              </a:ext>
            </a:extLst>
          </p:cNvPr>
          <p:cNvCxnSpPr>
            <a:cxnSpLocks/>
            <a:stCxn id="2" idx="1"/>
            <a:endCxn id="794" idx="3"/>
          </p:cNvCxnSpPr>
          <p:nvPr/>
        </p:nvCxnSpPr>
        <p:spPr>
          <a:xfrm flipH="1">
            <a:off x="8588471" y="3924916"/>
            <a:ext cx="37038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[R] 16">
            <a:extLst>
              <a:ext uri="{FF2B5EF4-FFF2-40B4-BE49-F238E27FC236}">
                <a16:creationId xmlns:a16="http://schemas.microsoft.com/office/drawing/2014/main" id="{DD48CE7B-AD25-0109-B1D3-2F60ED5E3AE4}"/>
              </a:ext>
            </a:extLst>
          </p:cNvPr>
          <p:cNvCxnSpPr>
            <a:cxnSpLocks/>
            <a:stCxn id="12" idx="1"/>
            <a:endCxn id="796" idx="3"/>
          </p:cNvCxnSpPr>
          <p:nvPr/>
        </p:nvCxnSpPr>
        <p:spPr>
          <a:xfrm flipH="1">
            <a:off x="8588471" y="4820040"/>
            <a:ext cx="370940" cy="106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[R] 40">
            <a:extLst>
              <a:ext uri="{FF2B5EF4-FFF2-40B4-BE49-F238E27FC236}">
                <a16:creationId xmlns:a16="http://schemas.microsoft.com/office/drawing/2014/main" id="{9406536D-FD0B-9E7B-04E8-CAD9F32DF1C4}"/>
              </a:ext>
            </a:extLst>
          </p:cNvPr>
          <p:cNvCxnSpPr>
            <a:cxnSpLocks/>
            <a:stCxn id="12" idx="0"/>
            <a:endCxn id="2" idx="2"/>
          </p:cNvCxnSpPr>
          <p:nvPr/>
        </p:nvCxnSpPr>
        <p:spPr>
          <a:xfrm flipH="1" flipV="1">
            <a:off x="9318860" y="4140916"/>
            <a:ext cx="551" cy="46312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5" name="직선 연결선 351">
            <a:extLst>
              <a:ext uri="{FF2B5EF4-FFF2-40B4-BE49-F238E27FC236}">
                <a16:creationId xmlns:a16="http://schemas.microsoft.com/office/drawing/2014/main" id="{2320D397-12F2-990E-2762-806AF767168E}"/>
              </a:ext>
            </a:extLst>
          </p:cNvPr>
          <p:cNvCxnSpPr>
            <a:cxnSpLocks/>
          </p:cNvCxnSpPr>
          <p:nvPr/>
        </p:nvCxnSpPr>
        <p:spPr>
          <a:xfrm>
            <a:off x="8901748" y="386987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8" name="그룹 947">
            <a:extLst>
              <a:ext uri="{FF2B5EF4-FFF2-40B4-BE49-F238E27FC236}">
                <a16:creationId xmlns:a16="http://schemas.microsoft.com/office/drawing/2014/main" id="{448543E9-DDD3-8CDE-A533-C290324FF45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9347" y="3870916"/>
            <a:ext cx="148067" cy="108000"/>
            <a:chOff x="7409659" y="2902132"/>
            <a:chExt cx="317047" cy="239471"/>
          </a:xfrm>
        </p:grpSpPr>
        <p:grpSp>
          <p:nvGrpSpPr>
            <p:cNvPr id="949" name="그룹 948">
              <a:extLst>
                <a:ext uri="{FF2B5EF4-FFF2-40B4-BE49-F238E27FC236}">
                  <a16:creationId xmlns:a16="http://schemas.microsoft.com/office/drawing/2014/main" id="{5D08E7F7-62F8-7A40-D828-A52601ED649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953" name="직선 연결선 322">
                <a:extLst>
                  <a:ext uri="{FF2B5EF4-FFF2-40B4-BE49-F238E27FC236}">
                    <a16:creationId xmlns:a16="http://schemas.microsoft.com/office/drawing/2014/main" id="{242BB15C-51EE-E048-205D-C0DEBF4EE64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5" name="직선 연결선 323">
                <a:extLst>
                  <a:ext uri="{FF2B5EF4-FFF2-40B4-BE49-F238E27FC236}">
                    <a16:creationId xmlns:a16="http://schemas.microsoft.com/office/drawing/2014/main" id="{BC823442-068F-6147-7805-0F3C1D84AEC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6" name="직선 연결선 324">
                <a:extLst>
                  <a:ext uri="{FF2B5EF4-FFF2-40B4-BE49-F238E27FC236}">
                    <a16:creationId xmlns:a16="http://schemas.microsoft.com/office/drawing/2014/main" id="{2DA9EE73-4C5F-1A80-41C5-F68704DCA11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50" name="직선 연결선 326">
              <a:extLst>
                <a:ext uri="{FF2B5EF4-FFF2-40B4-BE49-F238E27FC236}">
                  <a16:creationId xmlns:a16="http://schemas.microsoft.com/office/drawing/2014/main" id="{7E782C52-C5E2-13E3-7622-B3CBB7E9FD8D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2" name="타원 951">
              <a:extLst>
                <a:ext uri="{FF2B5EF4-FFF2-40B4-BE49-F238E27FC236}">
                  <a16:creationId xmlns:a16="http://schemas.microsoft.com/office/drawing/2014/main" id="{18D4443B-7A4D-3415-B302-90C7661FA22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959" name="직선 연결선 351">
            <a:extLst>
              <a:ext uri="{FF2B5EF4-FFF2-40B4-BE49-F238E27FC236}">
                <a16:creationId xmlns:a16="http://schemas.microsoft.com/office/drawing/2014/main" id="{4D804B4C-6585-F6A9-9E39-C1FA34495C3E}"/>
              </a:ext>
            </a:extLst>
          </p:cNvPr>
          <p:cNvCxnSpPr>
            <a:cxnSpLocks/>
          </p:cNvCxnSpPr>
          <p:nvPr/>
        </p:nvCxnSpPr>
        <p:spPr>
          <a:xfrm>
            <a:off x="9265772" y="4193952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1" name="그룹 970">
            <a:extLst>
              <a:ext uri="{FF2B5EF4-FFF2-40B4-BE49-F238E27FC236}">
                <a16:creationId xmlns:a16="http://schemas.microsoft.com/office/drawing/2014/main" id="{5650401B-E931-20D1-D0B1-DAB1F9E9446E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9292396" y="4515904"/>
            <a:ext cx="57088" cy="108000"/>
            <a:chOff x="7604467" y="2108611"/>
            <a:chExt cx="122239" cy="239471"/>
          </a:xfrm>
        </p:grpSpPr>
        <p:grpSp>
          <p:nvGrpSpPr>
            <p:cNvPr id="973" name="그룹 972">
              <a:extLst>
                <a:ext uri="{FF2B5EF4-FFF2-40B4-BE49-F238E27FC236}">
                  <a16:creationId xmlns:a16="http://schemas.microsoft.com/office/drawing/2014/main" id="{F1B8C290-2680-ACE3-FE45-74CBF82A970D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008" name="직선 연결선 359">
                <a:extLst>
                  <a:ext uri="{FF2B5EF4-FFF2-40B4-BE49-F238E27FC236}">
                    <a16:creationId xmlns:a16="http://schemas.microsoft.com/office/drawing/2014/main" id="{50632599-D557-2305-0DF4-207753B8EC2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9" name="직선 연결선 360">
                <a:extLst>
                  <a:ext uri="{FF2B5EF4-FFF2-40B4-BE49-F238E27FC236}">
                    <a16:creationId xmlns:a16="http://schemas.microsoft.com/office/drawing/2014/main" id="{EE056081-66F4-632B-29EE-D45FBB6588F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0" name="직선 연결선 361">
                <a:extLst>
                  <a:ext uri="{FF2B5EF4-FFF2-40B4-BE49-F238E27FC236}">
                    <a16:creationId xmlns:a16="http://schemas.microsoft.com/office/drawing/2014/main" id="{99EAD90A-62B6-04C9-730A-ED20CC46CE4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06" name="직선 연결선 363">
              <a:extLst>
                <a:ext uri="{FF2B5EF4-FFF2-40B4-BE49-F238E27FC236}">
                  <a16:creationId xmlns:a16="http://schemas.microsoft.com/office/drawing/2014/main" id="{1E0BED16-5D17-5BF6-272A-C2F9C444D6F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44" name="그룹 1143">
            <a:extLst>
              <a:ext uri="{FF2B5EF4-FFF2-40B4-BE49-F238E27FC236}">
                <a16:creationId xmlns:a16="http://schemas.microsoft.com/office/drawing/2014/main" id="{3C4FEFA8-E294-0C96-A4F8-1620051451B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471" y="4767101"/>
            <a:ext cx="148067" cy="108000"/>
            <a:chOff x="7409659" y="2902132"/>
            <a:chExt cx="317047" cy="239471"/>
          </a:xfrm>
        </p:grpSpPr>
        <p:grpSp>
          <p:nvGrpSpPr>
            <p:cNvPr id="1145" name="그룹 1144">
              <a:extLst>
                <a:ext uri="{FF2B5EF4-FFF2-40B4-BE49-F238E27FC236}">
                  <a16:creationId xmlns:a16="http://schemas.microsoft.com/office/drawing/2014/main" id="{A08E644E-FF95-4BE5-7C61-469500F699E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177" name="직선 연결선 322">
                <a:extLst>
                  <a:ext uri="{FF2B5EF4-FFF2-40B4-BE49-F238E27FC236}">
                    <a16:creationId xmlns:a16="http://schemas.microsoft.com/office/drawing/2014/main" id="{BF58461F-3B06-A9DB-FAAC-4E553DFA8AE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8" name="직선 연결선 323">
                <a:extLst>
                  <a:ext uri="{FF2B5EF4-FFF2-40B4-BE49-F238E27FC236}">
                    <a16:creationId xmlns:a16="http://schemas.microsoft.com/office/drawing/2014/main" id="{833208FA-0671-7BFC-7D0D-CFDA6BD0A7D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0" name="직선 연결선 324">
                <a:extLst>
                  <a:ext uri="{FF2B5EF4-FFF2-40B4-BE49-F238E27FC236}">
                    <a16:creationId xmlns:a16="http://schemas.microsoft.com/office/drawing/2014/main" id="{4CD554AD-9948-C6DC-BBDC-CF8FFDAB1A8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74" name="직선 연결선 326">
              <a:extLst>
                <a:ext uri="{FF2B5EF4-FFF2-40B4-BE49-F238E27FC236}">
                  <a16:creationId xmlns:a16="http://schemas.microsoft.com/office/drawing/2014/main" id="{B8D6D840-5880-CEF2-AD2D-AEDFDB115F9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76" name="타원 1175">
              <a:extLst>
                <a:ext uri="{FF2B5EF4-FFF2-40B4-BE49-F238E27FC236}">
                  <a16:creationId xmlns:a16="http://schemas.microsoft.com/office/drawing/2014/main" id="{58B05C93-58CF-03C6-3853-CBA9755A3C6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790" name="직선 연결선 351">
            <a:extLst>
              <a:ext uri="{FF2B5EF4-FFF2-40B4-BE49-F238E27FC236}">
                <a16:creationId xmlns:a16="http://schemas.microsoft.com/office/drawing/2014/main" id="{4FAF5C21-F84B-0595-EB14-87398AF9A7E5}"/>
              </a:ext>
            </a:extLst>
          </p:cNvPr>
          <p:cNvCxnSpPr>
            <a:cxnSpLocks/>
          </p:cNvCxnSpPr>
          <p:nvPr/>
        </p:nvCxnSpPr>
        <p:spPr>
          <a:xfrm>
            <a:off x="8908920" y="4767101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1" name="직사각형 800">
            <a:extLst>
              <a:ext uri="{FF2B5EF4-FFF2-40B4-BE49-F238E27FC236}">
                <a16:creationId xmlns:a16="http://schemas.microsoft.com/office/drawing/2014/main" id="{3C43E7F7-8FE8-0CAD-84B5-215BF5114A6E}"/>
              </a:ext>
            </a:extLst>
          </p:cNvPr>
          <p:cNvSpPr>
            <a:spLocks/>
          </p:cNvSpPr>
          <p:nvPr/>
        </p:nvSpPr>
        <p:spPr>
          <a:xfrm>
            <a:off x="6417494" y="104461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807" name="직선 연결선[R] 806">
            <a:extLst>
              <a:ext uri="{FF2B5EF4-FFF2-40B4-BE49-F238E27FC236}">
                <a16:creationId xmlns:a16="http://schemas.microsoft.com/office/drawing/2014/main" id="{71AABB5A-5DAA-FBBB-CE60-3FB3F86AFDE0}"/>
              </a:ext>
            </a:extLst>
          </p:cNvPr>
          <p:cNvCxnSpPr>
            <a:cxnSpLocks/>
          </p:cNvCxnSpPr>
          <p:nvPr/>
        </p:nvCxnSpPr>
        <p:spPr>
          <a:xfrm flipH="1">
            <a:off x="6027906" y="211130"/>
            <a:ext cx="368881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3" name="그룹 852">
            <a:extLst>
              <a:ext uri="{FF2B5EF4-FFF2-40B4-BE49-F238E27FC236}">
                <a16:creationId xmlns:a16="http://schemas.microsoft.com/office/drawing/2014/main" id="{6BDEEA26-441A-A478-F4D7-1A91C620416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6027906" y="157130"/>
            <a:ext cx="148067" cy="108000"/>
            <a:chOff x="7409659" y="2902132"/>
            <a:chExt cx="317047" cy="239471"/>
          </a:xfrm>
        </p:grpSpPr>
        <p:grpSp>
          <p:nvGrpSpPr>
            <p:cNvPr id="854" name="그룹 853">
              <a:extLst>
                <a:ext uri="{FF2B5EF4-FFF2-40B4-BE49-F238E27FC236}">
                  <a16:creationId xmlns:a16="http://schemas.microsoft.com/office/drawing/2014/main" id="{BE81569B-CEF2-2A21-9F36-E014E2D7030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18" name="직선 연결선 322">
                <a:extLst>
                  <a:ext uri="{FF2B5EF4-FFF2-40B4-BE49-F238E27FC236}">
                    <a16:creationId xmlns:a16="http://schemas.microsoft.com/office/drawing/2014/main" id="{8D04D5B9-74E0-A0DF-CF48-90FFAB84E30D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19" name="직선 연결선 323">
                <a:extLst>
                  <a:ext uri="{FF2B5EF4-FFF2-40B4-BE49-F238E27FC236}">
                    <a16:creationId xmlns:a16="http://schemas.microsoft.com/office/drawing/2014/main" id="{6F08020B-5F12-E2A3-AB5C-08DF4E40CF9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0" name="직선 연결선 324">
                <a:extLst>
                  <a:ext uri="{FF2B5EF4-FFF2-40B4-BE49-F238E27FC236}">
                    <a16:creationId xmlns:a16="http://schemas.microsoft.com/office/drawing/2014/main" id="{CB788186-BC6A-57A3-8FB2-530D671D2F8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14" name="직선 연결선 326">
              <a:extLst>
                <a:ext uri="{FF2B5EF4-FFF2-40B4-BE49-F238E27FC236}">
                  <a16:creationId xmlns:a16="http://schemas.microsoft.com/office/drawing/2014/main" id="{D93943F6-8181-4948-2AD6-44C414B44D1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6" name="타원 1315">
              <a:extLst>
                <a:ext uri="{FF2B5EF4-FFF2-40B4-BE49-F238E27FC236}">
                  <a16:creationId xmlns:a16="http://schemas.microsoft.com/office/drawing/2014/main" id="{AEA08627-21B6-73AD-AADD-8ED6A3B0F09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22" name="직선 연결선 351">
            <a:extLst>
              <a:ext uri="{FF2B5EF4-FFF2-40B4-BE49-F238E27FC236}">
                <a16:creationId xmlns:a16="http://schemas.microsoft.com/office/drawing/2014/main" id="{706649A3-F95B-443F-6587-42C4B60E88D2}"/>
              </a:ext>
            </a:extLst>
          </p:cNvPr>
          <p:cNvCxnSpPr>
            <a:cxnSpLocks/>
          </p:cNvCxnSpPr>
          <p:nvPr/>
        </p:nvCxnSpPr>
        <p:spPr>
          <a:xfrm>
            <a:off x="6342679" y="163865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3" name="직사각형 1342">
            <a:extLst>
              <a:ext uri="{FF2B5EF4-FFF2-40B4-BE49-F238E27FC236}">
                <a16:creationId xmlns:a16="http://schemas.microsoft.com/office/drawing/2014/main" id="{83459B7D-3BDA-2AAA-09EE-D88FEA5A672E}"/>
              </a:ext>
            </a:extLst>
          </p:cNvPr>
          <p:cNvSpPr>
            <a:spLocks/>
          </p:cNvSpPr>
          <p:nvPr/>
        </p:nvSpPr>
        <p:spPr>
          <a:xfrm>
            <a:off x="6421325" y="584813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benefit</a:t>
            </a:r>
          </a:p>
        </p:txBody>
      </p:sp>
      <p:sp>
        <p:nvSpPr>
          <p:cNvPr id="1344" name="직사각형 1343">
            <a:extLst>
              <a:ext uri="{FF2B5EF4-FFF2-40B4-BE49-F238E27FC236}">
                <a16:creationId xmlns:a16="http://schemas.microsoft.com/office/drawing/2014/main" id="{9DF99843-2A6D-9D1E-2419-2003A89A7AC8}"/>
              </a:ext>
            </a:extLst>
          </p:cNvPr>
          <p:cNvSpPr>
            <a:spLocks/>
          </p:cNvSpPr>
          <p:nvPr/>
        </p:nvSpPr>
        <p:spPr>
          <a:xfrm>
            <a:off x="6418531" y="1063587"/>
            <a:ext cx="720000" cy="432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condition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45" name="직선 연결선[R] 1344">
            <a:extLst>
              <a:ext uri="{FF2B5EF4-FFF2-40B4-BE49-F238E27FC236}">
                <a16:creationId xmlns:a16="http://schemas.microsoft.com/office/drawing/2014/main" id="{BF38B4E9-C1B8-04E7-1359-97C3E3E0B906}"/>
              </a:ext>
            </a:extLst>
          </p:cNvPr>
          <p:cNvCxnSpPr>
            <a:cxnSpLocks/>
          </p:cNvCxnSpPr>
          <p:nvPr/>
        </p:nvCxnSpPr>
        <p:spPr>
          <a:xfrm flipH="1">
            <a:off x="6027906" y="331152"/>
            <a:ext cx="26356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7" name="직선 연결선[R] 1346">
            <a:extLst>
              <a:ext uri="{FF2B5EF4-FFF2-40B4-BE49-F238E27FC236}">
                <a16:creationId xmlns:a16="http://schemas.microsoft.com/office/drawing/2014/main" id="{626874FD-79DC-0170-9C83-A45A876B0886}"/>
              </a:ext>
            </a:extLst>
          </p:cNvPr>
          <p:cNvCxnSpPr>
            <a:cxnSpLocks/>
            <a:stCxn id="1343" idx="1"/>
          </p:cNvCxnSpPr>
          <p:nvPr/>
        </p:nvCxnSpPr>
        <p:spPr>
          <a:xfrm flipH="1">
            <a:off x="6291470" y="800813"/>
            <a:ext cx="12985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0" name="직선 연결선[R] 1349">
            <a:extLst>
              <a:ext uri="{FF2B5EF4-FFF2-40B4-BE49-F238E27FC236}">
                <a16:creationId xmlns:a16="http://schemas.microsoft.com/office/drawing/2014/main" id="{EDBF7706-9F31-3ACC-258A-16A1263D65BE}"/>
              </a:ext>
            </a:extLst>
          </p:cNvPr>
          <p:cNvCxnSpPr>
            <a:cxnSpLocks/>
          </p:cNvCxnSpPr>
          <p:nvPr/>
        </p:nvCxnSpPr>
        <p:spPr>
          <a:xfrm>
            <a:off x="6292415" y="345831"/>
            <a:ext cx="0" cy="4585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직선 연결선[R] 1356">
            <a:extLst>
              <a:ext uri="{FF2B5EF4-FFF2-40B4-BE49-F238E27FC236}">
                <a16:creationId xmlns:a16="http://schemas.microsoft.com/office/drawing/2014/main" id="{FD78C53E-62D0-A137-CFA3-01DB3C7E4963}"/>
              </a:ext>
            </a:extLst>
          </p:cNvPr>
          <p:cNvCxnSpPr>
            <a:cxnSpLocks/>
            <a:stCxn id="1344" idx="1"/>
          </p:cNvCxnSpPr>
          <p:nvPr/>
        </p:nvCxnSpPr>
        <p:spPr>
          <a:xfrm flipH="1">
            <a:off x="6211957" y="1279587"/>
            <a:ext cx="20657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직선 연결선[R] 1360">
            <a:extLst>
              <a:ext uri="{FF2B5EF4-FFF2-40B4-BE49-F238E27FC236}">
                <a16:creationId xmlns:a16="http://schemas.microsoft.com/office/drawing/2014/main" id="{DA2582E4-3B78-D375-7B95-D5049C6D6BCE}"/>
              </a:ext>
            </a:extLst>
          </p:cNvPr>
          <p:cNvCxnSpPr>
            <a:cxnSpLocks/>
          </p:cNvCxnSpPr>
          <p:nvPr/>
        </p:nvCxnSpPr>
        <p:spPr>
          <a:xfrm>
            <a:off x="6216215" y="457200"/>
            <a:ext cx="0" cy="8249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직선 연결선[R] 1363">
            <a:extLst>
              <a:ext uri="{FF2B5EF4-FFF2-40B4-BE49-F238E27FC236}">
                <a16:creationId xmlns:a16="http://schemas.microsoft.com/office/drawing/2014/main" id="{F4FA3EAD-B59A-0997-595B-6F423D960BDC}"/>
              </a:ext>
            </a:extLst>
          </p:cNvPr>
          <p:cNvCxnSpPr>
            <a:cxnSpLocks/>
          </p:cNvCxnSpPr>
          <p:nvPr/>
        </p:nvCxnSpPr>
        <p:spPr>
          <a:xfrm flipH="1">
            <a:off x="6027906" y="448765"/>
            <a:ext cx="1890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6" name="그룹 1365">
            <a:extLst>
              <a:ext uri="{FF2B5EF4-FFF2-40B4-BE49-F238E27FC236}">
                <a16:creationId xmlns:a16="http://schemas.microsoft.com/office/drawing/2014/main" id="{ECE0E2E2-47ED-6E38-565F-A8A1A33EBBD1}"/>
              </a:ext>
            </a:extLst>
          </p:cNvPr>
          <p:cNvGrpSpPr>
            <a:grpSpLocks noChangeAspect="1"/>
          </p:cNvGrpSpPr>
          <p:nvPr/>
        </p:nvGrpSpPr>
        <p:grpSpPr>
          <a:xfrm>
            <a:off x="6347363" y="746146"/>
            <a:ext cx="70242" cy="108000"/>
            <a:chOff x="7604467" y="2108611"/>
            <a:chExt cx="122239" cy="239471"/>
          </a:xfrm>
        </p:grpSpPr>
        <p:grpSp>
          <p:nvGrpSpPr>
            <p:cNvPr id="1367" name="그룹 1366">
              <a:extLst>
                <a:ext uri="{FF2B5EF4-FFF2-40B4-BE49-F238E27FC236}">
                  <a16:creationId xmlns:a16="http://schemas.microsoft.com/office/drawing/2014/main" id="{CDE86F61-6AE8-12A6-0B6D-AA459697E3DF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369" name="직선 연결선 359">
                <a:extLst>
                  <a:ext uri="{FF2B5EF4-FFF2-40B4-BE49-F238E27FC236}">
                    <a16:creationId xmlns:a16="http://schemas.microsoft.com/office/drawing/2014/main" id="{B4568163-53DF-E22E-5277-69791899F00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0" name="직선 연결선 360">
                <a:extLst>
                  <a:ext uri="{FF2B5EF4-FFF2-40B4-BE49-F238E27FC236}">
                    <a16:creationId xmlns:a16="http://schemas.microsoft.com/office/drawing/2014/main" id="{6DE565C2-785E-7EBE-4618-7F5080C4EF7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1" name="직선 연결선 361">
                <a:extLst>
                  <a:ext uri="{FF2B5EF4-FFF2-40B4-BE49-F238E27FC236}">
                    <a16:creationId xmlns:a16="http://schemas.microsoft.com/office/drawing/2014/main" id="{81105567-693E-A72C-1858-DC8C4986316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68" name="직선 연결선 363">
              <a:extLst>
                <a:ext uri="{FF2B5EF4-FFF2-40B4-BE49-F238E27FC236}">
                  <a16:creationId xmlns:a16="http://schemas.microsoft.com/office/drawing/2014/main" id="{4464FAB8-D23F-35A7-A0CD-188849153B47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72" name="그룹 1371">
            <a:extLst>
              <a:ext uri="{FF2B5EF4-FFF2-40B4-BE49-F238E27FC236}">
                <a16:creationId xmlns:a16="http://schemas.microsoft.com/office/drawing/2014/main" id="{BBA3A00E-02EB-AA6D-606C-62AB38734514}"/>
              </a:ext>
            </a:extLst>
          </p:cNvPr>
          <p:cNvGrpSpPr>
            <a:grpSpLocks noChangeAspect="1"/>
          </p:cNvGrpSpPr>
          <p:nvPr/>
        </p:nvGrpSpPr>
        <p:grpSpPr>
          <a:xfrm>
            <a:off x="6264787" y="1224761"/>
            <a:ext cx="148067" cy="108000"/>
            <a:chOff x="7409659" y="2902132"/>
            <a:chExt cx="317047" cy="239471"/>
          </a:xfrm>
        </p:grpSpPr>
        <p:grpSp>
          <p:nvGrpSpPr>
            <p:cNvPr id="1373" name="그룹 1372">
              <a:extLst>
                <a:ext uri="{FF2B5EF4-FFF2-40B4-BE49-F238E27FC236}">
                  <a16:creationId xmlns:a16="http://schemas.microsoft.com/office/drawing/2014/main" id="{A7EE6AD6-54C9-877E-E414-CE231A5B88A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376" name="직선 연결선 322">
                <a:extLst>
                  <a:ext uri="{FF2B5EF4-FFF2-40B4-BE49-F238E27FC236}">
                    <a16:creationId xmlns:a16="http://schemas.microsoft.com/office/drawing/2014/main" id="{C55DED77-F7AB-279A-3CA8-1865552325C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7" name="직선 연결선 323">
                <a:extLst>
                  <a:ext uri="{FF2B5EF4-FFF2-40B4-BE49-F238E27FC236}">
                    <a16:creationId xmlns:a16="http://schemas.microsoft.com/office/drawing/2014/main" id="{3C03F96D-E088-1F7C-5677-48059CA54E8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78" name="직선 연결선 324">
                <a:extLst>
                  <a:ext uri="{FF2B5EF4-FFF2-40B4-BE49-F238E27FC236}">
                    <a16:creationId xmlns:a16="http://schemas.microsoft.com/office/drawing/2014/main" id="{D6EEFBFC-3540-C289-E259-2875F1DED05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74" name="직선 연결선 326">
              <a:extLst>
                <a:ext uri="{FF2B5EF4-FFF2-40B4-BE49-F238E27FC236}">
                  <a16:creationId xmlns:a16="http://schemas.microsoft.com/office/drawing/2014/main" id="{80F42BAB-1FC9-78E7-5429-62F148856CA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75" name="타원 1374">
              <a:extLst>
                <a:ext uri="{FF2B5EF4-FFF2-40B4-BE49-F238E27FC236}">
                  <a16:creationId xmlns:a16="http://schemas.microsoft.com/office/drawing/2014/main" id="{2BEF028F-DE80-091D-E86F-DFC6C46B629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382" name="직선 연결선 351">
            <a:extLst>
              <a:ext uri="{FF2B5EF4-FFF2-40B4-BE49-F238E27FC236}">
                <a16:creationId xmlns:a16="http://schemas.microsoft.com/office/drawing/2014/main" id="{75B26F1A-11DE-FEB4-F5DB-B364626F4E51}"/>
              </a:ext>
            </a:extLst>
          </p:cNvPr>
          <p:cNvCxnSpPr>
            <a:cxnSpLocks/>
          </p:cNvCxnSpPr>
          <p:nvPr/>
        </p:nvCxnSpPr>
        <p:spPr>
          <a:xfrm>
            <a:off x="6086060" y="268978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3" name="직선 연결선 351">
            <a:extLst>
              <a:ext uri="{FF2B5EF4-FFF2-40B4-BE49-F238E27FC236}">
                <a16:creationId xmlns:a16="http://schemas.microsoft.com/office/drawing/2014/main" id="{CECBE099-DDE4-5896-2C21-C4CDAF0F0008}"/>
              </a:ext>
            </a:extLst>
          </p:cNvPr>
          <p:cNvCxnSpPr>
            <a:cxnSpLocks/>
          </p:cNvCxnSpPr>
          <p:nvPr/>
        </p:nvCxnSpPr>
        <p:spPr>
          <a:xfrm>
            <a:off x="6082746" y="391562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6" name="직사각형 1385">
            <a:extLst>
              <a:ext uri="{FF2B5EF4-FFF2-40B4-BE49-F238E27FC236}">
                <a16:creationId xmlns:a16="http://schemas.microsoft.com/office/drawing/2014/main" id="{8D2124AE-E698-06D2-95A6-E815F21F6DD2}"/>
              </a:ext>
            </a:extLst>
          </p:cNvPr>
          <p:cNvSpPr>
            <a:spLocks/>
          </p:cNvSpPr>
          <p:nvPr/>
        </p:nvSpPr>
        <p:spPr>
          <a:xfrm>
            <a:off x="1147624" y="276689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charge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7" name="직사각형 1386">
            <a:extLst>
              <a:ext uri="{FF2B5EF4-FFF2-40B4-BE49-F238E27FC236}">
                <a16:creationId xmlns:a16="http://schemas.microsoft.com/office/drawing/2014/main" id="{45826AAA-4492-C211-23A1-99BC5603CA1C}"/>
              </a:ext>
            </a:extLst>
          </p:cNvPr>
          <p:cNvSpPr>
            <a:spLocks/>
          </p:cNvSpPr>
          <p:nvPr/>
        </p:nvSpPr>
        <p:spPr>
          <a:xfrm>
            <a:off x="1147624" y="1286765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88" name="직사각형 1387">
            <a:extLst>
              <a:ext uri="{FF2B5EF4-FFF2-40B4-BE49-F238E27FC236}">
                <a16:creationId xmlns:a16="http://schemas.microsoft.com/office/drawing/2014/main" id="{0CD5AF7A-404F-1D43-5DAE-2283D8727157}"/>
              </a:ext>
            </a:extLst>
          </p:cNvPr>
          <p:cNvSpPr>
            <a:spLocks/>
          </p:cNvSpPr>
          <p:nvPr/>
        </p:nvSpPr>
        <p:spPr>
          <a:xfrm>
            <a:off x="1147624" y="388624"/>
            <a:ext cx="720000" cy="432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allocation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392" name="직선 연결선[R] 1391">
            <a:extLst>
              <a:ext uri="{FF2B5EF4-FFF2-40B4-BE49-F238E27FC236}">
                <a16:creationId xmlns:a16="http://schemas.microsoft.com/office/drawing/2014/main" id="{B1E5F8F1-375C-8DD2-F0A6-90C487A76718}"/>
              </a:ext>
            </a:extLst>
          </p:cNvPr>
          <p:cNvCxnSpPr>
            <a:cxnSpLocks/>
            <a:stCxn id="942" idx="1"/>
            <a:endCxn id="1388" idx="3"/>
          </p:cNvCxnSpPr>
          <p:nvPr/>
        </p:nvCxnSpPr>
        <p:spPr>
          <a:xfrm flipH="1">
            <a:off x="1867624" y="601719"/>
            <a:ext cx="64580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5" name="직선 연결선[R] 1394">
            <a:extLst>
              <a:ext uri="{FF2B5EF4-FFF2-40B4-BE49-F238E27FC236}">
                <a16:creationId xmlns:a16="http://schemas.microsoft.com/office/drawing/2014/main" id="{7A1256F0-5895-31E7-70F4-10C7770AF33A}"/>
              </a:ext>
            </a:extLst>
          </p:cNvPr>
          <p:cNvCxnSpPr>
            <a:cxnSpLocks/>
            <a:endCxn id="1386" idx="3"/>
          </p:cNvCxnSpPr>
          <p:nvPr/>
        </p:nvCxnSpPr>
        <p:spPr>
          <a:xfrm flipH="1">
            <a:off x="1867624" y="2982895"/>
            <a:ext cx="213700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9" name="직선 연결선[R] 1398">
            <a:extLst>
              <a:ext uri="{FF2B5EF4-FFF2-40B4-BE49-F238E27FC236}">
                <a16:creationId xmlns:a16="http://schemas.microsoft.com/office/drawing/2014/main" id="{225BAF5E-E490-F562-6C9A-386209468308}"/>
              </a:ext>
            </a:extLst>
          </p:cNvPr>
          <p:cNvCxnSpPr>
            <a:cxnSpLocks/>
          </p:cNvCxnSpPr>
          <p:nvPr/>
        </p:nvCxnSpPr>
        <p:spPr>
          <a:xfrm flipV="1">
            <a:off x="4001010" y="2781100"/>
            <a:ext cx="0" cy="2083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4" name="그룹 1403">
            <a:extLst>
              <a:ext uri="{FF2B5EF4-FFF2-40B4-BE49-F238E27FC236}">
                <a16:creationId xmlns:a16="http://schemas.microsoft.com/office/drawing/2014/main" id="{C30CF613-040E-E098-F87C-9B609678423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71876" y="2928960"/>
            <a:ext cx="57088" cy="108000"/>
            <a:chOff x="7604467" y="2108611"/>
            <a:chExt cx="122239" cy="239471"/>
          </a:xfrm>
        </p:grpSpPr>
        <p:grpSp>
          <p:nvGrpSpPr>
            <p:cNvPr id="1405" name="그룹 1404">
              <a:extLst>
                <a:ext uri="{FF2B5EF4-FFF2-40B4-BE49-F238E27FC236}">
                  <a16:creationId xmlns:a16="http://schemas.microsoft.com/office/drawing/2014/main" id="{21D49C83-5A19-0EC1-6FD0-875DEB7FAD54}"/>
                </a:ext>
              </a:extLst>
            </p:cNvPr>
            <p:cNvGrpSpPr/>
            <p:nvPr/>
          </p:nvGrpSpPr>
          <p:grpSpPr>
            <a:xfrm>
              <a:off x="7604467" y="2111281"/>
              <a:ext cx="122239" cy="236801"/>
              <a:chOff x="2297548" y="3782508"/>
              <a:chExt cx="122239" cy="236801"/>
            </a:xfrm>
          </p:grpSpPr>
          <p:cxnSp>
            <p:nvCxnSpPr>
              <p:cNvPr id="1407" name="직선 연결선 359">
                <a:extLst>
                  <a:ext uri="{FF2B5EF4-FFF2-40B4-BE49-F238E27FC236}">
                    <a16:creationId xmlns:a16="http://schemas.microsoft.com/office/drawing/2014/main" id="{1570F08A-7F32-0A7C-12D6-996CB245444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8" name="직선 연결선 360">
                <a:extLst>
                  <a:ext uri="{FF2B5EF4-FFF2-40B4-BE49-F238E27FC236}">
                    <a16:creationId xmlns:a16="http://schemas.microsoft.com/office/drawing/2014/main" id="{6616A47A-CB8C-83BB-EF65-04210DAC84E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9" name="직선 연결선 361">
                <a:extLst>
                  <a:ext uri="{FF2B5EF4-FFF2-40B4-BE49-F238E27FC236}">
                    <a16:creationId xmlns:a16="http://schemas.microsoft.com/office/drawing/2014/main" id="{97986912-9D55-FD63-9EFB-C99896061D6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06" name="직선 연결선 363">
              <a:extLst>
                <a:ext uri="{FF2B5EF4-FFF2-40B4-BE49-F238E27FC236}">
                  <a16:creationId xmlns:a16="http://schemas.microsoft.com/office/drawing/2014/main" id="{FEC8F13D-2CAA-A7AC-F116-48DC4AE443A5}"/>
                </a:ext>
              </a:extLst>
            </p:cNvPr>
            <p:cNvCxnSpPr/>
            <p:nvPr/>
          </p:nvCxnSpPr>
          <p:spPr>
            <a:xfrm>
              <a:off x="7604467" y="2108611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10" name="직선 연결선 351">
            <a:extLst>
              <a:ext uri="{FF2B5EF4-FFF2-40B4-BE49-F238E27FC236}">
                <a16:creationId xmlns:a16="http://schemas.microsoft.com/office/drawing/2014/main" id="{BC93AB65-DD98-B453-2F0A-38D6450CAE80}"/>
              </a:ext>
            </a:extLst>
          </p:cNvPr>
          <p:cNvCxnSpPr>
            <a:cxnSpLocks/>
          </p:cNvCxnSpPr>
          <p:nvPr/>
        </p:nvCxnSpPr>
        <p:spPr>
          <a:xfrm>
            <a:off x="3950630" y="2852918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1" name="직선 연결선[R] 1410">
            <a:extLst>
              <a:ext uri="{FF2B5EF4-FFF2-40B4-BE49-F238E27FC236}">
                <a16:creationId xmlns:a16="http://schemas.microsoft.com/office/drawing/2014/main" id="{85F35FC9-5029-CC6D-9C47-6B78F164566F}"/>
              </a:ext>
            </a:extLst>
          </p:cNvPr>
          <p:cNvCxnSpPr>
            <a:cxnSpLocks/>
            <a:endCxn id="1387" idx="3"/>
          </p:cNvCxnSpPr>
          <p:nvPr/>
        </p:nvCxnSpPr>
        <p:spPr>
          <a:xfrm flipH="1">
            <a:off x="1867624" y="1502765"/>
            <a:ext cx="74437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4" name="직선 연결선[R] 1413">
            <a:extLst>
              <a:ext uri="{FF2B5EF4-FFF2-40B4-BE49-F238E27FC236}">
                <a16:creationId xmlns:a16="http://schemas.microsoft.com/office/drawing/2014/main" id="{3101987B-F6EA-2954-88CE-94ED5FBC08EF}"/>
              </a:ext>
            </a:extLst>
          </p:cNvPr>
          <p:cNvCxnSpPr>
            <a:cxnSpLocks/>
          </p:cNvCxnSpPr>
          <p:nvPr/>
        </p:nvCxnSpPr>
        <p:spPr>
          <a:xfrm flipV="1">
            <a:off x="2610855" y="1504010"/>
            <a:ext cx="0" cy="29157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6" name="그룹 1415">
            <a:extLst>
              <a:ext uri="{FF2B5EF4-FFF2-40B4-BE49-F238E27FC236}">
                <a16:creationId xmlns:a16="http://schemas.microsoft.com/office/drawing/2014/main" id="{B3556F7E-B5BA-5202-54E8-2EFDEA682F4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1447719"/>
            <a:ext cx="148067" cy="108000"/>
            <a:chOff x="7409659" y="2902132"/>
            <a:chExt cx="317047" cy="239471"/>
          </a:xfrm>
        </p:grpSpPr>
        <p:grpSp>
          <p:nvGrpSpPr>
            <p:cNvPr id="1417" name="그룹 1416">
              <a:extLst>
                <a:ext uri="{FF2B5EF4-FFF2-40B4-BE49-F238E27FC236}">
                  <a16:creationId xmlns:a16="http://schemas.microsoft.com/office/drawing/2014/main" id="{1332AC24-A62F-7E49-1A03-343B9698F0E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0" name="직선 연결선 322">
                <a:extLst>
                  <a:ext uri="{FF2B5EF4-FFF2-40B4-BE49-F238E27FC236}">
                    <a16:creationId xmlns:a16="http://schemas.microsoft.com/office/drawing/2014/main" id="{242CF3A7-734C-F2C1-E9BB-B39B375932A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1" name="직선 연결선 323">
                <a:extLst>
                  <a:ext uri="{FF2B5EF4-FFF2-40B4-BE49-F238E27FC236}">
                    <a16:creationId xmlns:a16="http://schemas.microsoft.com/office/drawing/2014/main" id="{A89296B5-9772-E208-C61F-AA5157CEDBA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22" name="직선 연결선 324">
                <a:extLst>
                  <a:ext uri="{FF2B5EF4-FFF2-40B4-BE49-F238E27FC236}">
                    <a16:creationId xmlns:a16="http://schemas.microsoft.com/office/drawing/2014/main" id="{1DA4B131-5ADA-3582-697B-9BBD7250C4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18" name="직선 연결선 326">
              <a:extLst>
                <a:ext uri="{FF2B5EF4-FFF2-40B4-BE49-F238E27FC236}">
                  <a16:creationId xmlns:a16="http://schemas.microsoft.com/office/drawing/2014/main" id="{C8E6B4B9-60C0-E675-0ECA-1FE527442FB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19" name="타원 1418">
              <a:extLst>
                <a:ext uri="{FF2B5EF4-FFF2-40B4-BE49-F238E27FC236}">
                  <a16:creationId xmlns:a16="http://schemas.microsoft.com/office/drawing/2014/main" id="{B2724322-6F2A-671E-CC88-96D48BF7904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23" name="직선 연결선 351">
            <a:extLst>
              <a:ext uri="{FF2B5EF4-FFF2-40B4-BE49-F238E27FC236}">
                <a16:creationId xmlns:a16="http://schemas.microsoft.com/office/drawing/2014/main" id="{2EE51C7E-033C-DF14-882A-8CC7184F7C6F}"/>
              </a:ext>
            </a:extLst>
          </p:cNvPr>
          <p:cNvCxnSpPr>
            <a:cxnSpLocks/>
          </p:cNvCxnSpPr>
          <p:nvPr/>
        </p:nvCxnSpPr>
        <p:spPr>
          <a:xfrm>
            <a:off x="2558461" y="1733591"/>
            <a:ext cx="108000" cy="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4" name="직선 연결선 351">
            <a:extLst>
              <a:ext uri="{FF2B5EF4-FFF2-40B4-BE49-F238E27FC236}">
                <a16:creationId xmlns:a16="http://schemas.microsoft.com/office/drawing/2014/main" id="{1C826D50-78E6-BF47-8B4C-E435B05FA7D4}"/>
              </a:ext>
            </a:extLst>
          </p:cNvPr>
          <p:cNvCxnSpPr>
            <a:cxnSpLocks/>
          </p:cNvCxnSpPr>
          <p:nvPr/>
        </p:nvCxnSpPr>
        <p:spPr>
          <a:xfrm>
            <a:off x="2460249" y="548389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25" name="그룹 1424">
            <a:extLst>
              <a:ext uri="{FF2B5EF4-FFF2-40B4-BE49-F238E27FC236}">
                <a16:creationId xmlns:a16="http://schemas.microsoft.com/office/drawing/2014/main" id="{353C46AB-5446-46BE-60AC-190E50138AA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867624" y="551414"/>
            <a:ext cx="148067" cy="108000"/>
            <a:chOff x="7409659" y="2902132"/>
            <a:chExt cx="317047" cy="239471"/>
          </a:xfrm>
        </p:grpSpPr>
        <p:grpSp>
          <p:nvGrpSpPr>
            <p:cNvPr id="1426" name="그룹 1425">
              <a:extLst>
                <a:ext uri="{FF2B5EF4-FFF2-40B4-BE49-F238E27FC236}">
                  <a16:creationId xmlns:a16="http://schemas.microsoft.com/office/drawing/2014/main" id="{078F09E3-4663-CD5C-5DD8-357FC55E801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29" name="직선 연결선 322">
                <a:extLst>
                  <a:ext uri="{FF2B5EF4-FFF2-40B4-BE49-F238E27FC236}">
                    <a16:creationId xmlns:a16="http://schemas.microsoft.com/office/drawing/2014/main" id="{BD86463F-CC9D-566E-25AD-A4A4A2327F2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0" name="직선 연결선 323">
                <a:extLst>
                  <a:ext uri="{FF2B5EF4-FFF2-40B4-BE49-F238E27FC236}">
                    <a16:creationId xmlns:a16="http://schemas.microsoft.com/office/drawing/2014/main" id="{A1E233F3-AACD-4FCB-D164-6304C523AE1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1" name="직선 연결선 324">
                <a:extLst>
                  <a:ext uri="{FF2B5EF4-FFF2-40B4-BE49-F238E27FC236}">
                    <a16:creationId xmlns:a16="http://schemas.microsoft.com/office/drawing/2014/main" id="{754ADA3E-2F2C-82FB-A4C8-6B40B341E2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7" name="직선 연결선 326">
              <a:extLst>
                <a:ext uri="{FF2B5EF4-FFF2-40B4-BE49-F238E27FC236}">
                  <a16:creationId xmlns:a16="http://schemas.microsoft.com/office/drawing/2014/main" id="{BACF1029-6EC2-F610-E158-DDADAD020A9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28" name="타원 1427">
              <a:extLst>
                <a:ext uri="{FF2B5EF4-FFF2-40B4-BE49-F238E27FC236}">
                  <a16:creationId xmlns:a16="http://schemas.microsoft.com/office/drawing/2014/main" id="{B2054D71-C7CE-0EF4-59B6-CF819D6529E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32" name="직선 연결선[R] 1431">
            <a:extLst>
              <a:ext uri="{FF2B5EF4-FFF2-40B4-BE49-F238E27FC236}">
                <a16:creationId xmlns:a16="http://schemas.microsoft.com/office/drawing/2014/main" id="{880920CE-AFDB-E03D-FBCF-18B1141BA3C9}"/>
              </a:ext>
            </a:extLst>
          </p:cNvPr>
          <p:cNvCxnSpPr>
            <a:cxnSpLocks/>
            <a:stCxn id="1388" idx="1"/>
          </p:cNvCxnSpPr>
          <p:nvPr/>
        </p:nvCxnSpPr>
        <p:spPr>
          <a:xfrm flipH="1">
            <a:off x="732692" y="604624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5" name="직선 연결선[R] 1434">
            <a:extLst>
              <a:ext uri="{FF2B5EF4-FFF2-40B4-BE49-F238E27FC236}">
                <a16:creationId xmlns:a16="http://schemas.microsoft.com/office/drawing/2014/main" id="{8A9CC33E-0993-1A09-CF02-F2E2CC9DF3EF}"/>
              </a:ext>
            </a:extLst>
          </p:cNvPr>
          <p:cNvCxnSpPr>
            <a:cxnSpLocks/>
          </p:cNvCxnSpPr>
          <p:nvPr/>
        </p:nvCxnSpPr>
        <p:spPr>
          <a:xfrm flipV="1">
            <a:off x="733304" y="608711"/>
            <a:ext cx="0" cy="246859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" name="직선 연결선[R] 1437">
            <a:extLst>
              <a:ext uri="{FF2B5EF4-FFF2-40B4-BE49-F238E27FC236}">
                <a16:creationId xmlns:a16="http://schemas.microsoft.com/office/drawing/2014/main" id="{3EA91EE8-1520-123C-BE89-87A565915832}"/>
              </a:ext>
            </a:extLst>
          </p:cNvPr>
          <p:cNvCxnSpPr>
            <a:cxnSpLocks/>
          </p:cNvCxnSpPr>
          <p:nvPr/>
        </p:nvCxnSpPr>
        <p:spPr>
          <a:xfrm flipH="1">
            <a:off x="732692" y="3076680"/>
            <a:ext cx="4149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41" name="그룹 1440">
            <a:extLst>
              <a:ext uri="{FF2B5EF4-FFF2-40B4-BE49-F238E27FC236}">
                <a16:creationId xmlns:a16="http://schemas.microsoft.com/office/drawing/2014/main" id="{3DFEDDA5-FDF0-2BE9-A713-9B963CBA5DB3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548389"/>
            <a:ext cx="148067" cy="108000"/>
            <a:chOff x="7409659" y="2902132"/>
            <a:chExt cx="317047" cy="239471"/>
          </a:xfrm>
        </p:grpSpPr>
        <p:grpSp>
          <p:nvGrpSpPr>
            <p:cNvPr id="1442" name="그룹 1441">
              <a:extLst>
                <a:ext uri="{FF2B5EF4-FFF2-40B4-BE49-F238E27FC236}">
                  <a16:creationId xmlns:a16="http://schemas.microsoft.com/office/drawing/2014/main" id="{203E366E-3F77-D6A2-CF82-ECD0979DAD2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45" name="직선 연결선 322">
                <a:extLst>
                  <a:ext uri="{FF2B5EF4-FFF2-40B4-BE49-F238E27FC236}">
                    <a16:creationId xmlns:a16="http://schemas.microsoft.com/office/drawing/2014/main" id="{67A50118-AA2F-964C-EBE8-A7BEE70F867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6" name="직선 연결선 323">
                <a:extLst>
                  <a:ext uri="{FF2B5EF4-FFF2-40B4-BE49-F238E27FC236}">
                    <a16:creationId xmlns:a16="http://schemas.microsoft.com/office/drawing/2014/main" id="{B05F73B2-65DE-49E8-95C3-381EF68D625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7" name="직선 연결선 324">
                <a:extLst>
                  <a:ext uri="{FF2B5EF4-FFF2-40B4-BE49-F238E27FC236}">
                    <a16:creationId xmlns:a16="http://schemas.microsoft.com/office/drawing/2014/main" id="{55D0EC81-C1F8-6745-0E0C-840A6CFBBE1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43" name="직선 연결선 326">
              <a:extLst>
                <a:ext uri="{FF2B5EF4-FFF2-40B4-BE49-F238E27FC236}">
                  <a16:creationId xmlns:a16="http://schemas.microsoft.com/office/drawing/2014/main" id="{776CC40B-D0D5-6EC4-9C08-5757BF56706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44" name="타원 1443">
              <a:extLst>
                <a:ext uri="{FF2B5EF4-FFF2-40B4-BE49-F238E27FC236}">
                  <a16:creationId xmlns:a16="http://schemas.microsoft.com/office/drawing/2014/main" id="{84586AA1-1118-2562-F060-A5751EC9993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448" name="직선 연결선 351">
            <a:extLst>
              <a:ext uri="{FF2B5EF4-FFF2-40B4-BE49-F238E27FC236}">
                <a16:creationId xmlns:a16="http://schemas.microsoft.com/office/drawing/2014/main" id="{7940E1D5-59FA-C2FA-16F4-1C6757DE2DAA}"/>
              </a:ext>
            </a:extLst>
          </p:cNvPr>
          <p:cNvCxnSpPr>
            <a:cxnSpLocks/>
          </p:cNvCxnSpPr>
          <p:nvPr/>
        </p:nvCxnSpPr>
        <p:spPr>
          <a:xfrm>
            <a:off x="1088088" y="3032833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9" name="직선 연결선[R] 1448">
            <a:extLst>
              <a:ext uri="{FF2B5EF4-FFF2-40B4-BE49-F238E27FC236}">
                <a16:creationId xmlns:a16="http://schemas.microsoft.com/office/drawing/2014/main" id="{1076C611-6019-830D-4399-06773D31A915}"/>
              </a:ext>
            </a:extLst>
          </p:cNvPr>
          <p:cNvCxnSpPr>
            <a:cxnSpLocks/>
            <a:stCxn id="1387" idx="0"/>
            <a:endCxn id="1388" idx="2"/>
          </p:cNvCxnSpPr>
          <p:nvPr/>
        </p:nvCxnSpPr>
        <p:spPr>
          <a:xfrm flipV="1">
            <a:off x="1507624" y="820624"/>
            <a:ext cx="0" cy="46614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2" name="그룹 1451">
            <a:extLst>
              <a:ext uri="{FF2B5EF4-FFF2-40B4-BE49-F238E27FC236}">
                <a16:creationId xmlns:a16="http://schemas.microsoft.com/office/drawing/2014/main" id="{BDDBFA25-7C59-65FC-F02C-527454D3FBE8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591" y="844765"/>
            <a:ext cx="148067" cy="108000"/>
            <a:chOff x="7409659" y="2902132"/>
            <a:chExt cx="317047" cy="239471"/>
          </a:xfrm>
        </p:grpSpPr>
        <p:grpSp>
          <p:nvGrpSpPr>
            <p:cNvPr id="1453" name="그룹 1452">
              <a:extLst>
                <a:ext uri="{FF2B5EF4-FFF2-40B4-BE49-F238E27FC236}">
                  <a16:creationId xmlns:a16="http://schemas.microsoft.com/office/drawing/2014/main" id="{E9BA8A75-57D1-78DE-A4DF-F3951CB39849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56" name="직선 연결선 322">
                <a:extLst>
                  <a:ext uri="{FF2B5EF4-FFF2-40B4-BE49-F238E27FC236}">
                    <a16:creationId xmlns:a16="http://schemas.microsoft.com/office/drawing/2014/main" id="{94A5A27A-6640-B435-05DB-A99E97C5909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7" name="직선 연결선 323">
                <a:extLst>
                  <a:ext uri="{FF2B5EF4-FFF2-40B4-BE49-F238E27FC236}">
                    <a16:creationId xmlns:a16="http://schemas.microsoft.com/office/drawing/2014/main" id="{79741EF0-2F5D-B739-E532-681EE2A8FDC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8" name="직선 연결선 324">
                <a:extLst>
                  <a:ext uri="{FF2B5EF4-FFF2-40B4-BE49-F238E27FC236}">
                    <a16:creationId xmlns:a16="http://schemas.microsoft.com/office/drawing/2014/main" id="{B67174AA-8831-F3CD-E7E1-1DD2AC750A2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54" name="직선 연결선 326">
              <a:extLst>
                <a:ext uri="{FF2B5EF4-FFF2-40B4-BE49-F238E27FC236}">
                  <a16:creationId xmlns:a16="http://schemas.microsoft.com/office/drawing/2014/main" id="{54D5D727-3F93-2E1C-DAEB-377679DC92A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55" name="타원 1454">
              <a:extLst>
                <a:ext uri="{FF2B5EF4-FFF2-40B4-BE49-F238E27FC236}">
                  <a16:creationId xmlns:a16="http://schemas.microsoft.com/office/drawing/2014/main" id="{6ADA05E8-91E8-7C18-8A73-1E7E041E5BD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sp>
        <p:nvSpPr>
          <p:cNvPr id="1461" name="제목 1">
            <a:extLst>
              <a:ext uri="{FF2B5EF4-FFF2-40B4-BE49-F238E27FC236}">
                <a16:creationId xmlns:a16="http://schemas.microsoft.com/office/drawing/2014/main" id="{B6663756-A766-D2B1-C521-D7CF84ABE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04" y="160360"/>
            <a:ext cx="496074" cy="654861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V2</a:t>
            </a:r>
            <a:endParaRPr lang="ko-KR" altLang="en-US" dirty="0"/>
          </a:p>
        </p:txBody>
      </p:sp>
      <p:grpSp>
        <p:nvGrpSpPr>
          <p:cNvPr id="1462" name="그룹 1461">
            <a:extLst>
              <a:ext uri="{FF2B5EF4-FFF2-40B4-BE49-F238E27FC236}">
                <a16:creationId xmlns:a16="http://schemas.microsoft.com/office/drawing/2014/main" id="{1B6C6D31-327F-4316-A15D-E556E7CFED45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5593842" y="3576188"/>
            <a:ext cx="148067" cy="108000"/>
            <a:chOff x="7409659" y="2902132"/>
            <a:chExt cx="317047" cy="239471"/>
          </a:xfrm>
        </p:grpSpPr>
        <p:grpSp>
          <p:nvGrpSpPr>
            <p:cNvPr id="1463" name="그룹 1462">
              <a:extLst>
                <a:ext uri="{FF2B5EF4-FFF2-40B4-BE49-F238E27FC236}">
                  <a16:creationId xmlns:a16="http://schemas.microsoft.com/office/drawing/2014/main" id="{C0686801-45FA-6C12-9A06-D36CBF998BA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66" name="직선 연결선 322">
                <a:extLst>
                  <a:ext uri="{FF2B5EF4-FFF2-40B4-BE49-F238E27FC236}">
                    <a16:creationId xmlns:a16="http://schemas.microsoft.com/office/drawing/2014/main" id="{11EDF34A-F472-0526-C701-93ECC2DF339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7" name="직선 연결선 323">
                <a:extLst>
                  <a:ext uri="{FF2B5EF4-FFF2-40B4-BE49-F238E27FC236}">
                    <a16:creationId xmlns:a16="http://schemas.microsoft.com/office/drawing/2014/main" id="{6D904E91-9AC1-21F6-2895-94071851C7A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8" name="직선 연결선 324">
                <a:extLst>
                  <a:ext uri="{FF2B5EF4-FFF2-40B4-BE49-F238E27FC236}">
                    <a16:creationId xmlns:a16="http://schemas.microsoft.com/office/drawing/2014/main" id="{42551E51-5131-C92C-CD75-132803A528E7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64" name="직선 연결선 326">
              <a:extLst>
                <a:ext uri="{FF2B5EF4-FFF2-40B4-BE49-F238E27FC236}">
                  <a16:creationId xmlns:a16="http://schemas.microsoft.com/office/drawing/2014/main" id="{BD2E60C7-E3B1-78F6-A837-223BC6B7AAF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5" name="타원 1464">
              <a:extLst>
                <a:ext uri="{FF2B5EF4-FFF2-40B4-BE49-F238E27FC236}">
                  <a16:creationId xmlns:a16="http://schemas.microsoft.com/office/drawing/2014/main" id="{5805E3E4-2E77-60B5-ACE4-EFE646F68A2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69" name="그룹 1468">
            <a:extLst>
              <a:ext uri="{FF2B5EF4-FFF2-40B4-BE49-F238E27FC236}">
                <a16:creationId xmlns:a16="http://schemas.microsoft.com/office/drawing/2014/main" id="{0367DA3D-5A7B-BADD-3FFD-AB698043C3A1}"/>
              </a:ext>
            </a:extLst>
          </p:cNvPr>
          <p:cNvGrpSpPr>
            <a:grpSpLocks noChangeAspect="1"/>
          </p:cNvGrpSpPr>
          <p:nvPr/>
        </p:nvGrpSpPr>
        <p:grpSpPr>
          <a:xfrm>
            <a:off x="7715105" y="3870916"/>
            <a:ext cx="148067" cy="108000"/>
            <a:chOff x="7409659" y="2902132"/>
            <a:chExt cx="317047" cy="239471"/>
          </a:xfrm>
        </p:grpSpPr>
        <p:grpSp>
          <p:nvGrpSpPr>
            <p:cNvPr id="1470" name="그룹 1469">
              <a:extLst>
                <a:ext uri="{FF2B5EF4-FFF2-40B4-BE49-F238E27FC236}">
                  <a16:creationId xmlns:a16="http://schemas.microsoft.com/office/drawing/2014/main" id="{6E8404DE-7AF5-CC21-1EB6-90D48855C28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73" name="직선 연결선 322">
                <a:extLst>
                  <a:ext uri="{FF2B5EF4-FFF2-40B4-BE49-F238E27FC236}">
                    <a16:creationId xmlns:a16="http://schemas.microsoft.com/office/drawing/2014/main" id="{E74052AA-1FF0-F49F-674A-D36F31A5741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4" name="직선 연결선 323">
                <a:extLst>
                  <a:ext uri="{FF2B5EF4-FFF2-40B4-BE49-F238E27FC236}">
                    <a16:creationId xmlns:a16="http://schemas.microsoft.com/office/drawing/2014/main" id="{4CDAAA2E-57E0-2703-20DF-DCFF31B292E1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5" name="직선 연결선 324">
                <a:extLst>
                  <a:ext uri="{FF2B5EF4-FFF2-40B4-BE49-F238E27FC236}">
                    <a16:creationId xmlns:a16="http://schemas.microsoft.com/office/drawing/2014/main" id="{298F5D09-298F-E253-F432-0954ABC60CC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1" name="직선 연결선 326">
              <a:extLst>
                <a:ext uri="{FF2B5EF4-FFF2-40B4-BE49-F238E27FC236}">
                  <a16:creationId xmlns:a16="http://schemas.microsoft.com/office/drawing/2014/main" id="{A2759EC3-192F-2409-EF14-ECA11D93FB1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2" name="타원 1471">
              <a:extLst>
                <a:ext uri="{FF2B5EF4-FFF2-40B4-BE49-F238E27FC236}">
                  <a16:creationId xmlns:a16="http://schemas.microsoft.com/office/drawing/2014/main" id="{F1F53E03-D829-A155-0EFB-3635E6C0F79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76" name="그룹 1475">
            <a:extLst>
              <a:ext uri="{FF2B5EF4-FFF2-40B4-BE49-F238E27FC236}">
                <a16:creationId xmlns:a16="http://schemas.microsoft.com/office/drawing/2014/main" id="{EA33EB13-8DC5-39D1-A13C-88A64AC5E86B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3884" y="4477068"/>
            <a:ext cx="148067" cy="108000"/>
            <a:chOff x="7409659" y="2902132"/>
            <a:chExt cx="317047" cy="239471"/>
          </a:xfrm>
        </p:grpSpPr>
        <p:grpSp>
          <p:nvGrpSpPr>
            <p:cNvPr id="1477" name="그룹 1476">
              <a:extLst>
                <a:ext uri="{FF2B5EF4-FFF2-40B4-BE49-F238E27FC236}">
                  <a16:creationId xmlns:a16="http://schemas.microsoft.com/office/drawing/2014/main" id="{CBFCC305-1C12-C2FC-33C8-7C643EC7402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0" name="직선 연결선 322">
                <a:extLst>
                  <a:ext uri="{FF2B5EF4-FFF2-40B4-BE49-F238E27FC236}">
                    <a16:creationId xmlns:a16="http://schemas.microsoft.com/office/drawing/2014/main" id="{EA1D1D1F-F7A0-D20E-400A-87D5942BB41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1" name="직선 연결선 323">
                <a:extLst>
                  <a:ext uri="{FF2B5EF4-FFF2-40B4-BE49-F238E27FC236}">
                    <a16:creationId xmlns:a16="http://schemas.microsoft.com/office/drawing/2014/main" id="{ACC5AC59-D2C4-6BBC-23C2-847E324AF84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2" name="직선 연결선 324">
                <a:extLst>
                  <a:ext uri="{FF2B5EF4-FFF2-40B4-BE49-F238E27FC236}">
                    <a16:creationId xmlns:a16="http://schemas.microsoft.com/office/drawing/2014/main" id="{7945577E-9925-416F-2AB2-3F38A7A67D1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78" name="직선 연결선 326">
              <a:extLst>
                <a:ext uri="{FF2B5EF4-FFF2-40B4-BE49-F238E27FC236}">
                  <a16:creationId xmlns:a16="http://schemas.microsoft.com/office/drawing/2014/main" id="{DEE6AD73-9B4E-BD3D-A0AD-C9CBF58C55D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9" name="타원 1478">
              <a:extLst>
                <a:ext uri="{FF2B5EF4-FFF2-40B4-BE49-F238E27FC236}">
                  <a16:creationId xmlns:a16="http://schemas.microsoft.com/office/drawing/2014/main" id="{13C3D951-1CC0-7BB1-1A62-252D25AE94D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83" name="그룹 1482">
            <a:extLst>
              <a:ext uri="{FF2B5EF4-FFF2-40B4-BE49-F238E27FC236}">
                <a16:creationId xmlns:a16="http://schemas.microsoft.com/office/drawing/2014/main" id="{03D74BE3-8870-61D4-F8D1-4D2B38A06B7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5" y="5374879"/>
            <a:ext cx="148067" cy="108000"/>
            <a:chOff x="7409659" y="2902132"/>
            <a:chExt cx="317047" cy="239471"/>
          </a:xfrm>
        </p:grpSpPr>
        <p:grpSp>
          <p:nvGrpSpPr>
            <p:cNvPr id="1484" name="그룹 1483">
              <a:extLst>
                <a:ext uri="{FF2B5EF4-FFF2-40B4-BE49-F238E27FC236}">
                  <a16:creationId xmlns:a16="http://schemas.microsoft.com/office/drawing/2014/main" id="{E66F8BDA-F0C4-0402-06CB-2B62D35E384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87" name="직선 연결선 322">
                <a:extLst>
                  <a:ext uri="{FF2B5EF4-FFF2-40B4-BE49-F238E27FC236}">
                    <a16:creationId xmlns:a16="http://schemas.microsoft.com/office/drawing/2014/main" id="{88C834CB-5797-F119-4498-91FA8898CDA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8" name="직선 연결선 323">
                <a:extLst>
                  <a:ext uri="{FF2B5EF4-FFF2-40B4-BE49-F238E27FC236}">
                    <a16:creationId xmlns:a16="http://schemas.microsoft.com/office/drawing/2014/main" id="{70D94F06-FFBC-A102-22FC-B19AD6F7475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9" name="직선 연결선 324">
                <a:extLst>
                  <a:ext uri="{FF2B5EF4-FFF2-40B4-BE49-F238E27FC236}">
                    <a16:creationId xmlns:a16="http://schemas.microsoft.com/office/drawing/2014/main" id="{C7049A0B-F2EF-4CA0-2ED1-7C6317AA3BE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85" name="직선 연결선 326">
              <a:extLst>
                <a:ext uri="{FF2B5EF4-FFF2-40B4-BE49-F238E27FC236}">
                  <a16:creationId xmlns:a16="http://schemas.microsoft.com/office/drawing/2014/main" id="{D3C330B2-5005-502C-84DE-DCDCBF99D18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6" name="타원 1485">
              <a:extLst>
                <a:ext uri="{FF2B5EF4-FFF2-40B4-BE49-F238E27FC236}">
                  <a16:creationId xmlns:a16="http://schemas.microsoft.com/office/drawing/2014/main" id="{F7E2BF93-B976-663E-8E28-0AC55EFA65A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1" name="그룹 1490">
            <a:extLst>
              <a:ext uri="{FF2B5EF4-FFF2-40B4-BE49-F238E27FC236}">
                <a16:creationId xmlns:a16="http://schemas.microsoft.com/office/drawing/2014/main" id="{80926D3B-D60E-80EF-0865-EB87573D0A5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5663052"/>
            <a:ext cx="148067" cy="108000"/>
            <a:chOff x="7409659" y="2902132"/>
            <a:chExt cx="317047" cy="239471"/>
          </a:xfrm>
        </p:grpSpPr>
        <p:grpSp>
          <p:nvGrpSpPr>
            <p:cNvPr id="1492" name="그룹 1491">
              <a:extLst>
                <a:ext uri="{FF2B5EF4-FFF2-40B4-BE49-F238E27FC236}">
                  <a16:creationId xmlns:a16="http://schemas.microsoft.com/office/drawing/2014/main" id="{5C313528-67D9-F07D-957D-AA8E2D4FE9B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495" name="직선 연결선 322">
                <a:extLst>
                  <a:ext uri="{FF2B5EF4-FFF2-40B4-BE49-F238E27FC236}">
                    <a16:creationId xmlns:a16="http://schemas.microsoft.com/office/drawing/2014/main" id="{E92CC6D7-AB98-F290-4994-5A0FB8802DB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6" name="직선 연결선 323">
                <a:extLst>
                  <a:ext uri="{FF2B5EF4-FFF2-40B4-BE49-F238E27FC236}">
                    <a16:creationId xmlns:a16="http://schemas.microsoft.com/office/drawing/2014/main" id="{470461A1-D573-4A9E-B924-93DDC29E644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7" name="직선 연결선 324">
                <a:extLst>
                  <a:ext uri="{FF2B5EF4-FFF2-40B4-BE49-F238E27FC236}">
                    <a16:creationId xmlns:a16="http://schemas.microsoft.com/office/drawing/2014/main" id="{454DF66A-AEA2-0B9B-F3E0-F5186EC4BBE4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93" name="직선 연결선 326">
              <a:extLst>
                <a:ext uri="{FF2B5EF4-FFF2-40B4-BE49-F238E27FC236}">
                  <a16:creationId xmlns:a16="http://schemas.microsoft.com/office/drawing/2014/main" id="{DBA67D33-48BB-0E3A-1DE0-CD7D8E5BD22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94" name="타원 1493">
              <a:extLst>
                <a:ext uri="{FF2B5EF4-FFF2-40B4-BE49-F238E27FC236}">
                  <a16:creationId xmlns:a16="http://schemas.microsoft.com/office/drawing/2014/main" id="{3CF7BC95-9EFF-FF55-F28B-FCC62CBD60F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498" name="그룹 1497">
            <a:extLst>
              <a:ext uri="{FF2B5EF4-FFF2-40B4-BE49-F238E27FC236}">
                <a16:creationId xmlns:a16="http://schemas.microsoft.com/office/drawing/2014/main" id="{E69CA409-9799-5AFF-2170-9094002E8D97}"/>
              </a:ext>
            </a:extLst>
          </p:cNvPr>
          <p:cNvGrpSpPr>
            <a:grpSpLocks noChangeAspect="1"/>
          </p:cNvGrpSpPr>
          <p:nvPr/>
        </p:nvGrpSpPr>
        <p:grpSpPr>
          <a:xfrm>
            <a:off x="10991075" y="5780852"/>
            <a:ext cx="148067" cy="108000"/>
            <a:chOff x="7409659" y="2902132"/>
            <a:chExt cx="317047" cy="239471"/>
          </a:xfrm>
        </p:grpSpPr>
        <p:grpSp>
          <p:nvGrpSpPr>
            <p:cNvPr id="1499" name="그룹 1498">
              <a:extLst>
                <a:ext uri="{FF2B5EF4-FFF2-40B4-BE49-F238E27FC236}">
                  <a16:creationId xmlns:a16="http://schemas.microsoft.com/office/drawing/2014/main" id="{D4832206-A8A3-C63D-B0A1-C854882A88B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02" name="직선 연결선 322">
                <a:extLst>
                  <a:ext uri="{FF2B5EF4-FFF2-40B4-BE49-F238E27FC236}">
                    <a16:creationId xmlns:a16="http://schemas.microsoft.com/office/drawing/2014/main" id="{67B48006-9FDC-D1D8-EAA9-A0B17528B7C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3" name="직선 연결선 323">
                <a:extLst>
                  <a:ext uri="{FF2B5EF4-FFF2-40B4-BE49-F238E27FC236}">
                    <a16:creationId xmlns:a16="http://schemas.microsoft.com/office/drawing/2014/main" id="{D4CEA551-7D1E-2C93-D6BC-BF012EB0178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4" name="직선 연결선 324">
                <a:extLst>
                  <a:ext uri="{FF2B5EF4-FFF2-40B4-BE49-F238E27FC236}">
                    <a16:creationId xmlns:a16="http://schemas.microsoft.com/office/drawing/2014/main" id="{2E106AED-837E-285B-73E0-5AF28FF8486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00" name="직선 연결선 326">
              <a:extLst>
                <a:ext uri="{FF2B5EF4-FFF2-40B4-BE49-F238E27FC236}">
                  <a16:creationId xmlns:a16="http://schemas.microsoft.com/office/drawing/2014/main" id="{16B43E6C-1FA7-F0C0-A781-3030FB6E727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1" name="타원 1500">
              <a:extLst>
                <a:ext uri="{FF2B5EF4-FFF2-40B4-BE49-F238E27FC236}">
                  <a16:creationId xmlns:a16="http://schemas.microsoft.com/office/drawing/2014/main" id="{67E6D680-DACC-269F-923A-E97AAB07B0A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3" name="그룹 1512">
            <a:extLst>
              <a:ext uri="{FF2B5EF4-FFF2-40B4-BE49-F238E27FC236}">
                <a16:creationId xmlns:a16="http://schemas.microsoft.com/office/drawing/2014/main" id="{51F44FDC-32B1-0A43-8B51-F8EBC739FFFB}"/>
              </a:ext>
            </a:extLst>
          </p:cNvPr>
          <p:cNvGrpSpPr/>
          <p:nvPr/>
        </p:nvGrpSpPr>
        <p:grpSpPr>
          <a:xfrm>
            <a:off x="5166275" y="3864653"/>
            <a:ext cx="90979" cy="106796"/>
            <a:chOff x="4947906" y="3396192"/>
            <a:chExt cx="90979" cy="106796"/>
          </a:xfrm>
        </p:grpSpPr>
        <p:cxnSp>
          <p:nvCxnSpPr>
            <p:cNvPr id="1508" name="직선 연결선 326">
              <a:extLst>
                <a:ext uri="{FF2B5EF4-FFF2-40B4-BE49-F238E27FC236}">
                  <a16:creationId xmlns:a16="http://schemas.microsoft.com/office/drawing/2014/main" id="{0974DF9A-AE6E-535A-7FA7-E7952377F75E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09" name="타원 1508">
              <a:extLst>
                <a:ext uri="{FF2B5EF4-FFF2-40B4-BE49-F238E27FC236}">
                  <a16:creationId xmlns:a16="http://schemas.microsoft.com/office/drawing/2014/main" id="{729ACFC0-9F48-EF8A-3AD8-197AE62B3E46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17" name="그룹 1516">
            <a:extLst>
              <a:ext uri="{FF2B5EF4-FFF2-40B4-BE49-F238E27FC236}">
                <a16:creationId xmlns:a16="http://schemas.microsoft.com/office/drawing/2014/main" id="{BEA4208A-B3D4-6B8A-9575-E939C767E1F4}"/>
              </a:ext>
            </a:extLst>
          </p:cNvPr>
          <p:cNvGrpSpPr/>
          <p:nvPr/>
        </p:nvGrpSpPr>
        <p:grpSpPr>
          <a:xfrm rot="16200000">
            <a:off x="7983722" y="582314"/>
            <a:ext cx="90979" cy="106796"/>
            <a:chOff x="4947906" y="3396192"/>
            <a:chExt cx="90979" cy="106796"/>
          </a:xfrm>
        </p:grpSpPr>
        <p:cxnSp>
          <p:nvCxnSpPr>
            <p:cNvPr id="1518" name="직선 연결선 326">
              <a:extLst>
                <a:ext uri="{FF2B5EF4-FFF2-40B4-BE49-F238E27FC236}">
                  <a16:creationId xmlns:a16="http://schemas.microsoft.com/office/drawing/2014/main" id="{D90891A1-CDF4-AD83-E03D-C9656D19CAD3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9" name="타원 1518">
              <a:extLst>
                <a:ext uri="{FF2B5EF4-FFF2-40B4-BE49-F238E27FC236}">
                  <a16:creationId xmlns:a16="http://schemas.microsoft.com/office/drawing/2014/main" id="{222D72BA-29CB-00CB-BC5E-611DC4E225C2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0" name="그룹 1519">
            <a:extLst>
              <a:ext uri="{FF2B5EF4-FFF2-40B4-BE49-F238E27FC236}">
                <a16:creationId xmlns:a16="http://schemas.microsoft.com/office/drawing/2014/main" id="{977EAB4B-631A-2091-B451-93A4C4FF5E7C}"/>
              </a:ext>
            </a:extLst>
          </p:cNvPr>
          <p:cNvGrpSpPr/>
          <p:nvPr/>
        </p:nvGrpSpPr>
        <p:grpSpPr>
          <a:xfrm rot="16200000">
            <a:off x="8396342" y="587799"/>
            <a:ext cx="90979" cy="106796"/>
            <a:chOff x="4947906" y="3396192"/>
            <a:chExt cx="90979" cy="106796"/>
          </a:xfrm>
        </p:grpSpPr>
        <p:cxnSp>
          <p:nvCxnSpPr>
            <p:cNvPr id="1521" name="직선 연결선 326">
              <a:extLst>
                <a:ext uri="{FF2B5EF4-FFF2-40B4-BE49-F238E27FC236}">
                  <a16:creationId xmlns:a16="http://schemas.microsoft.com/office/drawing/2014/main" id="{CEDC91E0-B45A-9D5F-B557-866EB6F6A8DF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2" name="타원 1521">
              <a:extLst>
                <a:ext uri="{FF2B5EF4-FFF2-40B4-BE49-F238E27FC236}">
                  <a16:creationId xmlns:a16="http://schemas.microsoft.com/office/drawing/2014/main" id="{B14BB027-C9C3-308F-A89F-8D5F5EF3485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23" name="그룹 1522">
            <a:extLst>
              <a:ext uri="{FF2B5EF4-FFF2-40B4-BE49-F238E27FC236}">
                <a16:creationId xmlns:a16="http://schemas.microsoft.com/office/drawing/2014/main" id="{D028ECBF-D751-7CB5-DA7B-DBDC962CBBAD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367797" y="1775186"/>
            <a:ext cx="148067" cy="108000"/>
            <a:chOff x="7409659" y="2902132"/>
            <a:chExt cx="317047" cy="239471"/>
          </a:xfrm>
        </p:grpSpPr>
        <p:grpSp>
          <p:nvGrpSpPr>
            <p:cNvPr id="1524" name="그룹 1523">
              <a:extLst>
                <a:ext uri="{FF2B5EF4-FFF2-40B4-BE49-F238E27FC236}">
                  <a16:creationId xmlns:a16="http://schemas.microsoft.com/office/drawing/2014/main" id="{0C578D72-CDC3-2A62-C77D-1CFA047F551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27" name="직선 연결선 322">
                <a:extLst>
                  <a:ext uri="{FF2B5EF4-FFF2-40B4-BE49-F238E27FC236}">
                    <a16:creationId xmlns:a16="http://schemas.microsoft.com/office/drawing/2014/main" id="{4AFE1DA7-C46A-5C06-A7BA-01FAC5BACBF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8" name="직선 연결선 323">
                <a:extLst>
                  <a:ext uri="{FF2B5EF4-FFF2-40B4-BE49-F238E27FC236}">
                    <a16:creationId xmlns:a16="http://schemas.microsoft.com/office/drawing/2014/main" id="{4CF8926B-9A9E-E531-D29D-5D819B40C2E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9" name="직선 연결선 324">
                <a:extLst>
                  <a:ext uri="{FF2B5EF4-FFF2-40B4-BE49-F238E27FC236}">
                    <a16:creationId xmlns:a16="http://schemas.microsoft.com/office/drawing/2014/main" id="{F94BFFA6-B27D-2890-D77A-4C484C8F4E6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5" name="직선 연결선 326">
              <a:extLst>
                <a:ext uri="{FF2B5EF4-FFF2-40B4-BE49-F238E27FC236}">
                  <a16:creationId xmlns:a16="http://schemas.microsoft.com/office/drawing/2014/main" id="{547F522F-586C-318E-CF61-92508C51612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6" name="타원 1525">
              <a:extLst>
                <a:ext uri="{FF2B5EF4-FFF2-40B4-BE49-F238E27FC236}">
                  <a16:creationId xmlns:a16="http://schemas.microsoft.com/office/drawing/2014/main" id="{9E4ACBBA-C3AE-BE95-C8FE-8650F33EA56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0" name="그룹 1529">
            <a:extLst>
              <a:ext uri="{FF2B5EF4-FFF2-40B4-BE49-F238E27FC236}">
                <a16:creationId xmlns:a16="http://schemas.microsoft.com/office/drawing/2014/main" id="{365338A1-9E0F-3E50-3E23-64C8F23C617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95620" y="1938529"/>
            <a:ext cx="148067" cy="108000"/>
            <a:chOff x="7409659" y="2902132"/>
            <a:chExt cx="317047" cy="239471"/>
          </a:xfrm>
        </p:grpSpPr>
        <p:grpSp>
          <p:nvGrpSpPr>
            <p:cNvPr id="1531" name="그룹 1530">
              <a:extLst>
                <a:ext uri="{FF2B5EF4-FFF2-40B4-BE49-F238E27FC236}">
                  <a16:creationId xmlns:a16="http://schemas.microsoft.com/office/drawing/2014/main" id="{E41E93D0-CF72-C68B-D921-ED0FA4BF79D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34" name="직선 연결선 322">
                <a:extLst>
                  <a:ext uri="{FF2B5EF4-FFF2-40B4-BE49-F238E27FC236}">
                    <a16:creationId xmlns:a16="http://schemas.microsoft.com/office/drawing/2014/main" id="{CAA64D9F-594E-BC98-82BA-DC317064646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5" name="직선 연결선 323">
                <a:extLst>
                  <a:ext uri="{FF2B5EF4-FFF2-40B4-BE49-F238E27FC236}">
                    <a16:creationId xmlns:a16="http://schemas.microsoft.com/office/drawing/2014/main" id="{8EADD957-85FE-C91A-648C-08881606F27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36" name="직선 연결선 324">
                <a:extLst>
                  <a:ext uri="{FF2B5EF4-FFF2-40B4-BE49-F238E27FC236}">
                    <a16:creationId xmlns:a16="http://schemas.microsoft.com/office/drawing/2014/main" id="{8C7F06D6-E1F7-8453-331F-E48AD7C8D87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2" name="직선 연결선 326">
              <a:extLst>
                <a:ext uri="{FF2B5EF4-FFF2-40B4-BE49-F238E27FC236}">
                  <a16:creationId xmlns:a16="http://schemas.microsoft.com/office/drawing/2014/main" id="{973D5E15-745C-8A8C-DC22-6D9C3364E8D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33" name="타원 1532">
              <a:extLst>
                <a:ext uri="{FF2B5EF4-FFF2-40B4-BE49-F238E27FC236}">
                  <a16:creationId xmlns:a16="http://schemas.microsoft.com/office/drawing/2014/main" id="{20019F5B-2921-04CD-1990-50FE2D3B6A4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37" name="그룹 1536">
            <a:extLst>
              <a:ext uri="{FF2B5EF4-FFF2-40B4-BE49-F238E27FC236}">
                <a16:creationId xmlns:a16="http://schemas.microsoft.com/office/drawing/2014/main" id="{FBDE8237-ED45-1AA8-CD5C-388A9A37D6F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8588046" y="2181733"/>
            <a:ext cx="148067" cy="108000"/>
            <a:chOff x="7409659" y="2902132"/>
            <a:chExt cx="317047" cy="239471"/>
          </a:xfrm>
        </p:grpSpPr>
        <p:grpSp>
          <p:nvGrpSpPr>
            <p:cNvPr id="1538" name="그룹 1537">
              <a:extLst>
                <a:ext uri="{FF2B5EF4-FFF2-40B4-BE49-F238E27FC236}">
                  <a16:creationId xmlns:a16="http://schemas.microsoft.com/office/drawing/2014/main" id="{EE6F0B41-D07E-741D-9D0B-F443FCB3BDA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1" name="직선 연결선 322">
                <a:extLst>
                  <a:ext uri="{FF2B5EF4-FFF2-40B4-BE49-F238E27FC236}">
                    <a16:creationId xmlns:a16="http://schemas.microsoft.com/office/drawing/2014/main" id="{C31B13A5-5A87-1DBC-F9D9-B2F624120F5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2" name="직선 연결선 323">
                <a:extLst>
                  <a:ext uri="{FF2B5EF4-FFF2-40B4-BE49-F238E27FC236}">
                    <a16:creationId xmlns:a16="http://schemas.microsoft.com/office/drawing/2014/main" id="{502D2975-461F-B44B-0DC6-E0371D782BE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3" name="직선 연결선 324">
                <a:extLst>
                  <a:ext uri="{FF2B5EF4-FFF2-40B4-BE49-F238E27FC236}">
                    <a16:creationId xmlns:a16="http://schemas.microsoft.com/office/drawing/2014/main" id="{7ABE5C28-1DAF-8163-909C-F9A488ECEC4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39" name="직선 연결선 326">
              <a:extLst>
                <a:ext uri="{FF2B5EF4-FFF2-40B4-BE49-F238E27FC236}">
                  <a16:creationId xmlns:a16="http://schemas.microsoft.com/office/drawing/2014/main" id="{0CC69FC4-5547-B186-FA5D-B082ADAADBA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0" name="타원 1539">
              <a:extLst>
                <a:ext uri="{FF2B5EF4-FFF2-40B4-BE49-F238E27FC236}">
                  <a16:creationId xmlns:a16="http://schemas.microsoft.com/office/drawing/2014/main" id="{16B324EE-D461-2FAB-3F42-EDC05ADDAD7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44" name="그룹 1543">
            <a:extLst>
              <a:ext uri="{FF2B5EF4-FFF2-40B4-BE49-F238E27FC236}">
                <a16:creationId xmlns:a16="http://schemas.microsoft.com/office/drawing/2014/main" id="{2253E2CA-9531-661E-73F9-6E483631DEEC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8154437" y="2677602"/>
            <a:ext cx="148067" cy="108000"/>
            <a:chOff x="7409659" y="2902132"/>
            <a:chExt cx="317047" cy="239471"/>
          </a:xfrm>
        </p:grpSpPr>
        <p:grpSp>
          <p:nvGrpSpPr>
            <p:cNvPr id="1545" name="그룹 1544">
              <a:extLst>
                <a:ext uri="{FF2B5EF4-FFF2-40B4-BE49-F238E27FC236}">
                  <a16:creationId xmlns:a16="http://schemas.microsoft.com/office/drawing/2014/main" id="{E8BC0E95-EBA4-85C8-B6E5-2D28DE4B12F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48" name="직선 연결선 322">
                <a:extLst>
                  <a:ext uri="{FF2B5EF4-FFF2-40B4-BE49-F238E27FC236}">
                    <a16:creationId xmlns:a16="http://schemas.microsoft.com/office/drawing/2014/main" id="{B077108D-2E4E-38F2-C3A8-C1F88D12EB1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9" name="직선 연결선 323">
                <a:extLst>
                  <a:ext uri="{FF2B5EF4-FFF2-40B4-BE49-F238E27FC236}">
                    <a16:creationId xmlns:a16="http://schemas.microsoft.com/office/drawing/2014/main" id="{8751AFAF-01B6-E13B-6F7C-7DC1105BBA9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0" name="직선 연결선 324">
                <a:extLst>
                  <a:ext uri="{FF2B5EF4-FFF2-40B4-BE49-F238E27FC236}">
                    <a16:creationId xmlns:a16="http://schemas.microsoft.com/office/drawing/2014/main" id="{4CBEFE4D-6FCF-0669-536B-51DEE74F4FA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46" name="직선 연결선 326">
              <a:extLst>
                <a:ext uri="{FF2B5EF4-FFF2-40B4-BE49-F238E27FC236}">
                  <a16:creationId xmlns:a16="http://schemas.microsoft.com/office/drawing/2014/main" id="{8A241C90-C5B8-7C4A-5781-E8D02C0B3E2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7" name="타원 1546">
              <a:extLst>
                <a:ext uri="{FF2B5EF4-FFF2-40B4-BE49-F238E27FC236}">
                  <a16:creationId xmlns:a16="http://schemas.microsoft.com/office/drawing/2014/main" id="{9BB145C4-44E5-4BA8-FAAD-ED20B4956A4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1" name="그룹 1550">
            <a:extLst>
              <a:ext uri="{FF2B5EF4-FFF2-40B4-BE49-F238E27FC236}">
                <a16:creationId xmlns:a16="http://schemas.microsoft.com/office/drawing/2014/main" id="{5A1E592F-D633-F651-AA6E-0BCC9151DE2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8153334" y="3263219"/>
            <a:ext cx="148067" cy="108000"/>
            <a:chOff x="7409659" y="2902132"/>
            <a:chExt cx="317047" cy="239471"/>
          </a:xfrm>
        </p:grpSpPr>
        <p:grpSp>
          <p:nvGrpSpPr>
            <p:cNvPr id="1552" name="그룹 1551">
              <a:extLst>
                <a:ext uri="{FF2B5EF4-FFF2-40B4-BE49-F238E27FC236}">
                  <a16:creationId xmlns:a16="http://schemas.microsoft.com/office/drawing/2014/main" id="{20DC6849-2495-F87D-CF64-A78C1E5F0DC8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55" name="직선 연결선 322">
                <a:extLst>
                  <a:ext uri="{FF2B5EF4-FFF2-40B4-BE49-F238E27FC236}">
                    <a16:creationId xmlns:a16="http://schemas.microsoft.com/office/drawing/2014/main" id="{F86A4D7E-D2C2-E0C5-1D4D-A27450D9E4F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6" name="직선 연결선 323">
                <a:extLst>
                  <a:ext uri="{FF2B5EF4-FFF2-40B4-BE49-F238E27FC236}">
                    <a16:creationId xmlns:a16="http://schemas.microsoft.com/office/drawing/2014/main" id="{0BB09EB7-3DC0-925D-C705-FBFE14E2BD1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7" name="직선 연결선 324">
                <a:extLst>
                  <a:ext uri="{FF2B5EF4-FFF2-40B4-BE49-F238E27FC236}">
                    <a16:creationId xmlns:a16="http://schemas.microsoft.com/office/drawing/2014/main" id="{E7D228AB-AB4E-78C4-2EA9-46F09EFC7AC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53" name="직선 연결선 326">
              <a:extLst>
                <a:ext uri="{FF2B5EF4-FFF2-40B4-BE49-F238E27FC236}">
                  <a16:creationId xmlns:a16="http://schemas.microsoft.com/office/drawing/2014/main" id="{647A4A58-30CB-24FA-BFBC-D8DE31A44FC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54" name="타원 1553">
              <a:extLst>
                <a:ext uri="{FF2B5EF4-FFF2-40B4-BE49-F238E27FC236}">
                  <a16:creationId xmlns:a16="http://schemas.microsoft.com/office/drawing/2014/main" id="{3D895D5D-5F49-FBAF-A113-53C0350062C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59" name="그룹 1558">
            <a:extLst>
              <a:ext uri="{FF2B5EF4-FFF2-40B4-BE49-F238E27FC236}">
                <a16:creationId xmlns:a16="http://schemas.microsoft.com/office/drawing/2014/main" id="{5F9A8E9F-A376-28AF-7AE4-EC5BA8D9C0A1}"/>
              </a:ext>
            </a:extLst>
          </p:cNvPr>
          <p:cNvGrpSpPr>
            <a:grpSpLocks noChangeAspect="1"/>
          </p:cNvGrpSpPr>
          <p:nvPr/>
        </p:nvGrpSpPr>
        <p:grpSpPr>
          <a:xfrm>
            <a:off x="7721117" y="2969185"/>
            <a:ext cx="148067" cy="108000"/>
            <a:chOff x="7409659" y="2902132"/>
            <a:chExt cx="317047" cy="239471"/>
          </a:xfrm>
        </p:grpSpPr>
        <p:grpSp>
          <p:nvGrpSpPr>
            <p:cNvPr id="1560" name="그룹 1559">
              <a:extLst>
                <a:ext uri="{FF2B5EF4-FFF2-40B4-BE49-F238E27FC236}">
                  <a16:creationId xmlns:a16="http://schemas.microsoft.com/office/drawing/2014/main" id="{6723E44E-EBAC-9FFE-4877-CC942B49A12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63" name="직선 연결선 322">
                <a:extLst>
                  <a:ext uri="{FF2B5EF4-FFF2-40B4-BE49-F238E27FC236}">
                    <a16:creationId xmlns:a16="http://schemas.microsoft.com/office/drawing/2014/main" id="{B65C3EAE-5865-EA2C-F857-7314AC16E0B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4" name="직선 연결선 323">
                <a:extLst>
                  <a:ext uri="{FF2B5EF4-FFF2-40B4-BE49-F238E27FC236}">
                    <a16:creationId xmlns:a16="http://schemas.microsoft.com/office/drawing/2014/main" id="{3C53A51A-DD49-18B6-50DE-CAB9C749B6B0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5" name="직선 연결선 324">
                <a:extLst>
                  <a:ext uri="{FF2B5EF4-FFF2-40B4-BE49-F238E27FC236}">
                    <a16:creationId xmlns:a16="http://schemas.microsoft.com/office/drawing/2014/main" id="{90E23B0B-6A92-CA92-387D-D4629740D802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1" name="직선 연결선 326">
              <a:extLst>
                <a:ext uri="{FF2B5EF4-FFF2-40B4-BE49-F238E27FC236}">
                  <a16:creationId xmlns:a16="http://schemas.microsoft.com/office/drawing/2014/main" id="{E756295F-3B2E-A7CA-D7B6-F9A12275E1A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2" name="타원 1561">
              <a:extLst>
                <a:ext uri="{FF2B5EF4-FFF2-40B4-BE49-F238E27FC236}">
                  <a16:creationId xmlns:a16="http://schemas.microsoft.com/office/drawing/2014/main" id="{39090D6D-E9CA-4957-7988-5F09DDABE4F5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67" name="그룹 1566">
            <a:extLst>
              <a:ext uri="{FF2B5EF4-FFF2-40B4-BE49-F238E27FC236}">
                <a16:creationId xmlns:a16="http://schemas.microsoft.com/office/drawing/2014/main" id="{84AD6697-ECD7-32EB-73CD-4E57471F43A3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1425109" y="3746574"/>
            <a:ext cx="148067" cy="108000"/>
            <a:chOff x="7409659" y="2902132"/>
            <a:chExt cx="317047" cy="239471"/>
          </a:xfrm>
        </p:grpSpPr>
        <p:grpSp>
          <p:nvGrpSpPr>
            <p:cNvPr id="1568" name="그룹 1567">
              <a:extLst>
                <a:ext uri="{FF2B5EF4-FFF2-40B4-BE49-F238E27FC236}">
                  <a16:creationId xmlns:a16="http://schemas.microsoft.com/office/drawing/2014/main" id="{17AD8EF6-810D-2F9E-6201-C17384C5F0F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571" name="직선 연결선 322">
                <a:extLst>
                  <a:ext uri="{FF2B5EF4-FFF2-40B4-BE49-F238E27FC236}">
                    <a16:creationId xmlns:a16="http://schemas.microsoft.com/office/drawing/2014/main" id="{9F83F5A4-FA90-9448-EA8E-BB7AD64F21B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2" name="직선 연결선 323">
                <a:extLst>
                  <a:ext uri="{FF2B5EF4-FFF2-40B4-BE49-F238E27FC236}">
                    <a16:creationId xmlns:a16="http://schemas.microsoft.com/office/drawing/2014/main" id="{85919280-6879-4FA2-63CE-D693D312DCB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3" name="직선 연결선 324">
                <a:extLst>
                  <a:ext uri="{FF2B5EF4-FFF2-40B4-BE49-F238E27FC236}">
                    <a16:creationId xmlns:a16="http://schemas.microsoft.com/office/drawing/2014/main" id="{94C4659B-11C2-FDD1-54AA-2667A0A175E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9" name="직선 연결선 326">
              <a:extLst>
                <a:ext uri="{FF2B5EF4-FFF2-40B4-BE49-F238E27FC236}">
                  <a16:creationId xmlns:a16="http://schemas.microsoft.com/office/drawing/2014/main" id="{0C188940-AD41-661A-93C1-59C08428647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0" name="타원 1569">
              <a:extLst>
                <a:ext uri="{FF2B5EF4-FFF2-40B4-BE49-F238E27FC236}">
                  <a16:creationId xmlns:a16="http://schemas.microsoft.com/office/drawing/2014/main" id="{465BB0FF-3FD8-913C-9769-13ADC0B8914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88" name="그룹 1587">
            <a:extLst>
              <a:ext uri="{FF2B5EF4-FFF2-40B4-BE49-F238E27FC236}">
                <a16:creationId xmlns:a16="http://schemas.microsoft.com/office/drawing/2014/main" id="{A82424C6-E484-48C6-E7F9-30C219AAD61C}"/>
              </a:ext>
            </a:extLst>
          </p:cNvPr>
          <p:cNvGrpSpPr/>
          <p:nvPr/>
        </p:nvGrpSpPr>
        <p:grpSpPr>
          <a:xfrm rot="5400000">
            <a:off x="5810780" y="3550809"/>
            <a:ext cx="90979" cy="106796"/>
            <a:chOff x="4947906" y="3396192"/>
            <a:chExt cx="90979" cy="106796"/>
          </a:xfrm>
        </p:grpSpPr>
        <p:cxnSp>
          <p:nvCxnSpPr>
            <p:cNvPr id="1589" name="직선 연결선 326">
              <a:extLst>
                <a:ext uri="{FF2B5EF4-FFF2-40B4-BE49-F238E27FC236}">
                  <a16:creationId xmlns:a16="http://schemas.microsoft.com/office/drawing/2014/main" id="{7084508C-0CB3-3E28-98E7-7B486C294E0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0" name="타원 1589">
              <a:extLst>
                <a:ext uri="{FF2B5EF4-FFF2-40B4-BE49-F238E27FC236}">
                  <a16:creationId xmlns:a16="http://schemas.microsoft.com/office/drawing/2014/main" id="{7F3D4729-DFAC-7993-BF42-35E780C70AFE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5" name="그룹 1594">
            <a:extLst>
              <a:ext uri="{FF2B5EF4-FFF2-40B4-BE49-F238E27FC236}">
                <a16:creationId xmlns:a16="http://schemas.microsoft.com/office/drawing/2014/main" id="{48ED2236-FADA-DAAA-562E-874A55463022}"/>
              </a:ext>
            </a:extLst>
          </p:cNvPr>
          <p:cNvGrpSpPr/>
          <p:nvPr/>
        </p:nvGrpSpPr>
        <p:grpSpPr>
          <a:xfrm rot="5400000">
            <a:off x="8396340" y="3550430"/>
            <a:ext cx="90979" cy="106796"/>
            <a:chOff x="4947906" y="3396192"/>
            <a:chExt cx="90979" cy="106796"/>
          </a:xfrm>
        </p:grpSpPr>
        <p:cxnSp>
          <p:nvCxnSpPr>
            <p:cNvPr id="1596" name="직선 연결선 326">
              <a:extLst>
                <a:ext uri="{FF2B5EF4-FFF2-40B4-BE49-F238E27FC236}">
                  <a16:creationId xmlns:a16="http://schemas.microsoft.com/office/drawing/2014/main" id="{A9DAB4B2-F60C-3F5D-A7B3-34A7F868D4EE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97" name="타원 1596">
              <a:extLst>
                <a:ext uri="{FF2B5EF4-FFF2-40B4-BE49-F238E27FC236}">
                  <a16:creationId xmlns:a16="http://schemas.microsoft.com/office/drawing/2014/main" id="{6127AB61-03E6-115D-6092-66E4122D4907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598" name="그룹 1597">
            <a:extLst>
              <a:ext uri="{FF2B5EF4-FFF2-40B4-BE49-F238E27FC236}">
                <a16:creationId xmlns:a16="http://schemas.microsoft.com/office/drawing/2014/main" id="{D2C2E714-8B4F-B85C-61CE-11794F468437}"/>
              </a:ext>
            </a:extLst>
          </p:cNvPr>
          <p:cNvGrpSpPr/>
          <p:nvPr/>
        </p:nvGrpSpPr>
        <p:grpSpPr>
          <a:xfrm rot="10800000">
            <a:off x="10633348" y="3876737"/>
            <a:ext cx="90979" cy="106796"/>
            <a:chOff x="4947906" y="3396192"/>
            <a:chExt cx="90979" cy="106796"/>
          </a:xfrm>
        </p:grpSpPr>
        <p:cxnSp>
          <p:nvCxnSpPr>
            <p:cNvPr id="1599" name="직선 연결선 326">
              <a:extLst>
                <a:ext uri="{FF2B5EF4-FFF2-40B4-BE49-F238E27FC236}">
                  <a16:creationId xmlns:a16="http://schemas.microsoft.com/office/drawing/2014/main" id="{6D21A45F-7650-1FBC-BC21-820724FF9E90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0" name="타원 1599">
              <a:extLst>
                <a:ext uri="{FF2B5EF4-FFF2-40B4-BE49-F238E27FC236}">
                  <a16:creationId xmlns:a16="http://schemas.microsoft.com/office/drawing/2014/main" id="{260C64D2-82E4-89AD-33BE-462986AC1693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01" name="그룹 1600">
            <a:extLst>
              <a:ext uri="{FF2B5EF4-FFF2-40B4-BE49-F238E27FC236}">
                <a16:creationId xmlns:a16="http://schemas.microsoft.com/office/drawing/2014/main" id="{8612989F-4E25-6C67-7581-94BCB7D5065D}"/>
              </a:ext>
            </a:extLst>
          </p:cNvPr>
          <p:cNvGrpSpPr>
            <a:grpSpLocks noChangeAspect="1"/>
          </p:cNvGrpSpPr>
          <p:nvPr/>
        </p:nvGrpSpPr>
        <p:grpSpPr>
          <a:xfrm>
            <a:off x="9707482" y="2973943"/>
            <a:ext cx="148067" cy="108000"/>
            <a:chOff x="7409659" y="2902132"/>
            <a:chExt cx="317047" cy="239471"/>
          </a:xfrm>
        </p:grpSpPr>
        <p:grpSp>
          <p:nvGrpSpPr>
            <p:cNvPr id="1602" name="그룹 1601">
              <a:extLst>
                <a:ext uri="{FF2B5EF4-FFF2-40B4-BE49-F238E27FC236}">
                  <a16:creationId xmlns:a16="http://schemas.microsoft.com/office/drawing/2014/main" id="{62F22C7A-5C64-2692-73A8-C788E312CE64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05" name="직선 연결선 322">
                <a:extLst>
                  <a:ext uri="{FF2B5EF4-FFF2-40B4-BE49-F238E27FC236}">
                    <a16:creationId xmlns:a16="http://schemas.microsoft.com/office/drawing/2014/main" id="{66FBC05C-27CB-1BB1-676A-6BEE5A2C043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6" name="직선 연결선 323">
                <a:extLst>
                  <a:ext uri="{FF2B5EF4-FFF2-40B4-BE49-F238E27FC236}">
                    <a16:creationId xmlns:a16="http://schemas.microsoft.com/office/drawing/2014/main" id="{4B53FE2D-4961-6794-37A0-D59CF871F5F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7" name="직선 연결선 324">
                <a:extLst>
                  <a:ext uri="{FF2B5EF4-FFF2-40B4-BE49-F238E27FC236}">
                    <a16:creationId xmlns:a16="http://schemas.microsoft.com/office/drawing/2014/main" id="{53114D79-7FDD-971B-D9D5-A5BF0D262B5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03" name="직선 연결선 326">
              <a:extLst>
                <a:ext uri="{FF2B5EF4-FFF2-40B4-BE49-F238E27FC236}">
                  <a16:creationId xmlns:a16="http://schemas.microsoft.com/office/drawing/2014/main" id="{7A5C5A10-85F6-28B1-1185-27999FEC8CB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4" name="타원 1603">
              <a:extLst>
                <a:ext uri="{FF2B5EF4-FFF2-40B4-BE49-F238E27FC236}">
                  <a16:creationId xmlns:a16="http://schemas.microsoft.com/office/drawing/2014/main" id="{89DA0135-E8A4-03DE-1A18-07A0E4A32C9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10" name="그룹 1609">
            <a:extLst>
              <a:ext uri="{FF2B5EF4-FFF2-40B4-BE49-F238E27FC236}">
                <a16:creationId xmlns:a16="http://schemas.microsoft.com/office/drawing/2014/main" id="{681604B0-20E1-2A5F-AF9D-BBC3C55C15A1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0145378" y="3271461"/>
            <a:ext cx="148067" cy="108000"/>
            <a:chOff x="7409659" y="2902132"/>
            <a:chExt cx="317047" cy="239471"/>
          </a:xfrm>
        </p:grpSpPr>
        <p:grpSp>
          <p:nvGrpSpPr>
            <p:cNvPr id="1611" name="그룹 1610">
              <a:extLst>
                <a:ext uri="{FF2B5EF4-FFF2-40B4-BE49-F238E27FC236}">
                  <a16:creationId xmlns:a16="http://schemas.microsoft.com/office/drawing/2014/main" id="{901E839D-9BCC-7FE1-DE3A-9B73176C362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14" name="직선 연결선 322">
                <a:extLst>
                  <a:ext uri="{FF2B5EF4-FFF2-40B4-BE49-F238E27FC236}">
                    <a16:creationId xmlns:a16="http://schemas.microsoft.com/office/drawing/2014/main" id="{C35B2DBF-0E93-EF71-8477-DABD8176753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5" name="직선 연결선 323">
                <a:extLst>
                  <a:ext uri="{FF2B5EF4-FFF2-40B4-BE49-F238E27FC236}">
                    <a16:creationId xmlns:a16="http://schemas.microsoft.com/office/drawing/2014/main" id="{0FE61FEB-ACBA-CF2F-271B-F96B1E3414B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6" name="직선 연결선 324">
                <a:extLst>
                  <a:ext uri="{FF2B5EF4-FFF2-40B4-BE49-F238E27FC236}">
                    <a16:creationId xmlns:a16="http://schemas.microsoft.com/office/drawing/2014/main" id="{EC6A5935-0E16-B774-A138-F15B75B1D55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12" name="직선 연결선 326">
              <a:extLst>
                <a:ext uri="{FF2B5EF4-FFF2-40B4-BE49-F238E27FC236}">
                  <a16:creationId xmlns:a16="http://schemas.microsoft.com/office/drawing/2014/main" id="{EF6F59C2-F39C-E683-83ED-69CD4D0CA43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3" name="타원 1612">
              <a:extLst>
                <a:ext uri="{FF2B5EF4-FFF2-40B4-BE49-F238E27FC236}">
                  <a16:creationId xmlns:a16="http://schemas.microsoft.com/office/drawing/2014/main" id="{C7EB36A1-D5FE-07BC-844C-F935F336315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618" name="직선 연결선[R] 1617">
            <a:extLst>
              <a:ext uri="{FF2B5EF4-FFF2-40B4-BE49-F238E27FC236}">
                <a16:creationId xmlns:a16="http://schemas.microsoft.com/office/drawing/2014/main" id="{69557462-CE6A-A683-73EF-2CE08B9DDBDC}"/>
              </a:ext>
            </a:extLst>
          </p:cNvPr>
          <p:cNvCxnSpPr>
            <a:cxnSpLocks/>
            <a:endCxn id="793" idx="3"/>
          </p:cNvCxnSpPr>
          <p:nvPr/>
        </p:nvCxnSpPr>
        <p:spPr>
          <a:xfrm flipH="1">
            <a:off x="10579411" y="3031397"/>
            <a:ext cx="910939" cy="14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1" name="직선 연결선[R] 1620">
            <a:extLst>
              <a:ext uri="{FF2B5EF4-FFF2-40B4-BE49-F238E27FC236}">
                <a16:creationId xmlns:a16="http://schemas.microsoft.com/office/drawing/2014/main" id="{7B4EF8B5-F8C9-68D4-358A-A9BE537B13C8}"/>
              </a:ext>
            </a:extLst>
          </p:cNvPr>
          <p:cNvCxnSpPr>
            <a:cxnSpLocks/>
            <a:stCxn id="872" idx="0"/>
          </p:cNvCxnSpPr>
          <p:nvPr/>
        </p:nvCxnSpPr>
        <p:spPr>
          <a:xfrm flipV="1">
            <a:off x="11499142" y="3032833"/>
            <a:ext cx="0" cy="25535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23" name="그룹 1622">
            <a:extLst>
              <a:ext uri="{FF2B5EF4-FFF2-40B4-BE49-F238E27FC236}">
                <a16:creationId xmlns:a16="http://schemas.microsoft.com/office/drawing/2014/main" id="{44F83D7F-3B1D-556E-55B2-70A57FCD30C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579411" y="2981329"/>
            <a:ext cx="148067" cy="108000"/>
            <a:chOff x="7409659" y="2902132"/>
            <a:chExt cx="317047" cy="239471"/>
          </a:xfrm>
        </p:grpSpPr>
        <p:grpSp>
          <p:nvGrpSpPr>
            <p:cNvPr id="1624" name="그룹 1623">
              <a:extLst>
                <a:ext uri="{FF2B5EF4-FFF2-40B4-BE49-F238E27FC236}">
                  <a16:creationId xmlns:a16="http://schemas.microsoft.com/office/drawing/2014/main" id="{B8D10473-B2D8-6C64-8155-3D875B5F757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27" name="직선 연결선 322">
                <a:extLst>
                  <a:ext uri="{FF2B5EF4-FFF2-40B4-BE49-F238E27FC236}">
                    <a16:creationId xmlns:a16="http://schemas.microsoft.com/office/drawing/2014/main" id="{ECD3DC20-0B41-4AEA-7988-38BDE437BA2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8" name="직선 연결선 323">
                <a:extLst>
                  <a:ext uri="{FF2B5EF4-FFF2-40B4-BE49-F238E27FC236}">
                    <a16:creationId xmlns:a16="http://schemas.microsoft.com/office/drawing/2014/main" id="{42140BE2-E83C-6CD4-BF62-5D8BA03B49A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9" name="직선 연결선 324">
                <a:extLst>
                  <a:ext uri="{FF2B5EF4-FFF2-40B4-BE49-F238E27FC236}">
                    <a16:creationId xmlns:a16="http://schemas.microsoft.com/office/drawing/2014/main" id="{482BB103-3689-23FD-7703-839C1EEC7E7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25" name="직선 연결선 326">
              <a:extLst>
                <a:ext uri="{FF2B5EF4-FFF2-40B4-BE49-F238E27FC236}">
                  <a16:creationId xmlns:a16="http://schemas.microsoft.com/office/drawing/2014/main" id="{7AFC81ED-BDE0-389D-CF8E-38CB866E6CB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6" name="타원 1625">
              <a:extLst>
                <a:ext uri="{FF2B5EF4-FFF2-40B4-BE49-F238E27FC236}">
                  <a16:creationId xmlns:a16="http://schemas.microsoft.com/office/drawing/2014/main" id="{BD396712-39D5-E1F0-85FD-006E5F99ED3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0" name="그룹 1629">
            <a:extLst>
              <a:ext uri="{FF2B5EF4-FFF2-40B4-BE49-F238E27FC236}">
                <a16:creationId xmlns:a16="http://schemas.microsoft.com/office/drawing/2014/main" id="{C9191209-77D0-EBE6-2125-68A2CFF4AAFC}"/>
              </a:ext>
            </a:extLst>
          </p:cNvPr>
          <p:cNvGrpSpPr/>
          <p:nvPr/>
        </p:nvGrpSpPr>
        <p:grpSpPr>
          <a:xfrm rot="5400000">
            <a:off x="11453652" y="3136844"/>
            <a:ext cx="90979" cy="106796"/>
            <a:chOff x="4947906" y="3396192"/>
            <a:chExt cx="90979" cy="106796"/>
          </a:xfrm>
        </p:grpSpPr>
        <p:cxnSp>
          <p:nvCxnSpPr>
            <p:cNvPr id="1631" name="직선 연결선 326">
              <a:extLst>
                <a:ext uri="{FF2B5EF4-FFF2-40B4-BE49-F238E27FC236}">
                  <a16:creationId xmlns:a16="http://schemas.microsoft.com/office/drawing/2014/main" id="{EAD565EE-BB3A-E605-AF22-9F17C0995731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2" name="타원 1631">
              <a:extLst>
                <a:ext uri="{FF2B5EF4-FFF2-40B4-BE49-F238E27FC236}">
                  <a16:creationId xmlns:a16="http://schemas.microsoft.com/office/drawing/2014/main" id="{0660DA20-BA61-4F30-21A7-880097E0D47F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33" name="그룹 1632">
            <a:extLst>
              <a:ext uri="{FF2B5EF4-FFF2-40B4-BE49-F238E27FC236}">
                <a16:creationId xmlns:a16="http://schemas.microsoft.com/office/drawing/2014/main" id="{0C1218D3-6029-B353-F516-45C5FEF95E50}"/>
              </a:ext>
            </a:extLst>
          </p:cNvPr>
          <p:cNvGrpSpPr/>
          <p:nvPr/>
        </p:nvGrpSpPr>
        <p:grpSpPr>
          <a:xfrm>
            <a:off x="5162781" y="6068181"/>
            <a:ext cx="90979" cy="106796"/>
            <a:chOff x="4947906" y="3396192"/>
            <a:chExt cx="90979" cy="106796"/>
          </a:xfrm>
        </p:grpSpPr>
        <p:cxnSp>
          <p:nvCxnSpPr>
            <p:cNvPr id="1634" name="직선 연결선 326">
              <a:extLst>
                <a:ext uri="{FF2B5EF4-FFF2-40B4-BE49-F238E27FC236}">
                  <a16:creationId xmlns:a16="http://schemas.microsoft.com/office/drawing/2014/main" id="{39FA6887-B687-6F26-FA1C-0A05CECEC23E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35" name="타원 1634">
              <a:extLst>
                <a:ext uri="{FF2B5EF4-FFF2-40B4-BE49-F238E27FC236}">
                  <a16:creationId xmlns:a16="http://schemas.microsoft.com/office/drawing/2014/main" id="{18D5AE04-C787-F401-604F-8ADD31BD03FE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43" name="그룹 1642">
            <a:extLst>
              <a:ext uri="{FF2B5EF4-FFF2-40B4-BE49-F238E27FC236}">
                <a16:creationId xmlns:a16="http://schemas.microsoft.com/office/drawing/2014/main" id="{52A65E06-3488-B397-F85A-B9DCDC2A58B2}"/>
              </a:ext>
            </a:extLst>
          </p:cNvPr>
          <p:cNvGrpSpPr>
            <a:grpSpLocks noChangeAspect="1"/>
          </p:cNvGrpSpPr>
          <p:nvPr/>
        </p:nvGrpSpPr>
        <p:grpSpPr>
          <a:xfrm>
            <a:off x="6440121" y="5663535"/>
            <a:ext cx="148067" cy="108000"/>
            <a:chOff x="7409659" y="2902132"/>
            <a:chExt cx="317047" cy="239471"/>
          </a:xfrm>
        </p:grpSpPr>
        <p:grpSp>
          <p:nvGrpSpPr>
            <p:cNvPr id="1644" name="그룹 1643">
              <a:extLst>
                <a:ext uri="{FF2B5EF4-FFF2-40B4-BE49-F238E27FC236}">
                  <a16:creationId xmlns:a16="http://schemas.microsoft.com/office/drawing/2014/main" id="{4DFFAFE9-C234-B995-7AE9-B6A67FAAD78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47" name="직선 연결선 322">
                <a:extLst>
                  <a:ext uri="{FF2B5EF4-FFF2-40B4-BE49-F238E27FC236}">
                    <a16:creationId xmlns:a16="http://schemas.microsoft.com/office/drawing/2014/main" id="{A1738072-8706-23AF-23E8-E42A4E9A2C1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8" name="직선 연결선 323">
                <a:extLst>
                  <a:ext uri="{FF2B5EF4-FFF2-40B4-BE49-F238E27FC236}">
                    <a16:creationId xmlns:a16="http://schemas.microsoft.com/office/drawing/2014/main" id="{D216E7F1-6B87-72C5-ACB2-A95D6220234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49" name="직선 연결선 324">
                <a:extLst>
                  <a:ext uri="{FF2B5EF4-FFF2-40B4-BE49-F238E27FC236}">
                    <a16:creationId xmlns:a16="http://schemas.microsoft.com/office/drawing/2014/main" id="{D5AC0261-4376-B5D0-A7F1-8A85A0A5F25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45" name="직선 연결선 326">
              <a:extLst>
                <a:ext uri="{FF2B5EF4-FFF2-40B4-BE49-F238E27FC236}">
                  <a16:creationId xmlns:a16="http://schemas.microsoft.com/office/drawing/2014/main" id="{D078191C-A2F0-E00D-C084-4013840A88D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6" name="타원 1645">
              <a:extLst>
                <a:ext uri="{FF2B5EF4-FFF2-40B4-BE49-F238E27FC236}">
                  <a16:creationId xmlns:a16="http://schemas.microsoft.com/office/drawing/2014/main" id="{CB23958D-2BB0-DE04-BE4B-DEFD7DB37CE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0" name="그룹 1649">
            <a:extLst>
              <a:ext uri="{FF2B5EF4-FFF2-40B4-BE49-F238E27FC236}">
                <a16:creationId xmlns:a16="http://schemas.microsoft.com/office/drawing/2014/main" id="{CA422B18-413A-97EF-30B3-BC51C313C7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8188" y="5527249"/>
            <a:ext cx="148067" cy="108000"/>
            <a:chOff x="7409659" y="2902132"/>
            <a:chExt cx="317047" cy="239471"/>
          </a:xfrm>
        </p:grpSpPr>
        <p:grpSp>
          <p:nvGrpSpPr>
            <p:cNvPr id="1651" name="그룹 1650">
              <a:extLst>
                <a:ext uri="{FF2B5EF4-FFF2-40B4-BE49-F238E27FC236}">
                  <a16:creationId xmlns:a16="http://schemas.microsoft.com/office/drawing/2014/main" id="{C486F1E2-CB1D-E42F-54DD-22715202CC5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54" name="직선 연결선 322">
                <a:extLst>
                  <a:ext uri="{FF2B5EF4-FFF2-40B4-BE49-F238E27FC236}">
                    <a16:creationId xmlns:a16="http://schemas.microsoft.com/office/drawing/2014/main" id="{FB942A65-FE73-4117-F5D5-256C9630F5C2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5" name="직선 연결선 323">
                <a:extLst>
                  <a:ext uri="{FF2B5EF4-FFF2-40B4-BE49-F238E27FC236}">
                    <a16:creationId xmlns:a16="http://schemas.microsoft.com/office/drawing/2014/main" id="{A8E1744D-144A-3569-0799-82DD6B53127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6" name="직선 연결선 324">
                <a:extLst>
                  <a:ext uri="{FF2B5EF4-FFF2-40B4-BE49-F238E27FC236}">
                    <a16:creationId xmlns:a16="http://schemas.microsoft.com/office/drawing/2014/main" id="{BB016B8A-9654-F468-11CB-CE7509398100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52" name="직선 연결선 326">
              <a:extLst>
                <a:ext uri="{FF2B5EF4-FFF2-40B4-BE49-F238E27FC236}">
                  <a16:creationId xmlns:a16="http://schemas.microsoft.com/office/drawing/2014/main" id="{1D3D183B-6FC6-6DE4-C191-B2265B1A9DC9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53" name="타원 1652">
              <a:extLst>
                <a:ext uri="{FF2B5EF4-FFF2-40B4-BE49-F238E27FC236}">
                  <a16:creationId xmlns:a16="http://schemas.microsoft.com/office/drawing/2014/main" id="{EE36EAC9-D127-CC02-ADDB-AC848156308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59" name="그룹 1658">
            <a:extLst>
              <a:ext uri="{FF2B5EF4-FFF2-40B4-BE49-F238E27FC236}">
                <a16:creationId xmlns:a16="http://schemas.microsoft.com/office/drawing/2014/main" id="{4673B6CC-B4DF-BB8C-57A8-8C3022D6D42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7307698" y="5666242"/>
            <a:ext cx="148067" cy="108000"/>
            <a:chOff x="7409659" y="2902132"/>
            <a:chExt cx="317047" cy="239471"/>
          </a:xfrm>
        </p:grpSpPr>
        <p:grpSp>
          <p:nvGrpSpPr>
            <p:cNvPr id="1660" name="그룹 1659">
              <a:extLst>
                <a:ext uri="{FF2B5EF4-FFF2-40B4-BE49-F238E27FC236}">
                  <a16:creationId xmlns:a16="http://schemas.microsoft.com/office/drawing/2014/main" id="{A5736382-BAEB-C50F-BEB8-30DD35FEEB7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63" name="직선 연결선 322">
                <a:extLst>
                  <a:ext uri="{FF2B5EF4-FFF2-40B4-BE49-F238E27FC236}">
                    <a16:creationId xmlns:a16="http://schemas.microsoft.com/office/drawing/2014/main" id="{63A2CBD9-F92C-F8EC-18FF-673D545F135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4" name="직선 연결선 323">
                <a:extLst>
                  <a:ext uri="{FF2B5EF4-FFF2-40B4-BE49-F238E27FC236}">
                    <a16:creationId xmlns:a16="http://schemas.microsoft.com/office/drawing/2014/main" id="{A9A43C81-5A71-8F5A-22E9-AEB307EBE88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5" name="직선 연결선 324">
                <a:extLst>
                  <a:ext uri="{FF2B5EF4-FFF2-40B4-BE49-F238E27FC236}">
                    <a16:creationId xmlns:a16="http://schemas.microsoft.com/office/drawing/2014/main" id="{ED6D32B5-31B2-D40B-3DC8-1C89EA8423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1" name="직선 연결선 326">
              <a:extLst>
                <a:ext uri="{FF2B5EF4-FFF2-40B4-BE49-F238E27FC236}">
                  <a16:creationId xmlns:a16="http://schemas.microsoft.com/office/drawing/2014/main" id="{0D6C9163-FB57-F80A-7142-5B4C5E28889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2" name="타원 1661">
              <a:extLst>
                <a:ext uri="{FF2B5EF4-FFF2-40B4-BE49-F238E27FC236}">
                  <a16:creationId xmlns:a16="http://schemas.microsoft.com/office/drawing/2014/main" id="{C3E16EEA-9B6B-47AF-F3DC-1052109FA9E9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66" name="그룹 1665">
            <a:extLst>
              <a:ext uri="{FF2B5EF4-FFF2-40B4-BE49-F238E27FC236}">
                <a16:creationId xmlns:a16="http://schemas.microsoft.com/office/drawing/2014/main" id="{65F2DFE4-B8E0-B47D-BBE2-D95138E33C15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40272" y="2791543"/>
            <a:ext cx="148067" cy="108000"/>
            <a:chOff x="7409659" y="2902132"/>
            <a:chExt cx="317047" cy="239471"/>
          </a:xfrm>
        </p:grpSpPr>
        <p:grpSp>
          <p:nvGrpSpPr>
            <p:cNvPr id="1667" name="그룹 1666">
              <a:extLst>
                <a:ext uri="{FF2B5EF4-FFF2-40B4-BE49-F238E27FC236}">
                  <a16:creationId xmlns:a16="http://schemas.microsoft.com/office/drawing/2014/main" id="{29ADFDDA-ADA6-F234-AC37-714E42104B9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70" name="직선 연결선 322">
                <a:extLst>
                  <a:ext uri="{FF2B5EF4-FFF2-40B4-BE49-F238E27FC236}">
                    <a16:creationId xmlns:a16="http://schemas.microsoft.com/office/drawing/2014/main" id="{8F5E6082-9D70-5D15-F99C-B14E5E5F01C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1" name="직선 연결선 323">
                <a:extLst>
                  <a:ext uri="{FF2B5EF4-FFF2-40B4-BE49-F238E27FC236}">
                    <a16:creationId xmlns:a16="http://schemas.microsoft.com/office/drawing/2014/main" id="{7DB8943F-E3B0-B8A2-FC00-1B7D3A7F18F7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72" name="직선 연결선 324">
                <a:extLst>
                  <a:ext uri="{FF2B5EF4-FFF2-40B4-BE49-F238E27FC236}">
                    <a16:creationId xmlns:a16="http://schemas.microsoft.com/office/drawing/2014/main" id="{2A941889-0AC2-CDA6-4767-86EFE8BEE43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68" name="직선 연결선 326">
              <a:extLst>
                <a:ext uri="{FF2B5EF4-FFF2-40B4-BE49-F238E27FC236}">
                  <a16:creationId xmlns:a16="http://schemas.microsoft.com/office/drawing/2014/main" id="{01660D5E-72D4-97A9-6C30-0A4DE44815B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69" name="타원 1668">
              <a:extLst>
                <a:ext uri="{FF2B5EF4-FFF2-40B4-BE49-F238E27FC236}">
                  <a16:creationId xmlns:a16="http://schemas.microsoft.com/office/drawing/2014/main" id="{41A13892-E857-1F93-8710-627A16C07B9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76" name="그룹 1675">
            <a:extLst>
              <a:ext uri="{FF2B5EF4-FFF2-40B4-BE49-F238E27FC236}">
                <a16:creationId xmlns:a16="http://schemas.microsoft.com/office/drawing/2014/main" id="{3CE8FC91-6F4A-1333-4D5B-D140A30DC60B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587906" y="2503450"/>
            <a:ext cx="148067" cy="108000"/>
            <a:chOff x="7409659" y="2902132"/>
            <a:chExt cx="317047" cy="239471"/>
          </a:xfrm>
        </p:grpSpPr>
        <p:grpSp>
          <p:nvGrpSpPr>
            <p:cNvPr id="1677" name="그룹 1676">
              <a:extLst>
                <a:ext uri="{FF2B5EF4-FFF2-40B4-BE49-F238E27FC236}">
                  <a16:creationId xmlns:a16="http://schemas.microsoft.com/office/drawing/2014/main" id="{F14B3063-A6E2-B285-7A0F-D1134B15BD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0" name="직선 연결선 322">
                <a:extLst>
                  <a:ext uri="{FF2B5EF4-FFF2-40B4-BE49-F238E27FC236}">
                    <a16:creationId xmlns:a16="http://schemas.microsoft.com/office/drawing/2014/main" id="{E2AE8EB7-511B-114A-FD27-BDCF35DB201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1" name="직선 연결선 323">
                <a:extLst>
                  <a:ext uri="{FF2B5EF4-FFF2-40B4-BE49-F238E27FC236}">
                    <a16:creationId xmlns:a16="http://schemas.microsoft.com/office/drawing/2014/main" id="{A47D28D3-5E2D-418A-C050-EADE1E52AD56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2" name="직선 연결선 324">
                <a:extLst>
                  <a:ext uri="{FF2B5EF4-FFF2-40B4-BE49-F238E27FC236}">
                    <a16:creationId xmlns:a16="http://schemas.microsoft.com/office/drawing/2014/main" id="{2588851E-09FC-E0FC-C60B-B6AF0C04764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78" name="직선 연결선 326">
              <a:extLst>
                <a:ext uri="{FF2B5EF4-FFF2-40B4-BE49-F238E27FC236}">
                  <a16:creationId xmlns:a16="http://schemas.microsoft.com/office/drawing/2014/main" id="{E803AD50-F1D7-7E2E-FC76-8B1459396A73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9" name="타원 1678">
              <a:extLst>
                <a:ext uri="{FF2B5EF4-FFF2-40B4-BE49-F238E27FC236}">
                  <a16:creationId xmlns:a16="http://schemas.microsoft.com/office/drawing/2014/main" id="{35AAD3F4-77FB-DCEC-A322-D5DEB063305D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83" name="그룹 1682">
            <a:extLst>
              <a:ext uri="{FF2B5EF4-FFF2-40B4-BE49-F238E27FC236}">
                <a16:creationId xmlns:a16="http://schemas.microsoft.com/office/drawing/2014/main" id="{D7336A9B-9ECE-7097-50AC-463D4CD72A7E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6874155" y="5068900"/>
            <a:ext cx="148067" cy="108000"/>
            <a:chOff x="7409659" y="2902132"/>
            <a:chExt cx="317047" cy="239471"/>
          </a:xfrm>
        </p:grpSpPr>
        <p:grpSp>
          <p:nvGrpSpPr>
            <p:cNvPr id="1684" name="그룹 1683">
              <a:extLst>
                <a:ext uri="{FF2B5EF4-FFF2-40B4-BE49-F238E27FC236}">
                  <a16:creationId xmlns:a16="http://schemas.microsoft.com/office/drawing/2014/main" id="{80B43968-7E6C-27C7-0A94-FE56A0D509B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87" name="직선 연결선 322">
                <a:extLst>
                  <a:ext uri="{FF2B5EF4-FFF2-40B4-BE49-F238E27FC236}">
                    <a16:creationId xmlns:a16="http://schemas.microsoft.com/office/drawing/2014/main" id="{5D82B86B-EF2D-73F3-2D78-374D61FF042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8" name="직선 연결선 323">
                <a:extLst>
                  <a:ext uri="{FF2B5EF4-FFF2-40B4-BE49-F238E27FC236}">
                    <a16:creationId xmlns:a16="http://schemas.microsoft.com/office/drawing/2014/main" id="{C39551E4-A20D-B44C-3410-20917B9A334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9" name="직선 연결선 324">
                <a:extLst>
                  <a:ext uri="{FF2B5EF4-FFF2-40B4-BE49-F238E27FC236}">
                    <a16:creationId xmlns:a16="http://schemas.microsoft.com/office/drawing/2014/main" id="{B20FB400-14DB-5F98-3FA5-7F9B5D622C4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85" name="직선 연결선 326">
              <a:extLst>
                <a:ext uri="{FF2B5EF4-FFF2-40B4-BE49-F238E27FC236}">
                  <a16:creationId xmlns:a16="http://schemas.microsoft.com/office/drawing/2014/main" id="{62846FAC-0F15-DED8-A457-0BF7C2584F90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86" name="타원 1685">
              <a:extLst>
                <a:ext uri="{FF2B5EF4-FFF2-40B4-BE49-F238E27FC236}">
                  <a16:creationId xmlns:a16="http://schemas.microsoft.com/office/drawing/2014/main" id="{E6F80A0E-6DF8-9AC0-D2BC-BEE6BC9A8B1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692" name="그룹 1691">
            <a:extLst>
              <a:ext uri="{FF2B5EF4-FFF2-40B4-BE49-F238E27FC236}">
                <a16:creationId xmlns:a16="http://schemas.microsoft.com/office/drawing/2014/main" id="{AC9530A2-1B89-7236-D060-836F7D84BBB1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7041082" y="4482009"/>
            <a:ext cx="148067" cy="108000"/>
            <a:chOff x="7409659" y="2902132"/>
            <a:chExt cx="317047" cy="239471"/>
          </a:xfrm>
        </p:grpSpPr>
        <p:grpSp>
          <p:nvGrpSpPr>
            <p:cNvPr id="1693" name="그룹 1692">
              <a:extLst>
                <a:ext uri="{FF2B5EF4-FFF2-40B4-BE49-F238E27FC236}">
                  <a16:creationId xmlns:a16="http://schemas.microsoft.com/office/drawing/2014/main" id="{88D92832-8B21-BD60-7ACF-B1460692A10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696" name="직선 연결선 322">
                <a:extLst>
                  <a:ext uri="{FF2B5EF4-FFF2-40B4-BE49-F238E27FC236}">
                    <a16:creationId xmlns:a16="http://schemas.microsoft.com/office/drawing/2014/main" id="{5B7D5A2A-132A-5216-808A-7CAEAC44CBA7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7" name="직선 연결선 323">
                <a:extLst>
                  <a:ext uri="{FF2B5EF4-FFF2-40B4-BE49-F238E27FC236}">
                    <a16:creationId xmlns:a16="http://schemas.microsoft.com/office/drawing/2014/main" id="{1C760B78-9FEA-5A30-4AD9-1CA2F6F10CD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8" name="직선 연결선 324">
                <a:extLst>
                  <a:ext uri="{FF2B5EF4-FFF2-40B4-BE49-F238E27FC236}">
                    <a16:creationId xmlns:a16="http://schemas.microsoft.com/office/drawing/2014/main" id="{6B96E38A-D19A-D9BB-AA2E-5130AC6CD47E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694" name="직선 연결선 326">
              <a:extLst>
                <a:ext uri="{FF2B5EF4-FFF2-40B4-BE49-F238E27FC236}">
                  <a16:creationId xmlns:a16="http://schemas.microsoft.com/office/drawing/2014/main" id="{5E7DB73D-BF86-A2F9-445B-8F5CC7AF111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95" name="타원 1694">
              <a:extLst>
                <a:ext uri="{FF2B5EF4-FFF2-40B4-BE49-F238E27FC236}">
                  <a16:creationId xmlns:a16="http://schemas.microsoft.com/office/drawing/2014/main" id="{9A81BD05-6656-1692-9374-89CE3E4624D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2" name="그룹 1701">
            <a:extLst>
              <a:ext uri="{FF2B5EF4-FFF2-40B4-BE49-F238E27FC236}">
                <a16:creationId xmlns:a16="http://schemas.microsoft.com/office/drawing/2014/main" id="{AFE08761-9B6C-FCFD-0E12-D131FCFC0ECC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2800274" y="2792513"/>
            <a:ext cx="148067" cy="108000"/>
            <a:chOff x="7409659" y="2902132"/>
            <a:chExt cx="317047" cy="239471"/>
          </a:xfrm>
        </p:grpSpPr>
        <p:grpSp>
          <p:nvGrpSpPr>
            <p:cNvPr id="1703" name="그룹 1702">
              <a:extLst>
                <a:ext uri="{FF2B5EF4-FFF2-40B4-BE49-F238E27FC236}">
                  <a16:creationId xmlns:a16="http://schemas.microsoft.com/office/drawing/2014/main" id="{BB3A1D2A-E3AA-7771-EBDD-068CCA697CD2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06" name="직선 연결선 322">
                <a:extLst>
                  <a:ext uri="{FF2B5EF4-FFF2-40B4-BE49-F238E27FC236}">
                    <a16:creationId xmlns:a16="http://schemas.microsoft.com/office/drawing/2014/main" id="{F4C9DB79-673E-232D-DC63-7AFAEFFDBAB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7" name="직선 연결선 323">
                <a:extLst>
                  <a:ext uri="{FF2B5EF4-FFF2-40B4-BE49-F238E27FC236}">
                    <a16:creationId xmlns:a16="http://schemas.microsoft.com/office/drawing/2014/main" id="{6C243213-7434-B55D-3E69-D39F0FEFB91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08" name="직선 연결선 324">
                <a:extLst>
                  <a:ext uri="{FF2B5EF4-FFF2-40B4-BE49-F238E27FC236}">
                    <a16:creationId xmlns:a16="http://schemas.microsoft.com/office/drawing/2014/main" id="{931B9763-8691-FE3E-6DF2-D320CBCF109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04" name="직선 연결선 326">
              <a:extLst>
                <a:ext uri="{FF2B5EF4-FFF2-40B4-BE49-F238E27FC236}">
                  <a16:creationId xmlns:a16="http://schemas.microsoft.com/office/drawing/2014/main" id="{78D1D57D-6782-7E35-6D40-8316519F5DA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5" name="타원 1704">
              <a:extLst>
                <a:ext uri="{FF2B5EF4-FFF2-40B4-BE49-F238E27FC236}">
                  <a16:creationId xmlns:a16="http://schemas.microsoft.com/office/drawing/2014/main" id="{7B914C16-AFE2-FB00-1F78-A956CEC5114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09" name="그룹 1708">
            <a:extLst>
              <a:ext uri="{FF2B5EF4-FFF2-40B4-BE49-F238E27FC236}">
                <a16:creationId xmlns:a16="http://schemas.microsoft.com/office/drawing/2014/main" id="{C6258313-60D3-4DED-AC94-130455197D4E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2503450"/>
            <a:ext cx="148067" cy="108000"/>
            <a:chOff x="7409659" y="2902132"/>
            <a:chExt cx="317047" cy="239471"/>
          </a:xfrm>
        </p:grpSpPr>
        <p:grpSp>
          <p:nvGrpSpPr>
            <p:cNvPr id="1710" name="그룹 1709">
              <a:extLst>
                <a:ext uri="{FF2B5EF4-FFF2-40B4-BE49-F238E27FC236}">
                  <a16:creationId xmlns:a16="http://schemas.microsoft.com/office/drawing/2014/main" id="{F1D6DBB8-3D25-6DEA-92A7-C3D58C19356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13" name="직선 연결선 322">
                <a:extLst>
                  <a:ext uri="{FF2B5EF4-FFF2-40B4-BE49-F238E27FC236}">
                    <a16:creationId xmlns:a16="http://schemas.microsoft.com/office/drawing/2014/main" id="{551D9497-9513-27AB-5819-08237B1050C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4" name="직선 연결선 323">
                <a:extLst>
                  <a:ext uri="{FF2B5EF4-FFF2-40B4-BE49-F238E27FC236}">
                    <a16:creationId xmlns:a16="http://schemas.microsoft.com/office/drawing/2014/main" id="{A5738700-71F6-7490-EC5F-0D43841A4314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5" name="직선 연결선 324">
                <a:extLst>
                  <a:ext uri="{FF2B5EF4-FFF2-40B4-BE49-F238E27FC236}">
                    <a16:creationId xmlns:a16="http://schemas.microsoft.com/office/drawing/2014/main" id="{402670E7-97F6-359A-8075-E2178752BEB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1" name="직선 연결선 326">
              <a:extLst>
                <a:ext uri="{FF2B5EF4-FFF2-40B4-BE49-F238E27FC236}">
                  <a16:creationId xmlns:a16="http://schemas.microsoft.com/office/drawing/2014/main" id="{98DD5FF4-8C99-0221-90A1-825A58218CD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2" name="타원 1711">
              <a:extLst>
                <a:ext uri="{FF2B5EF4-FFF2-40B4-BE49-F238E27FC236}">
                  <a16:creationId xmlns:a16="http://schemas.microsoft.com/office/drawing/2014/main" id="{3413D419-897A-3F66-249C-7A7FF3A207C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16" name="그룹 1715">
            <a:extLst>
              <a:ext uri="{FF2B5EF4-FFF2-40B4-BE49-F238E27FC236}">
                <a16:creationId xmlns:a16="http://schemas.microsoft.com/office/drawing/2014/main" id="{5339E375-BA16-078B-3775-3C2A3C3D0655}"/>
              </a:ext>
            </a:extLst>
          </p:cNvPr>
          <p:cNvGrpSpPr>
            <a:grpSpLocks noChangeAspect="1"/>
          </p:cNvGrpSpPr>
          <p:nvPr/>
        </p:nvGrpSpPr>
        <p:grpSpPr>
          <a:xfrm>
            <a:off x="2359423" y="1948443"/>
            <a:ext cx="148067" cy="108000"/>
            <a:chOff x="7409659" y="2902132"/>
            <a:chExt cx="317047" cy="239471"/>
          </a:xfrm>
        </p:grpSpPr>
        <p:grpSp>
          <p:nvGrpSpPr>
            <p:cNvPr id="1717" name="그룹 1716">
              <a:extLst>
                <a:ext uri="{FF2B5EF4-FFF2-40B4-BE49-F238E27FC236}">
                  <a16:creationId xmlns:a16="http://schemas.microsoft.com/office/drawing/2014/main" id="{1BBECA2D-6E05-A351-250A-39C1F437F88D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0" name="직선 연결선 322">
                <a:extLst>
                  <a:ext uri="{FF2B5EF4-FFF2-40B4-BE49-F238E27FC236}">
                    <a16:creationId xmlns:a16="http://schemas.microsoft.com/office/drawing/2014/main" id="{8C801326-6364-6F09-846E-37ADA86B7BA4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1" name="직선 연결선 323">
                <a:extLst>
                  <a:ext uri="{FF2B5EF4-FFF2-40B4-BE49-F238E27FC236}">
                    <a16:creationId xmlns:a16="http://schemas.microsoft.com/office/drawing/2014/main" id="{4565F80A-6203-8D67-C1EE-9F2A4A7CF3F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2" name="직선 연결선 324">
                <a:extLst>
                  <a:ext uri="{FF2B5EF4-FFF2-40B4-BE49-F238E27FC236}">
                    <a16:creationId xmlns:a16="http://schemas.microsoft.com/office/drawing/2014/main" id="{D88AF805-AB83-F75D-E633-453A766E4F3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18" name="직선 연결선 326">
              <a:extLst>
                <a:ext uri="{FF2B5EF4-FFF2-40B4-BE49-F238E27FC236}">
                  <a16:creationId xmlns:a16="http://schemas.microsoft.com/office/drawing/2014/main" id="{B09D6128-5B07-AC7F-57BC-17E778AD09A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19" name="타원 1718">
              <a:extLst>
                <a:ext uri="{FF2B5EF4-FFF2-40B4-BE49-F238E27FC236}">
                  <a16:creationId xmlns:a16="http://schemas.microsoft.com/office/drawing/2014/main" id="{D4634DF7-D02E-EF81-7174-0935B0662E1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23" name="그룹 1722">
            <a:extLst>
              <a:ext uri="{FF2B5EF4-FFF2-40B4-BE49-F238E27FC236}">
                <a16:creationId xmlns:a16="http://schemas.microsoft.com/office/drawing/2014/main" id="{4F7C8018-A36B-B38A-E918-360DF1B14C0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1959431"/>
            <a:ext cx="148067" cy="108000"/>
            <a:chOff x="7409659" y="2902132"/>
            <a:chExt cx="317047" cy="239471"/>
          </a:xfrm>
        </p:grpSpPr>
        <p:grpSp>
          <p:nvGrpSpPr>
            <p:cNvPr id="1724" name="그룹 1723">
              <a:extLst>
                <a:ext uri="{FF2B5EF4-FFF2-40B4-BE49-F238E27FC236}">
                  <a16:creationId xmlns:a16="http://schemas.microsoft.com/office/drawing/2014/main" id="{530377F1-6F75-4607-979F-C589B7EFA5DB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27" name="직선 연결선 322">
                <a:extLst>
                  <a:ext uri="{FF2B5EF4-FFF2-40B4-BE49-F238E27FC236}">
                    <a16:creationId xmlns:a16="http://schemas.microsoft.com/office/drawing/2014/main" id="{62782789-BBB4-22F8-FA8E-BB118AE8A78F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8" name="직선 연결선 323">
                <a:extLst>
                  <a:ext uri="{FF2B5EF4-FFF2-40B4-BE49-F238E27FC236}">
                    <a16:creationId xmlns:a16="http://schemas.microsoft.com/office/drawing/2014/main" id="{6468425B-046E-A028-1838-EB56D294916A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9" name="직선 연결선 324">
                <a:extLst>
                  <a:ext uri="{FF2B5EF4-FFF2-40B4-BE49-F238E27FC236}">
                    <a16:creationId xmlns:a16="http://schemas.microsoft.com/office/drawing/2014/main" id="{FF5E251D-B822-5A3E-27C7-DC66D0180B4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25" name="직선 연결선 326">
              <a:extLst>
                <a:ext uri="{FF2B5EF4-FFF2-40B4-BE49-F238E27FC236}">
                  <a16:creationId xmlns:a16="http://schemas.microsoft.com/office/drawing/2014/main" id="{B9FDD898-8D3A-8A29-4914-541A33A4D3B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26" name="타원 1725">
              <a:extLst>
                <a:ext uri="{FF2B5EF4-FFF2-40B4-BE49-F238E27FC236}">
                  <a16:creationId xmlns:a16="http://schemas.microsoft.com/office/drawing/2014/main" id="{9615655B-7C17-34BB-4D63-D6C92B58779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32" name="직선 연결선[R] 1731">
            <a:extLst>
              <a:ext uri="{FF2B5EF4-FFF2-40B4-BE49-F238E27FC236}">
                <a16:creationId xmlns:a16="http://schemas.microsoft.com/office/drawing/2014/main" id="{70B9031C-2862-CFB5-C7F7-E7E145A18388}"/>
              </a:ext>
            </a:extLst>
          </p:cNvPr>
          <p:cNvCxnSpPr>
            <a:cxnSpLocks/>
            <a:stCxn id="1387" idx="1"/>
          </p:cNvCxnSpPr>
          <p:nvPr/>
        </p:nvCxnSpPr>
        <p:spPr>
          <a:xfrm flipH="1">
            <a:off x="879231" y="1502765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7" name="직선 연결선[R] 1736">
            <a:extLst>
              <a:ext uri="{FF2B5EF4-FFF2-40B4-BE49-F238E27FC236}">
                <a16:creationId xmlns:a16="http://schemas.microsoft.com/office/drawing/2014/main" id="{07B613D3-DF13-077E-9728-3BBB5C22FF62}"/>
              </a:ext>
            </a:extLst>
          </p:cNvPr>
          <p:cNvCxnSpPr>
            <a:cxnSpLocks/>
          </p:cNvCxnSpPr>
          <p:nvPr/>
        </p:nvCxnSpPr>
        <p:spPr>
          <a:xfrm flipH="1">
            <a:off x="879231" y="2921257"/>
            <a:ext cx="26839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8" name="직선 연결선[R] 1737">
            <a:extLst>
              <a:ext uri="{FF2B5EF4-FFF2-40B4-BE49-F238E27FC236}">
                <a16:creationId xmlns:a16="http://schemas.microsoft.com/office/drawing/2014/main" id="{923FA35D-8958-FD2F-3686-56A3E1094343}"/>
              </a:ext>
            </a:extLst>
          </p:cNvPr>
          <p:cNvCxnSpPr>
            <a:cxnSpLocks/>
          </p:cNvCxnSpPr>
          <p:nvPr/>
        </p:nvCxnSpPr>
        <p:spPr>
          <a:xfrm flipV="1">
            <a:off x="885704" y="1506415"/>
            <a:ext cx="0" cy="141849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1" name="그룹 1740">
            <a:extLst>
              <a:ext uri="{FF2B5EF4-FFF2-40B4-BE49-F238E27FC236}">
                <a16:creationId xmlns:a16="http://schemas.microsoft.com/office/drawing/2014/main" id="{C93A54D8-F8AA-63D0-CB8F-775FDFE17F00}"/>
              </a:ext>
            </a:extLst>
          </p:cNvPr>
          <p:cNvGrpSpPr>
            <a:grpSpLocks noChangeAspect="1"/>
          </p:cNvGrpSpPr>
          <p:nvPr/>
        </p:nvGrpSpPr>
        <p:grpSpPr>
          <a:xfrm>
            <a:off x="999557" y="1453377"/>
            <a:ext cx="148067" cy="108000"/>
            <a:chOff x="7409659" y="2902132"/>
            <a:chExt cx="317047" cy="239471"/>
          </a:xfrm>
        </p:grpSpPr>
        <p:grpSp>
          <p:nvGrpSpPr>
            <p:cNvPr id="1742" name="그룹 1741">
              <a:extLst>
                <a:ext uri="{FF2B5EF4-FFF2-40B4-BE49-F238E27FC236}">
                  <a16:creationId xmlns:a16="http://schemas.microsoft.com/office/drawing/2014/main" id="{CC7A606A-800C-A3CB-F2FA-09157A28125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45" name="직선 연결선 322">
                <a:extLst>
                  <a:ext uri="{FF2B5EF4-FFF2-40B4-BE49-F238E27FC236}">
                    <a16:creationId xmlns:a16="http://schemas.microsoft.com/office/drawing/2014/main" id="{43803B2A-CAD9-5B4D-E25A-0A680F2BC9B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6" name="직선 연결선 323">
                <a:extLst>
                  <a:ext uri="{FF2B5EF4-FFF2-40B4-BE49-F238E27FC236}">
                    <a16:creationId xmlns:a16="http://schemas.microsoft.com/office/drawing/2014/main" id="{D2735B3A-4B5E-9B6B-929B-707FCD542B3E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7" name="직선 연결선 324">
                <a:extLst>
                  <a:ext uri="{FF2B5EF4-FFF2-40B4-BE49-F238E27FC236}">
                    <a16:creationId xmlns:a16="http://schemas.microsoft.com/office/drawing/2014/main" id="{3495B65B-601F-03AC-FCE5-6D21AFA23A9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43" name="직선 연결선 326">
              <a:extLst>
                <a:ext uri="{FF2B5EF4-FFF2-40B4-BE49-F238E27FC236}">
                  <a16:creationId xmlns:a16="http://schemas.microsoft.com/office/drawing/2014/main" id="{F5AF9D93-1EA2-787D-1768-BABDF666B11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44" name="타원 1743">
              <a:extLst>
                <a:ext uri="{FF2B5EF4-FFF2-40B4-BE49-F238E27FC236}">
                  <a16:creationId xmlns:a16="http://schemas.microsoft.com/office/drawing/2014/main" id="{39628791-DA10-B018-6E41-895B110FABB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1748" name="직선 연결선 351">
            <a:extLst>
              <a:ext uri="{FF2B5EF4-FFF2-40B4-BE49-F238E27FC236}">
                <a16:creationId xmlns:a16="http://schemas.microsoft.com/office/drawing/2014/main" id="{6DD54BB7-BB25-39C3-EA69-E9CEA3A959CF}"/>
              </a:ext>
            </a:extLst>
          </p:cNvPr>
          <p:cNvCxnSpPr>
            <a:cxnSpLocks/>
          </p:cNvCxnSpPr>
          <p:nvPr/>
        </p:nvCxnSpPr>
        <p:spPr>
          <a:xfrm>
            <a:off x="1082227" y="2868710"/>
            <a:ext cx="0" cy="108000"/>
          </a:xfrm>
          <a:prstGeom prst="line">
            <a:avLst/>
          </a:prstGeom>
          <a:ln w="63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49" name="그룹 1748">
            <a:extLst>
              <a:ext uri="{FF2B5EF4-FFF2-40B4-BE49-F238E27FC236}">
                <a16:creationId xmlns:a16="http://schemas.microsoft.com/office/drawing/2014/main" id="{E15D4939-76A3-04E1-1615-1218FE0E84C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7490" y="544830"/>
            <a:ext cx="148067" cy="108000"/>
            <a:chOff x="7409659" y="2902132"/>
            <a:chExt cx="317047" cy="239471"/>
          </a:xfrm>
        </p:grpSpPr>
        <p:grpSp>
          <p:nvGrpSpPr>
            <p:cNvPr id="1750" name="그룹 1749">
              <a:extLst>
                <a:ext uri="{FF2B5EF4-FFF2-40B4-BE49-F238E27FC236}">
                  <a16:creationId xmlns:a16="http://schemas.microsoft.com/office/drawing/2014/main" id="{F4845100-2FF8-2EBA-2B77-EDC204315FC5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53" name="직선 연결선 322">
                <a:extLst>
                  <a:ext uri="{FF2B5EF4-FFF2-40B4-BE49-F238E27FC236}">
                    <a16:creationId xmlns:a16="http://schemas.microsoft.com/office/drawing/2014/main" id="{B0CE671D-419C-E71D-643F-340A0B68643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4" name="직선 연결선 323">
                <a:extLst>
                  <a:ext uri="{FF2B5EF4-FFF2-40B4-BE49-F238E27FC236}">
                    <a16:creationId xmlns:a16="http://schemas.microsoft.com/office/drawing/2014/main" id="{34953797-D03A-8C05-5671-9996C2736F6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5" name="직선 연결선 324">
                <a:extLst>
                  <a:ext uri="{FF2B5EF4-FFF2-40B4-BE49-F238E27FC236}">
                    <a16:creationId xmlns:a16="http://schemas.microsoft.com/office/drawing/2014/main" id="{5FA70430-295C-DB78-9331-5CDC7453798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51" name="직선 연결선 326">
              <a:extLst>
                <a:ext uri="{FF2B5EF4-FFF2-40B4-BE49-F238E27FC236}">
                  <a16:creationId xmlns:a16="http://schemas.microsoft.com/office/drawing/2014/main" id="{93F0661F-0CA3-9FE5-A63A-8F2768665552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2" name="타원 1751">
              <a:extLst>
                <a:ext uri="{FF2B5EF4-FFF2-40B4-BE49-F238E27FC236}">
                  <a16:creationId xmlns:a16="http://schemas.microsoft.com/office/drawing/2014/main" id="{CE4A646A-408C-9F86-B4FE-26A00522DC5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6" name="그룹 1755">
            <a:extLst>
              <a:ext uri="{FF2B5EF4-FFF2-40B4-BE49-F238E27FC236}">
                <a16:creationId xmlns:a16="http://schemas.microsoft.com/office/drawing/2014/main" id="{1BA9581F-64AA-0957-1431-41371701272C}"/>
              </a:ext>
            </a:extLst>
          </p:cNvPr>
          <p:cNvGrpSpPr/>
          <p:nvPr/>
        </p:nvGrpSpPr>
        <p:grpSpPr>
          <a:xfrm rot="5400000">
            <a:off x="2822000" y="1644696"/>
            <a:ext cx="90979" cy="106796"/>
            <a:chOff x="4947906" y="3396192"/>
            <a:chExt cx="90979" cy="106796"/>
          </a:xfrm>
        </p:grpSpPr>
        <p:cxnSp>
          <p:nvCxnSpPr>
            <p:cNvPr id="1757" name="직선 연결선 326">
              <a:extLst>
                <a:ext uri="{FF2B5EF4-FFF2-40B4-BE49-F238E27FC236}">
                  <a16:creationId xmlns:a16="http://schemas.microsoft.com/office/drawing/2014/main" id="{E8A2D480-6626-11CB-46A5-7CA6E5D81EF2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8" name="타원 1757">
              <a:extLst>
                <a:ext uri="{FF2B5EF4-FFF2-40B4-BE49-F238E27FC236}">
                  <a16:creationId xmlns:a16="http://schemas.microsoft.com/office/drawing/2014/main" id="{4CF3514A-C6B8-CFD9-8C27-0CDDCE464D7F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59" name="그룹 1758">
            <a:extLst>
              <a:ext uri="{FF2B5EF4-FFF2-40B4-BE49-F238E27FC236}">
                <a16:creationId xmlns:a16="http://schemas.microsoft.com/office/drawing/2014/main" id="{065E9C80-FF7C-6542-293B-97E5A7A5FBED}"/>
              </a:ext>
            </a:extLst>
          </p:cNvPr>
          <p:cNvGrpSpPr/>
          <p:nvPr/>
        </p:nvGrpSpPr>
        <p:grpSpPr>
          <a:xfrm rot="5400000">
            <a:off x="1462134" y="1136243"/>
            <a:ext cx="90979" cy="106796"/>
            <a:chOff x="4947906" y="3396192"/>
            <a:chExt cx="90979" cy="106796"/>
          </a:xfrm>
        </p:grpSpPr>
        <p:cxnSp>
          <p:nvCxnSpPr>
            <p:cNvPr id="1760" name="직선 연결선 326">
              <a:extLst>
                <a:ext uri="{FF2B5EF4-FFF2-40B4-BE49-F238E27FC236}">
                  <a16:creationId xmlns:a16="http://schemas.microsoft.com/office/drawing/2014/main" id="{B4D83198-D682-B03E-D85F-A927DCC50FBD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1" name="타원 1760">
              <a:extLst>
                <a:ext uri="{FF2B5EF4-FFF2-40B4-BE49-F238E27FC236}">
                  <a16:creationId xmlns:a16="http://schemas.microsoft.com/office/drawing/2014/main" id="{D69A236C-D9B4-4C70-31AB-693BD798F55F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2" name="그룹 1761">
            <a:extLst>
              <a:ext uri="{FF2B5EF4-FFF2-40B4-BE49-F238E27FC236}">
                <a16:creationId xmlns:a16="http://schemas.microsoft.com/office/drawing/2014/main" id="{9BF1A6CD-C73F-9FF9-173E-ECF290D663D0}"/>
              </a:ext>
            </a:extLst>
          </p:cNvPr>
          <p:cNvGrpSpPr/>
          <p:nvPr/>
        </p:nvGrpSpPr>
        <p:grpSpPr>
          <a:xfrm rot="5400000">
            <a:off x="5622416" y="861248"/>
            <a:ext cx="90979" cy="106796"/>
            <a:chOff x="4947906" y="3396192"/>
            <a:chExt cx="90979" cy="106796"/>
          </a:xfrm>
        </p:grpSpPr>
        <p:cxnSp>
          <p:nvCxnSpPr>
            <p:cNvPr id="1763" name="직선 연결선 326">
              <a:extLst>
                <a:ext uri="{FF2B5EF4-FFF2-40B4-BE49-F238E27FC236}">
                  <a16:creationId xmlns:a16="http://schemas.microsoft.com/office/drawing/2014/main" id="{8AB376B7-7939-D105-F1EF-DA3996289AA3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4" name="타원 1763">
              <a:extLst>
                <a:ext uri="{FF2B5EF4-FFF2-40B4-BE49-F238E27FC236}">
                  <a16:creationId xmlns:a16="http://schemas.microsoft.com/office/drawing/2014/main" id="{B9E4250A-D372-1327-EB33-EB0EDB250CF8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67" name="그룹 1766">
            <a:extLst>
              <a:ext uri="{FF2B5EF4-FFF2-40B4-BE49-F238E27FC236}">
                <a16:creationId xmlns:a16="http://schemas.microsoft.com/office/drawing/2014/main" id="{56C8D6E6-8147-7A65-784A-68A6A7BF915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4875343" y="266461"/>
            <a:ext cx="148067" cy="108000"/>
            <a:chOff x="7409659" y="2902132"/>
            <a:chExt cx="317047" cy="239471"/>
          </a:xfrm>
        </p:grpSpPr>
        <p:grpSp>
          <p:nvGrpSpPr>
            <p:cNvPr id="1768" name="그룹 1767">
              <a:extLst>
                <a:ext uri="{FF2B5EF4-FFF2-40B4-BE49-F238E27FC236}">
                  <a16:creationId xmlns:a16="http://schemas.microsoft.com/office/drawing/2014/main" id="{B9E90DE6-CB48-D596-3EDC-08FBD0AC95A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1" name="직선 연결선 322">
                <a:extLst>
                  <a:ext uri="{FF2B5EF4-FFF2-40B4-BE49-F238E27FC236}">
                    <a16:creationId xmlns:a16="http://schemas.microsoft.com/office/drawing/2014/main" id="{F91423D1-179B-EC3F-72AE-D368EEEC89B0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2" name="직선 연결선 323">
                <a:extLst>
                  <a:ext uri="{FF2B5EF4-FFF2-40B4-BE49-F238E27FC236}">
                    <a16:creationId xmlns:a16="http://schemas.microsoft.com/office/drawing/2014/main" id="{666C9406-4B46-855D-E98C-35AF5E18652B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3" name="직선 연결선 324">
                <a:extLst>
                  <a:ext uri="{FF2B5EF4-FFF2-40B4-BE49-F238E27FC236}">
                    <a16:creationId xmlns:a16="http://schemas.microsoft.com/office/drawing/2014/main" id="{EB7605C9-FE7B-B477-2282-DBD60FBC556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9" name="직선 연결선 326">
              <a:extLst>
                <a:ext uri="{FF2B5EF4-FFF2-40B4-BE49-F238E27FC236}">
                  <a16:creationId xmlns:a16="http://schemas.microsoft.com/office/drawing/2014/main" id="{59C76509-14BB-ADC2-5482-7DFEA5EC1C27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0" name="타원 1769">
              <a:extLst>
                <a:ext uri="{FF2B5EF4-FFF2-40B4-BE49-F238E27FC236}">
                  <a16:creationId xmlns:a16="http://schemas.microsoft.com/office/drawing/2014/main" id="{5D1AC6CB-32C0-8FA0-792D-0DE092B53DB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74" name="그룹 1773">
            <a:extLst>
              <a:ext uri="{FF2B5EF4-FFF2-40B4-BE49-F238E27FC236}">
                <a16:creationId xmlns:a16="http://schemas.microsoft.com/office/drawing/2014/main" id="{4E10F2BE-55BB-A348-C93A-78834A99F993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235813" y="556494"/>
            <a:ext cx="148067" cy="108000"/>
            <a:chOff x="7409659" y="2902132"/>
            <a:chExt cx="317047" cy="239471"/>
          </a:xfrm>
        </p:grpSpPr>
        <p:grpSp>
          <p:nvGrpSpPr>
            <p:cNvPr id="1775" name="그룹 1774">
              <a:extLst>
                <a:ext uri="{FF2B5EF4-FFF2-40B4-BE49-F238E27FC236}">
                  <a16:creationId xmlns:a16="http://schemas.microsoft.com/office/drawing/2014/main" id="{06872EDA-ABAE-45B4-7C2C-4780D2D6A6D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78" name="직선 연결선 322">
                <a:extLst>
                  <a:ext uri="{FF2B5EF4-FFF2-40B4-BE49-F238E27FC236}">
                    <a16:creationId xmlns:a16="http://schemas.microsoft.com/office/drawing/2014/main" id="{1AC3570D-9A51-9833-5E7C-4A42DCFEB4D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9" name="직선 연결선 323">
                <a:extLst>
                  <a:ext uri="{FF2B5EF4-FFF2-40B4-BE49-F238E27FC236}">
                    <a16:creationId xmlns:a16="http://schemas.microsoft.com/office/drawing/2014/main" id="{B75A654D-BF45-DF14-B118-A47A78CC875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0" name="직선 연결선 324">
                <a:extLst>
                  <a:ext uri="{FF2B5EF4-FFF2-40B4-BE49-F238E27FC236}">
                    <a16:creationId xmlns:a16="http://schemas.microsoft.com/office/drawing/2014/main" id="{84ED0970-477C-7F5B-EBEA-F524D0A03FBA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6" name="직선 연결선 326">
              <a:extLst>
                <a:ext uri="{FF2B5EF4-FFF2-40B4-BE49-F238E27FC236}">
                  <a16:creationId xmlns:a16="http://schemas.microsoft.com/office/drawing/2014/main" id="{ED07AA9B-F5E2-477C-903D-816D5EF5B61F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77" name="타원 1776">
              <a:extLst>
                <a:ext uri="{FF2B5EF4-FFF2-40B4-BE49-F238E27FC236}">
                  <a16:creationId xmlns:a16="http://schemas.microsoft.com/office/drawing/2014/main" id="{4BDBC60A-5CEF-EA04-9150-5BDB659EF844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1" name="그룹 1780">
            <a:extLst>
              <a:ext uri="{FF2B5EF4-FFF2-40B4-BE49-F238E27FC236}">
                <a16:creationId xmlns:a16="http://schemas.microsoft.com/office/drawing/2014/main" id="{5960157D-EDF7-BD59-16F1-441BEC7E1F86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391607" y="1461750"/>
            <a:ext cx="148067" cy="108000"/>
            <a:chOff x="7409659" y="2902132"/>
            <a:chExt cx="317047" cy="239471"/>
          </a:xfrm>
        </p:grpSpPr>
        <p:grpSp>
          <p:nvGrpSpPr>
            <p:cNvPr id="1782" name="그룹 1781">
              <a:extLst>
                <a:ext uri="{FF2B5EF4-FFF2-40B4-BE49-F238E27FC236}">
                  <a16:creationId xmlns:a16="http://schemas.microsoft.com/office/drawing/2014/main" id="{5BF1EED2-ED3E-A10F-083F-8066A4F7B13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85" name="직선 연결선 322">
                <a:extLst>
                  <a:ext uri="{FF2B5EF4-FFF2-40B4-BE49-F238E27FC236}">
                    <a16:creationId xmlns:a16="http://schemas.microsoft.com/office/drawing/2014/main" id="{0DD05192-28A9-21BD-5CC6-234AA717BF2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6" name="직선 연결선 323">
                <a:extLst>
                  <a:ext uri="{FF2B5EF4-FFF2-40B4-BE49-F238E27FC236}">
                    <a16:creationId xmlns:a16="http://schemas.microsoft.com/office/drawing/2014/main" id="{72AC7387-C0B1-C098-6E0A-F9144456321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7" name="직선 연결선 324">
                <a:extLst>
                  <a:ext uri="{FF2B5EF4-FFF2-40B4-BE49-F238E27FC236}">
                    <a16:creationId xmlns:a16="http://schemas.microsoft.com/office/drawing/2014/main" id="{4DE4FBEE-9F19-4D3B-2644-A76412686328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83" name="직선 연결선 326">
              <a:extLst>
                <a:ext uri="{FF2B5EF4-FFF2-40B4-BE49-F238E27FC236}">
                  <a16:creationId xmlns:a16="http://schemas.microsoft.com/office/drawing/2014/main" id="{92EFEDD9-2BAF-5CB7-518F-0F3C37CC809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84" name="타원 1783">
              <a:extLst>
                <a:ext uri="{FF2B5EF4-FFF2-40B4-BE49-F238E27FC236}">
                  <a16:creationId xmlns:a16="http://schemas.microsoft.com/office/drawing/2014/main" id="{12E512A0-1D31-BA27-7BBA-1B43C3C02463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88" name="그룹 1787">
            <a:extLst>
              <a:ext uri="{FF2B5EF4-FFF2-40B4-BE49-F238E27FC236}">
                <a16:creationId xmlns:a16="http://schemas.microsoft.com/office/drawing/2014/main" id="{A55DBDEE-DA97-2E42-A5F8-A8CF5BFCA2E3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8499" y="5658592"/>
            <a:ext cx="148067" cy="108000"/>
            <a:chOff x="7409659" y="2902132"/>
            <a:chExt cx="317047" cy="239471"/>
          </a:xfrm>
        </p:grpSpPr>
        <p:grpSp>
          <p:nvGrpSpPr>
            <p:cNvPr id="1789" name="그룹 1788">
              <a:extLst>
                <a:ext uri="{FF2B5EF4-FFF2-40B4-BE49-F238E27FC236}">
                  <a16:creationId xmlns:a16="http://schemas.microsoft.com/office/drawing/2014/main" id="{83D12031-9BAE-B27C-20C7-758AA60C6C8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2" name="직선 연결선 322">
                <a:extLst>
                  <a:ext uri="{FF2B5EF4-FFF2-40B4-BE49-F238E27FC236}">
                    <a16:creationId xmlns:a16="http://schemas.microsoft.com/office/drawing/2014/main" id="{F4D6959F-C887-A11D-41C1-154B1195C4C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3" name="직선 연결선 323">
                <a:extLst>
                  <a:ext uri="{FF2B5EF4-FFF2-40B4-BE49-F238E27FC236}">
                    <a16:creationId xmlns:a16="http://schemas.microsoft.com/office/drawing/2014/main" id="{9C372230-736C-62B1-75F8-1C86D4B8102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94" name="직선 연결선 324">
                <a:extLst>
                  <a:ext uri="{FF2B5EF4-FFF2-40B4-BE49-F238E27FC236}">
                    <a16:creationId xmlns:a16="http://schemas.microsoft.com/office/drawing/2014/main" id="{E45E5349-5FE7-E6C7-FEF2-53A5AEDBD83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0" name="직선 연결선 326">
              <a:extLst>
                <a:ext uri="{FF2B5EF4-FFF2-40B4-BE49-F238E27FC236}">
                  <a16:creationId xmlns:a16="http://schemas.microsoft.com/office/drawing/2014/main" id="{02564910-E919-4027-F7C2-490580717CC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1" name="타원 1790">
              <a:extLst>
                <a:ext uri="{FF2B5EF4-FFF2-40B4-BE49-F238E27FC236}">
                  <a16:creationId xmlns:a16="http://schemas.microsoft.com/office/drawing/2014/main" id="{9B312F90-3795-83C0-D42B-4AE48CEA86A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795" name="그룹 1794">
            <a:extLst>
              <a:ext uri="{FF2B5EF4-FFF2-40B4-BE49-F238E27FC236}">
                <a16:creationId xmlns:a16="http://schemas.microsoft.com/office/drawing/2014/main" id="{5FEEF487-8AEF-C75A-059B-69E576BFC2E5}"/>
              </a:ext>
            </a:extLst>
          </p:cNvPr>
          <p:cNvGrpSpPr>
            <a:grpSpLocks noChangeAspect="1"/>
          </p:cNvGrpSpPr>
          <p:nvPr/>
        </p:nvGrpSpPr>
        <p:grpSpPr>
          <a:xfrm>
            <a:off x="5590097" y="4759125"/>
            <a:ext cx="148067" cy="108000"/>
            <a:chOff x="7409659" y="2902132"/>
            <a:chExt cx="317047" cy="239471"/>
          </a:xfrm>
        </p:grpSpPr>
        <p:grpSp>
          <p:nvGrpSpPr>
            <p:cNvPr id="1796" name="그룹 1795">
              <a:extLst>
                <a:ext uri="{FF2B5EF4-FFF2-40B4-BE49-F238E27FC236}">
                  <a16:creationId xmlns:a16="http://schemas.microsoft.com/office/drawing/2014/main" id="{E1A74449-C900-06A0-39BE-0E4F6D42ACF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799" name="직선 연결선 322">
                <a:extLst>
                  <a:ext uri="{FF2B5EF4-FFF2-40B4-BE49-F238E27FC236}">
                    <a16:creationId xmlns:a16="http://schemas.microsoft.com/office/drawing/2014/main" id="{7B2B64E1-482F-2505-42BC-DAE93AC6C2D5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0" name="직선 연결선 323">
                <a:extLst>
                  <a:ext uri="{FF2B5EF4-FFF2-40B4-BE49-F238E27FC236}">
                    <a16:creationId xmlns:a16="http://schemas.microsoft.com/office/drawing/2014/main" id="{46E2CFB1-35EF-0CFF-979E-EEF200B46DC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1" name="직선 연결선 324">
                <a:extLst>
                  <a:ext uri="{FF2B5EF4-FFF2-40B4-BE49-F238E27FC236}">
                    <a16:creationId xmlns:a16="http://schemas.microsoft.com/office/drawing/2014/main" id="{B237515E-E544-95FB-272A-BE3DF114B6C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97" name="직선 연결선 326">
              <a:extLst>
                <a:ext uri="{FF2B5EF4-FFF2-40B4-BE49-F238E27FC236}">
                  <a16:creationId xmlns:a16="http://schemas.microsoft.com/office/drawing/2014/main" id="{4FCA7E8A-03A2-1310-4714-36AA7B577DC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8" name="타원 1797">
              <a:extLst>
                <a:ext uri="{FF2B5EF4-FFF2-40B4-BE49-F238E27FC236}">
                  <a16:creationId xmlns:a16="http://schemas.microsoft.com/office/drawing/2014/main" id="{04CD47C4-FF1B-8483-F7B1-A703B42CFAD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2" name="그룹 1801">
            <a:extLst>
              <a:ext uri="{FF2B5EF4-FFF2-40B4-BE49-F238E27FC236}">
                <a16:creationId xmlns:a16="http://schemas.microsoft.com/office/drawing/2014/main" id="{9122AB0D-252D-582B-238E-3DB6ADB025E9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6143906" y="4468826"/>
            <a:ext cx="148067" cy="108000"/>
            <a:chOff x="7409659" y="2902132"/>
            <a:chExt cx="317047" cy="239471"/>
          </a:xfrm>
        </p:grpSpPr>
        <p:grpSp>
          <p:nvGrpSpPr>
            <p:cNvPr id="1803" name="그룹 1802">
              <a:extLst>
                <a:ext uri="{FF2B5EF4-FFF2-40B4-BE49-F238E27FC236}">
                  <a16:creationId xmlns:a16="http://schemas.microsoft.com/office/drawing/2014/main" id="{8F4012F0-0871-E907-62C0-AEDC12EBC571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06" name="직선 연결선 322">
                <a:extLst>
                  <a:ext uri="{FF2B5EF4-FFF2-40B4-BE49-F238E27FC236}">
                    <a16:creationId xmlns:a16="http://schemas.microsoft.com/office/drawing/2014/main" id="{4BE6CF48-09D0-7AFD-3F94-55C678D5C42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7" name="직선 연결선 323">
                <a:extLst>
                  <a:ext uri="{FF2B5EF4-FFF2-40B4-BE49-F238E27FC236}">
                    <a16:creationId xmlns:a16="http://schemas.microsoft.com/office/drawing/2014/main" id="{B377734A-7476-33C2-F94D-E0CEF325B52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8" name="직선 연결선 324">
                <a:extLst>
                  <a:ext uri="{FF2B5EF4-FFF2-40B4-BE49-F238E27FC236}">
                    <a16:creationId xmlns:a16="http://schemas.microsoft.com/office/drawing/2014/main" id="{895C37D3-04CA-C694-75CE-C3021177EBA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04" name="직선 연결선 326">
              <a:extLst>
                <a:ext uri="{FF2B5EF4-FFF2-40B4-BE49-F238E27FC236}">
                  <a16:creationId xmlns:a16="http://schemas.microsoft.com/office/drawing/2014/main" id="{852E58F0-9634-4352-3C38-20D0E7CB3714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05" name="타원 1804">
              <a:extLst>
                <a:ext uri="{FF2B5EF4-FFF2-40B4-BE49-F238E27FC236}">
                  <a16:creationId xmlns:a16="http://schemas.microsoft.com/office/drawing/2014/main" id="{88B3E5DB-99A3-A9AD-ADEB-294B79327C3E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09" name="그룹 1808">
            <a:extLst>
              <a:ext uri="{FF2B5EF4-FFF2-40B4-BE49-F238E27FC236}">
                <a16:creationId xmlns:a16="http://schemas.microsoft.com/office/drawing/2014/main" id="{E03FAC70-D8E7-0370-A1DF-7735051288AF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20071" y="5332821"/>
            <a:ext cx="148067" cy="108000"/>
            <a:chOff x="7409659" y="2902132"/>
            <a:chExt cx="317047" cy="239471"/>
          </a:xfrm>
        </p:grpSpPr>
        <p:grpSp>
          <p:nvGrpSpPr>
            <p:cNvPr id="1810" name="그룹 1809">
              <a:extLst>
                <a:ext uri="{FF2B5EF4-FFF2-40B4-BE49-F238E27FC236}">
                  <a16:creationId xmlns:a16="http://schemas.microsoft.com/office/drawing/2014/main" id="{8DC9E827-6E07-7991-A779-F1DE92C2293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13" name="직선 연결선 322">
                <a:extLst>
                  <a:ext uri="{FF2B5EF4-FFF2-40B4-BE49-F238E27FC236}">
                    <a16:creationId xmlns:a16="http://schemas.microsoft.com/office/drawing/2014/main" id="{B5E12DE3-CAD2-B581-5167-CE035D9908A6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4" name="직선 연결선 323">
                <a:extLst>
                  <a:ext uri="{FF2B5EF4-FFF2-40B4-BE49-F238E27FC236}">
                    <a16:creationId xmlns:a16="http://schemas.microsoft.com/office/drawing/2014/main" id="{4B9ABCD1-6B17-E683-ECEF-FA9803278C3F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5" name="직선 연결선 324">
                <a:extLst>
                  <a:ext uri="{FF2B5EF4-FFF2-40B4-BE49-F238E27FC236}">
                    <a16:creationId xmlns:a16="http://schemas.microsoft.com/office/drawing/2014/main" id="{D640D466-4A17-AE1F-2BE8-A38648BBE79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1" name="직선 연결선 326">
              <a:extLst>
                <a:ext uri="{FF2B5EF4-FFF2-40B4-BE49-F238E27FC236}">
                  <a16:creationId xmlns:a16="http://schemas.microsoft.com/office/drawing/2014/main" id="{34E81993-75B3-FC6B-3983-154B8CC17376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2" name="타원 1811">
              <a:extLst>
                <a:ext uri="{FF2B5EF4-FFF2-40B4-BE49-F238E27FC236}">
                  <a16:creationId xmlns:a16="http://schemas.microsoft.com/office/drawing/2014/main" id="{C2258401-949F-7B58-7EF8-BF9EB3DE169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16" name="그룹 1815">
            <a:extLst>
              <a:ext uri="{FF2B5EF4-FFF2-40B4-BE49-F238E27FC236}">
                <a16:creationId xmlns:a16="http://schemas.microsoft.com/office/drawing/2014/main" id="{6566A8D5-5BD5-B308-7A9D-3255092D64EF}"/>
              </a:ext>
            </a:extLst>
          </p:cNvPr>
          <p:cNvGrpSpPr>
            <a:grpSpLocks noChangeAspect="1"/>
          </p:cNvGrpSpPr>
          <p:nvPr/>
        </p:nvGrpSpPr>
        <p:grpSpPr>
          <a:xfrm>
            <a:off x="4843039" y="5500842"/>
            <a:ext cx="148067" cy="108000"/>
            <a:chOff x="7409659" y="2902132"/>
            <a:chExt cx="317047" cy="239471"/>
          </a:xfrm>
        </p:grpSpPr>
        <p:grpSp>
          <p:nvGrpSpPr>
            <p:cNvPr id="1817" name="그룹 1816">
              <a:extLst>
                <a:ext uri="{FF2B5EF4-FFF2-40B4-BE49-F238E27FC236}">
                  <a16:creationId xmlns:a16="http://schemas.microsoft.com/office/drawing/2014/main" id="{95CA2385-7EA1-B006-CA56-EDDA170CC6A0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0" name="직선 연결선 322">
                <a:extLst>
                  <a:ext uri="{FF2B5EF4-FFF2-40B4-BE49-F238E27FC236}">
                    <a16:creationId xmlns:a16="http://schemas.microsoft.com/office/drawing/2014/main" id="{9A87B997-E3A3-422E-BCAD-287A688AFFA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1" name="직선 연결선 323">
                <a:extLst>
                  <a:ext uri="{FF2B5EF4-FFF2-40B4-BE49-F238E27FC236}">
                    <a16:creationId xmlns:a16="http://schemas.microsoft.com/office/drawing/2014/main" id="{FB0E8D09-4B64-955F-257D-565817A2A33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2" name="직선 연결선 324">
                <a:extLst>
                  <a:ext uri="{FF2B5EF4-FFF2-40B4-BE49-F238E27FC236}">
                    <a16:creationId xmlns:a16="http://schemas.microsoft.com/office/drawing/2014/main" id="{1CD502D0-4309-373A-8141-3EBE0D98C1D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18" name="직선 연결선 326">
              <a:extLst>
                <a:ext uri="{FF2B5EF4-FFF2-40B4-BE49-F238E27FC236}">
                  <a16:creationId xmlns:a16="http://schemas.microsoft.com/office/drawing/2014/main" id="{48F232E0-A78D-0673-2ABF-64976275EAE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19" name="타원 1818">
              <a:extLst>
                <a:ext uri="{FF2B5EF4-FFF2-40B4-BE49-F238E27FC236}">
                  <a16:creationId xmlns:a16="http://schemas.microsoft.com/office/drawing/2014/main" id="{6CF2A4DB-8DCA-3EAB-5A59-87C778E55158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23" name="그룹 1822">
            <a:extLst>
              <a:ext uri="{FF2B5EF4-FFF2-40B4-BE49-F238E27FC236}">
                <a16:creationId xmlns:a16="http://schemas.microsoft.com/office/drawing/2014/main" id="{ADF63542-CFAB-E06E-8F78-32E75F4BDDD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19239" y="4155496"/>
            <a:ext cx="148067" cy="108000"/>
            <a:chOff x="7409659" y="2902132"/>
            <a:chExt cx="317047" cy="239471"/>
          </a:xfrm>
        </p:grpSpPr>
        <p:grpSp>
          <p:nvGrpSpPr>
            <p:cNvPr id="1824" name="그룹 1823">
              <a:extLst>
                <a:ext uri="{FF2B5EF4-FFF2-40B4-BE49-F238E27FC236}">
                  <a16:creationId xmlns:a16="http://schemas.microsoft.com/office/drawing/2014/main" id="{8203B2FF-FF79-385A-A8CF-8F908F4731A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27" name="직선 연결선 322">
                <a:extLst>
                  <a:ext uri="{FF2B5EF4-FFF2-40B4-BE49-F238E27FC236}">
                    <a16:creationId xmlns:a16="http://schemas.microsoft.com/office/drawing/2014/main" id="{1117D238-6317-8E1F-B85B-F0F76ABB3C5A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8" name="직선 연결선 323">
                <a:extLst>
                  <a:ext uri="{FF2B5EF4-FFF2-40B4-BE49-F238E27FC236}">
                    <a16:creationId xmlns:a16="http://schemas.microsoft.com/office/drawing/2014/main" id="{CEA5B503-EA9D-BAB1-B561-4B33FBA1A2B2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9" name="직선 연결선 324">
                <a:extLst>
                  <a:ext uri="{FF2B5EF4-FFF2-40B4-BE49-F238E27FC236}">
                    <a16:creationId xmlns:a16="http://schemas.microsoft.com/office/drawing/2014/main" id="{22754F69-14A1-8E0F-A60C-54FD6136CB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25" name="직선 연결선 326">
              <a:extLst>
                <a:ext uri="{FF2B5EF4-FFF2-40B4-BE49-F238E27FC236}">
                  <a16:creationId xmlns:a16="http://schemas.microsoft.com/office/drawing/2014/main" id="{BFF8D51E-C062-15B6-AC82-B9CB95F2092E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6" name="타원 1825">
              <a:extLst>
                <a:ext uri="{FF2B5EF4-FFF2-40B4-BE49-F238E27FC236}">
                  <a16:creationId xmlns:a16="http://schemas.microsoft.com/office/drawing/2014/main" id="{E9D8FA16-6334-F402-E867-4FB86888B770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0" name="그룹 1829">
            <a:extLst>
              <a:ext uri="{FF2B5EF4-FFF2-40B4-BE49-F238E27FC236}">
                <a16:creationId xmlns:a16="http://schemas.microsoft.com/office/drawing/2014/main" id="{E34B9E13-3B0D-F58B-744F-91825F2C5871}"/>
              </a:ext>
            </a:extLst>
          </p:cNvPr>
          <p:cNvGrpSpPr>
            <a:grpSpLocks noChangeAspect="1"/>
          </p:cNvGrpSpPr>
          <p:nvPr/>
        </p:nvGrpSpPr>
        <p:grpSpPr>
          <a:xfrm>
            <a:off x="9004861" y="1086714"/>
            <a:ext cx="148067" cy="108000"/>
            <a:chOff x="7409659" y="2902132"/>
            <a:chExt cx="317047" cy="239471"/>
          </a:xfrm>
        </p:grpSpPr>
        <p:grpSp>
          <p:nvGrpSpPr>
            <p:cNvPr id="1831" name="그룹 1830">
              <a:extLst>
                <a:ext uri="{FF2B5EF4-FFF2-40B4-BE49-F238E27FC236}">
                  <a16:creationId xmlns:a16="http://schemas.microsoft.com/office/drawing/2014/main" id="{B5C92E90-0EA8-5408-8716-784C5DCBA20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34" name="직선 연결선 322">
                <a:extLst>
                  <a:ext uri="{FF2B5EF4-FFF2-40B4-BE49-F238E27FC236}">
                    <a16:creationId xmlns:a16="http://schemas.microsoft.com/office/drawing/2014/main" id="{264D2972-EDD7-9784-D94A-ACE1DAA0B151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5" name="직선 연결선 323">
                <a:extLst>
                  <a:ext uri="{FF2B5EF4-FFF2-40B4-BE49-F238E27FC236}">
                    <a16:creationId xmlns:a16="http://schemas.microsoft.com/office/drawing/2014/main" id="{C7B1F2AB-A79F-D0DF-F5CD-9DDF49DA8A9D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6" name="직선 연결선 324">
                <a:extLst>
                  <a:ext uri="{FF2B5EF4-FFF2-40B4-BE49-F238E27FC236}">
                    <a16:creationId xmlns:a16="http://schemas.microsoft.com/office/drawing/2014/main" id="{200C3E78-55AE-CF82-1DCC-CED9B6FA391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2" name="직선 연결선 326">
              <a:extLst>
                <a:ext uri="{FF2B5EF4-FFF2-40B4-BE49-F238E27FC236}">
                  <a16:creationId xmlns:a16="http://schemas.microsoft.com/office/drawing/2014/main" id="{BB1B4D58-16BC-2D40-9CE2-8F5BECFB7E4C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3" name="타원 1832">
              <a:extLst>
                <a:ext uri="{FF2B5EF4-FFF2-40B4-BE49-F238E27FC236}">
                  <a16:creationId xmlns:a16="http://schemas.microsoft.com/office/drawing/2014/main" id="{D043046D-0A7E-C893-4AD9-6C7D855073D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37" name="그룹 1836">
            <a:extLst>
              <a:ext uri="{FF2B5EF4-FFF2-40B4-BE49-F238E27FC236}">
                <a16:creationId xmlns:a16="http://schemas.microsoft.com/office/drawing/2014/main" id="{00875BAA-E7FD-7F69-D17B-2CF87E52F92D}"/>
              </a:ext>
            </a:extLst>
          </p:cNvPr>
          <p:cNvGrpSpPr>
            <a:grpSpLocks noChangeAspect="1"/>
          </p:cNvGrpSpPr>
          <p:nvPr/>
        </p:nvGrpSpPr>
        <p:grpSpPr>
          <a:xfrm>
            <a:off x="9000094" y="1243877"/>
            <a:ext cx="148067" cy="108000"/>
            <a:chOff x="7409659" y="2902132"/>
            <a:chExt cx="317047" cy="239471"/>
          </a:xfrm>
        </p:grpSpPr>
        <p:grpSp>
          <p:nvGrpSpPr>
            <p:cNvPr id="1838" name="그룹 1837">
              <a:extLst>
                <a:ext uri="{FF2B5EF4-FFF2-40B4-BE49-F238E27FC236}">
                  <a16:creationId xmlns:a16="http://schemas.microsoft.com/office/drawing/2014/main" id="{F90D23B4-6A22-6642-DD3E-33BB78C9AEDE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1" name="직선 연결선 322">
                <a:extLst>
                  <a:ext uri="{FF2B5EF4-FFF2-40B4-BE49-F238E27FC236}">
                    <a16:creationId xmlns:a16="http://schemas.microsoft.com/office/drawing/2014/main" id="{DA77B743-8DB1-30C3-A7F4-0F83CEA48B5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2" name="직선 연결선 323">
                <a:extLst>
                  <a:ext uri="{FF2B5EF4-FFF2-40B4-BE49-F238E27FC236}">
                    <a16:creationId xmlns:a16="http://schemas.microsoft.com/office/drawing/2014/main" id="{B6E00DBC-309B-02FE-9CCA-4E330B08954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3" name="직선 연결선 324">
                <a:extLst>
                  <a:ext uri="{FF2B5EF4-FFF2-40B4-BE49-F238E27FC236}">
                    <a16:creationId xmlns:a16="http://schemas.microsoft.com/office/drawing/2014/main" id="{225CAD7E-2B68-F81B-546A-3ADD0991E3B9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39" name="직선 연결선 326">
              <a:extLst>
                <a:ext uri="{FF2B5EF4-FFF2-40B4-BE49-F238E27FC236}">
                  <a16:creationId xmlns:a16="http://schemas.microsoft.com/office/drawing/2014/main" id="{2FC87BED-AACB-0937-5955-CF5C2C1EB32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0" name="타원 1839">
              <a:extLst>
                <a:ext uri="{FF2B5EF4-FFF2-40B4-BE49-F238E27FC236}">
                  <a16:creationId xmlns:a16="http://schemas.microsoft.com/office/drawing/2014/main" id="{9DE00397-B3AD-5F01-DAAE-17AB59078DB2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44" name="그룹 1843">
            <a:extLst>
              <a:ext uri="{FF2B5EF4-FFF2-40B4-BE49-F238E27FC236}">
                <a16:creationId xmlns:a16="http://schemas.microsoft.com/office/drawing/2014/main" id="{222902D5-F2F4-1308-A6DA-394A13D00B54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4747310" y="2361483"/>
            <a:ext cx="148067" cy="108000"/>
            <a:chOff x="7409659" y="2902132"/>
            <a:chExt cx="317047" cy="239471"/>
          </a:xfrm>
        </p:grpSpPr>
        <p:grpSp>
          <p:nvGrpSpPr>
            <p:cNvPr id="1845" name="그룹 1844">
              <a:extLst>
                <a:ext uri="{FF2B5EF4-FFF2-40B4-BE49-F238E27FC236}">
                  <a16:creationId xmlns:a16="http://schemas.microsoft.com/office/drawing/2014/main" id="{38B363DB-410F-B957-0627-7D663BDC2DDC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48" name="직선 연결선 322">
                <a:extLst>
                  <a:ext uri="{FF2B5EF4-FFF2-40B4-BE49-F238E27FC236}">
                    <a16:creationId xmlns:a16="http://schemas.microsoft.com/office/drawing/2014/main" id="{4948867C-6749-4825-ACEA-F552F76AE903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9" name="직선 연결선 323">
                <a:extLst>
                  <a:ext uri="{FF2B5EF4-FFF2-40B4-BE49-F238E27FC236}">
                    <a16:creationId xmlns:a16="http://schemas.microsoft.com/office/drawing/2014/main" id="{C395093D-BD98-1F2D-2BB8-6974494D356C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0" name="직선 연결선 324">
                <a:extLst>
                  <a:ext uri="{FF2B5EF4-FFF2-40B4-BE49-F238E27FC236}">
                    <a16:creationId xmlns:a16="http://schemas.microsoft.com/office/drawing/2014/main" id="{646B2A61-C4DF-35F1-33CF-3520125253C3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6" name="직선 연결선 326">
              <a:extLst>
                <a:ext uri="{FF2B5EF4-FFF2-40B4-BE49-F238E27FC236}">
                  <a16:creationId xmlns:a16="http://schemas.microsoft.com/office/drawing/2014/main" id="{48B51C2A-CC3A-4750-6279-52E733BFE06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47" name="타원 1846">
              <a:extLst>
                <a:ext uri="{FF2B5EF4-FFF2-40B4-BE49-F238E27FC236}">
                  <a16:creationId xmlns:a16="http://schemas.microsoft.com/office/drawing/2014/main" id="{A4166641-CE70-C6A9-A78D-DC43A9E3A0FA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1" name="그룹 1850">
            <a:extLst>
              <a:ext uri="{FF2B5EF4-FFF2-40B4-BE49-F238E27FC236}">
                <a16:creationId xmlns:a16="http://schemas.microsoft.com/office/drawing/2014/main" id="{CE253B40-CFE6-FB65-F6CC-DDF723A4A668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934856" y="1781417"/>
            <a:ext cx="148067" cy="108000"/>
            <a:chOff x="7409659" y="2902132"/>
            <a:chExt cx="317047" cy="239471"/>
          </a:xfrm>
        </p:grpSpPr>
        <p:grpSp>
          <p:nvGrpSpPr>
            <p:cNvPr id="1852" name="그룹 1851">
              <a:extLst>
                <a:ext uri="{FF2B5EF4-FFF2-40B4-BE49-F238E27FC236}">
                  <a16:creationId xmlns:a16="http://schemas.microsoft.com/office/drawing/2014/main" id="{CE9F7CB0-854F-9A4C-A8C3-F50D87B9DEA6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55" name="직선 연결선 322">
                <a:extLst>
                  <a:ext uri="{FF2B5EF4-FFF2-40B4-BE49-F238E27FC236}">
                    <a16:creationId xmlns:a16="http://schemas.microsoft.com/office/drawing/2014/main" id="{F1752746-0978-D0BE-59D9-9D21CD5DD5BC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6" name="직선 연결선 323">
                <a:extLst>
                  <a:ext uri="{FF2B5EF4-FFF2-40B4-BE49-F238E27FC236}">
                    <a16:creationId xmlns:a16="http://schemas.microsoft.com/office/drawing/2014/main" id="{885220CB-ED35-2361-597F-D0D492C86D5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7" name="직선 연결선 324">
                <a:extLst>
                  <a:ext uri="{FF2B5EF4-FFF2-40B4-BE49-F238E27FC236}">
                    <a16:creationId xmlns:a16="http://schemas.microsoft.com/office/drawing/2014/main" id="{F2F3C2CE-547C-38EA-FD7A-90CE688D2895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53" name="직선 연결선 326">
              <a:extLst>
                <a:ext uri="{FF2B5EF4-FFF2-40B4-BE49-F238E27FC236}">
                  <a16:creationId xmlns:a16="http://schemas.microsoft.com/office/drawing/2014/main" id="{4AC87DF8-DADA-1C08-1E0B-6AD09377B07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54" name="타원 1853">
              <a:extLst>
                <a:ext uri="{FF2B5EF4-FFF2-40B4-BE49-F238E27FC236}">
                  <a16:creationId xmlns:a16="http://schemas.microsoft.com/office/drawing/2014/main" id="{AFA2E401-9EFA-17A6-91F8-08FF1860C6C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58" name="그룹 1857">
            <a:extLst>
              <a:ext uri="{FF2B5EF4-FFF2-40B4-BE49-F238E27FC236}">
                <a16:creationId xmlns:a16="http://schemas.microsoft.com/office/drawing/2014/main" id="{8D42F084-BAF4-4ECF-3435-A7D5D44B3A57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4153872" y="6207475"/>
            <a:ext cx="148067" cy="108000"/>
            <a:chOff x="7409659" y="2902132"/>
            <a:chExt cx="317047" cy="239471"/>
          </a:xfrm>
        </p:grpSpPr>
        <p:grpSp>
          <p:nvGrpSpPr>
            <p:cNvPr id="1859" name="그룹 1858">
              <a:extLst>
                <a:ext uri="{FF2B5EF4-FFF2-40B4-BE49-F238E27FC236}">
                  <a16:creationId xmlns:a16="http://schemas.microsoft.com/office/drawing/2014/main" id="{B7DDC12A-4C55-89CD-0540-0501E7B5B303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2" name="직선 연결선 322">
                <a:extLst>
                  <a:ext uri="{FF2B5EF4-FFF2-40B4-BE49-F238E27FC236}">
                    <a16:creationId xmlns:a16="http://schemas.microsoft.com/office/drawing/2014/main" id="{38BCB65E-0B4C-8865-4C8C-77F86EB1D93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3" name="직선 연결선 323">
                <a:extLst>
                  <a:ext uri="{FF2B5EF4-FFF2-40B4-BE49-F238E27FC236}">
                    <a16:creationId xmlns:a16="http://schemas.microsoft.com/office/drawing/2014/main" id="{8467D092-CE32-7B81-5106-78C409A5CE8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4" name="직선 연결선 324">
                <a:extLst>
                  <a:ext uri="{FF2B5EF4-FFF2-40B4-BE49-F238E27FC236}">
                    <a16:creationId xmlns:a16="http://schemas.microsoft.com/office/drawing/2014/main" id="{E1F649C1-5091-1771-2095-2972AC6D8AE6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0" name="직선 연결선 326">
              <a:extLst>
                <a:ext uri="{FF2B5EF4-FFF2-40B4-BE49-F238E27FC236}">
                  <a16:creationId xmlns:a16="http://schemas.microsoft.com/office/drawing/2014/main" id="{25852425-4461-2FF2-6918-2924F43019D1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1" name="타원 1860">
              <a:extLst>
                <a:ext uri="{FF2B5EF4-FFF2-40B4-BE49-F238E27FC236}">
                  <a16:creationId xmlns:a16="http://schemas.microsoft.com/office/drawing/2014/main" id="{FA360266-A933-D8F1-5303-A6AFD89853FC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65" name="그룹 1864">
            <a:extLst>
              <a:ext uri="{FF2B5EF4-FFF2-40B4-BE49-F238E27FC236}">
                <a16:creationId xmlns:a16="http://schemas.microsoft.com/office/drawing/2014/main" id="{B1C26FFC-89FE-8AA7-50F9-B3812D619BCC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6019" y="6073546"/>
            <a:ext cx="148067" cy="108000"/>
            <a:chOff x="7409659" y="2902132"/>
            <a:chExt cx="317047" cy="239471"/>
          </a:xfrm>
        </p:grpSpPr>
        <p:grpSp>
          <p:nvGrpSpPr>
            <p:cNvPr id="1866" name="그룹 1865">
              <a:extLst>
                <a:ext uri="{FF2B5EF4-FFF2-40B4-BE49-F238E27FC236}">
                  <a16:creationId xmlns:a16="http://schemas.microsoft.com/office/drawing/2014/main" id="{6D601CE2-AB77-8CF2-057E-09EA4D0E9B47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69" name="직선 연결선 322">
                <a:extLst>
                  <a:ext uri="{FF2B5EF4-FFF2-40B4-BE49-F238E27FC236}">
                    <a16:creationId xmlns:a16="http://schemas.microsoft.com/office/drawing/2014/main" id="{E4B99B2E-7AED-9F21-CF39-07CF02BBAB9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0" name="직선 연결선 323">
                <a:extLst>
                  <a:ext uri="{FF2B5EF4-FFF2-40B4-BE49-F238E27FC236}">
                    <a16:creationId xmlns:a16="http://schemas.microsoft.com/office/drawing/2014/main" id="{FCDC1783-41A1-86B1-08F8-E40C4DD545F8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1" name="직선 연결선 324">
                <a:extLst>
                  <a:ext uri="{FF2B5EF4-FFF2-40B4-BE49-F238E27FC236}">
                    <a16:creationId xmlns:a16="http://schemas.microsoft.com/office/drawing/2014/main" id="{CD468946-8E3C-5628-0094-0532B339931C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67" name="직선 연결선 326">
              <a:extLst>
                <a:ext uri="{FF2B5EF4-FFF2-40B4-BE49-F238E27FC236}">
                  <a16:creationId xmlns:a16="http://schemas.microsoft.com/office/drawing/2014/main" id="{A8907B9C-A2F2-6570-D749-34A33D49BA78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68" name="타원 1867">
              <a:extLst>
                <a:ext uri="{FF2B5EF4-FFF2-40B4-BE49-F238E27FC236}">
                  <a16:creationId xmlns:a16="http://schemas.microsoft.com/office/drawing/2014/main" id="{C5F39546-C83E-F750-F25E-0988C3DA070F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2" name="그룹 1871">
            <a:extLst>
              <a:ext uri="{FF2B5EF4-FFF2-40B4-BE49-F238E27FC236}">
                <a16:creationId xmlns:a16="http://schemas.microsoft.com/office/drawing/2014/main" id="{65AD0B11-909C-83D4-629C-890B0C23624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3225506" y="5072535"/>
            <a:ext cx="148067" cy="108000"/>
            <a:chOff x="7409659" y="2902132"/>
            <a:chExt cx="317047" cy="239471"/>
          </a:xfrm>
        </p:grpSpPr>
        <p:grpSp>
          <p:nvGrpSpPr>
            <p:cNvPr id="1873" name="그룹 1872">
              <a:extLst>
                <a:ext uri="{FF2B5EF4-FFF2-40B4-BE49-F238E27FC236}">
                  <a16:creationId xmlns:a16="http://schemas.microsoft.com/office/drawing/2014/main" id="{B2343342-C2AD-527C-C462-4D8A76CAE55F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76" name="직선 연결선 322">
                <a:extLst>
                  <a:ext uri="{FF2B5EF4-FFF2-40B4-BE49-F238E27FC236}">
                    <a16:creationId xmlns:a16="http://schemas.microsoft.com/office/drawing/2014/main" id="{EF94B2A6-59D2-166D-184D-8259C4A93F58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7" name="직선 연결선 323">
                <a:extLst>
                  <a:ext uri="{FF2B5EF4-FFF2-40B4-BE49-F238E27FC236}">
                    <a16:creationId xmlns:a16="http://schemas.microsoft.com/office/drawing/2014/main" id="{820DFD01-818A-12CF-E14E-02D2E11F399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78" name="직선 연결선 324">
                <a:extLst>
                  <a:ext uri="{FF2B5EF4-FFF2-40B4-BE49-F238E27FC236}">
                    <a16:creationId xmlns:a16="http://schemas.microsoft.com/office/drawing/2014/main" id="{B889D846-F711-BCE7-1207-35FF9E1173BF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74" name="직선 연결선 326">
              <a:extLst>
                <a:ext uri="{FF2B5EF4-FFF2-40B4-BE49-F238E27FC236}">
                  <a16:creationId xmlns:a16="http://schemas.microsoft.com/office/drawing/2014/main" id="{4031C501-1BF4-680C-CDD3-554A135D7CE5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75" name="타원 1874">
              <a:extLst>
                <a:ext uri="{FF2B5EF4-FFF2-40B4-BE49-F238E27FC236}">
                  <a16:creationId xmlns:a16="http://schemas.microsoft.com/office/drawing/2014/main" id="{30E9A0D2-817B-1966-E718-09FE6331E66B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79" name="그룹 1878">
            <a:extLst>
              <a:ext uri="{FF2B5EF4-FFF2-40B4-BE49-F238E27FC236}">
                <a16:creationId xmlns:a16="http://schemas.microsoft.com/office/drawing/2014/main" id="{826678BE-CB70-7372-318A-6C37C2AE6316}"/>
              </a:ext>
            </a:extLst>
          </p:cNvPr>
          <p:cNvGrpSpPr>
            <a:grpSpLocks noChangeAspect="1"/>
          </p:cNvGrpSpPr>
          <p:nvPr/>
        </p:nvGrpSpPr>
        <p:grpSpPr>
          <a:xfrm rot="5400000">
            <a:off x="1433590" y="4456295"/>
            <a:ext cx="148067" cy="108000"/>
            <a:chOff x="7409659" y="2902132"/>
            <a:chExt cx="317047" cy="239471"/>
          </a:xfrm>
        </p:grpSpPr>
        <p:grpSp>
          <p:nvGrpSpPr>
            <p:cNvPr id="1880" name="그룹 1879">
              <a:extLst>
                <a:ext uri="{FF2B5EF4-FFF2-40B4-BE49-F238E27FC236}">
                  <a16:creationId xmlns:a16="http://schemas.microsoft.com/office/drawing/2014/main" id="{194BFE12-6322-DE95-2B0D-C234BA4558A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83" name="직선 연결선 322">
                <a:extLst>
                  <a:ext uri="{FF2B5EF4-FFF2-40B4-BE49-F238E27FC236}">
                    <a16:creationId xmlns:a16="http://schemas.microsoft.com/office/drawing/2014/main" id="{7A89BA86-54D3-5501-1B61-20F413F21B2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4" name="직선 연결선 323">
                <a:extLst>
                  <a:ext uri="{FF2B5EF4-FFF2-40B4-BE49-F238E27FC236}">
                    <a16:creationId xmlns:a16="http://schemas.microsoft.com/office/drawing/2014/main" id="{DA579779-B5A7-4D97-3D10-0D3E54164F29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5" name="직선 연결선 324">
                <a:extLst>
                  <a:ext uri="{FF2B5EF4-FFF2-40B4-BE49-F238E27FC236}">
                    <a16:creationId xmlns:a16="http://schemas.microsoft.com/office/drawing/2014/main" id="{843245EC-DE2B-9B67-E922-DCE12FE857AD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81" name="직선 연결선 326">
              <a:extLst>
                <a:ext uri="{FF2B5EF4-FFF2-40B4-BE49-F238E27FC236}">
                  <a16:creationId xmlns:a16="http://schemas.microsoft.com/office/drawing/2014/main" id="{F43445EB-A8D8-3A05-B259-F27DD712EA4B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2" name="타원 1881">
              <a:extLst>
                <a:ext uri="{FF2B5EF4-FFF2-40B4-BE49-F238E27FC236}">
                  <a16:creationId xmlns:a16="http://schemas.microsoft.com/office/drawing/2014/main" id="{48EA18B7-5D2A-25C1-3AA0-2842C504AE67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6" name="그룹 1885">
            <a:extLst>
              <a:ext uri="{FF2B5EF4-FFF2-40B4-BE49-F238E27FC236}">
                <a16:creationId xmlns:a16="http://schemas.microsoft.com/office/drawing/2014/main" id="{F4ACBBDB-021B-D977-C2E7-EF26D4FC3339}"/>
              </a:ext>
            </a:extLst>
          </p:cNvPr>
          <p:cNvGrpSpPr/>
          <p:nvPr/>
        </p:nvGrpSpPr>
        <p:grpSpPr>
          <a:xfrm rot="5400000">
            <a:off x="3962074" y="5338573"/>
            <a:ext cx="90979" cy="106796"/>
            <a:chOff x="4947906" y="3396192"/>
            <a:chExt cx="90979" cy="106796"/>
          </a:xfrm>
        </p:grpSpPr>
        <p:cxnSp>
          <p:nvCxnSpPr>
            <p:cNvPr id="1887" name="직선 연결선 326">
              <a:extLst>
                <a:ext uri="{FF2B5EF4-FFF2-40B4-BE49-F238E27FC236}">
                  <a16:creationId xmlns:a16="http://schemas.microsoft.com/office/drawing/2014/main" id="{D0407E16-3C37-2764-FB4D-B502C2C2A6C5}"/>
                </a:ext>
              </a:extLst>
            </p:cNvPr>
            <p:cNvCxnSpPr/>
            <p:nvPr/>
          </p:nvCxnSpPr>
          <p:spPr>
            <a:xfrm>
              <a:off x="5038885" y="3396192"/>
              <a:ext cx="0" cy="10679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88" name="타원 1887">
              <a:extLst>
                <a:ext uri="{FF2B5EF4-FFF2-40B4-BE49-F238E27FC236}">
                  <a16:creationId xmlns:a16="http://schemas.microsoft.com/office/drawing/2014/main" id="{8B3476F8-4111-0EF6-7432-A88E0D4CA07B}"/>
                </a:ext>
              </a:extLst>
            </p:cNvPr>
            <p:cNvSpPr/>
            <p:nvPr/>
          </p:nvSpPr>
          <p:spPr>
            <a:xfrm>
              <a:off x="4947906" y="3406866"/>
              <a:ext cx="90978" cy="8785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1889" name="그룹 1888">
            <a:extLst>
              <a:ext uri="{FF2B5EF4-FFF2-40B4-BE49-F238E27FC236}">
                <a16:creationId xmlns:a16="http://schemas.microsoft.com/office/drawing/2014/main" id="{F0EAFD54-3ACE-41CB-F518-8E818F608712}"/>
              </a:ext>
            </a:extLst>
          </p:cNvPr>
          <p:cNvGrpSpPr>
            <a:grpSpLocks noChangeAspect="1"/>
          </p:cNvGrpSpPr>
          <p:nvPr/>
        </p:nvGrpSpPr>
        <p:grpSpPr>
          <a:xfrm rot="16200000">
            <a:off x="1433041" y="5948625"/>
            <a:ext cx="148067" cy="108000"/>
            <a:chOff x="7409659" y="2902132"/>
            <a:chExt cx="317047" cy="239471"/>
          </a:xfrm>
        </p:grpSpPr>
        <p:grpSp>
          <p:nvGrpSpPr>
            <p:cNvPr id="1890" name="그룹 1889">
              <a:extLst>
                <a:ext uri="{FF2B5EF4-FFF2-40B4-BE49-F238E27FC236}">
                  <a16:creationId xmlns:a16="http://schemas.microsoft.com/office/drawing/2014/main" id="{84610CD6-4462-8D4C-D1C5-5C9A7AB269BA}"/>
                </a:ext>
              </a:extLst>
            </p:cNvPr>
            <p:cNvGrpSpPr/>
            <p:nvPr/>
          </p:nvGrpSpPr>
          <p:grpSpPr>
            <a:xfrm>
              <a:off x="7604467" y="2904802"/>
              <a:ext cx="122239" cy="236801"/>
              <a:chOff x="2297548" y="3782508"/>
              <a:chExt cx="122239" cy="236801"/>
            </a:xfrm>
          </p:grpSpPr>
          <p:cxnSp>
            <p:nvCxnSpPr>
              <p:cNvPr id="1893" name="직선 연결선 322">
                <a:extLst>
                  <a:ext uri="{FF2B5EF4-FFF2-40B4-BE49-F238E27FC236}">
                    <a16:creationId xmlns:a16="http://schemas.microsoft.com/office/drawing/2014/main" id="{9F3FC330-1E98-6776-3777-FF1697AAB29E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4" name="직선 연결선 323">
                <a:extLst>
                  <a:ext uri="{FF2B5EF4-FFF2-40B4-BE49-F238E27FC236}">
                    <a16:creationId xmlns:a16="http://schemas.microsoft.com/office/drawing/2014/main" id="{E5B43B73-1B81-1F77-E8FE-E7360C426343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5" name="직선 연결선 324">
                <a:extLst>
                  <a:ext uri="{FF2B5EF4-FFF2-40B4-BE49-F238E27FC236}">
                    <a16:creationId xmlns:a16="http://schemas.microsoft.com/office/drawing/2014/main" id="{A791B27B-C09E-E572-148C-FD97DDBE0B31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91" name="직선 연결선 326">
              <a:extLst>
                <a:ext uri="{FF2B5EF4-FFF2-40B4-BE49-F238E27FC236}">
                  <a16:creationId xmlns:a16="http://schemas.microsoft.com/office/drawing/2014/main" id="{251289DF-E93C-1CE3-3516-DE278DF1334A}"/>
                </a:ext>
              </a:extLst>
            </p:cNvPr>
            <p:cNvCxnSpPr/>
            <p:nvPr/>
          </p:nvCxnSpPr>
          <p:spPr>
            <a:xfrm>
              <a:off x="7604467" y="2902132"/>
              <a:ext cx="0" cy="236801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92" name="타원 1891">
              <a:extLst>
                <a:ext uri="{FF2B5EF4-FFF2-40B4-BE49-F238E27FC236}">
                  <a16:creationId xmlns:a16="http://schemas.microsoft.com/office/drawing/2014/main" id="{AE342FC9-7BB2-1847-81EE-FBDB01502B21}"/>
                </a:ext>
              </a:extLst>
            </p:cNvPr>
            <p:cNvSpPr/>
            <p:nvPr/>
          </p:nvSpPr>
          <p:spPr>
            <a:xfrm>
              <a:off x="7409659" y="2925800"/>
              <a:ext cx="194806" cy="194806"/>
            </a:xfrm>
            <a:prstGeom prst="ellipse">
              <a:avLst/>
            </a:prstGeom>
            <a:noFill/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54895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9214F-25B8-172A-1548-BD159EBC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4E6A1-CEBC-4642-F309-940DA03C3FC1}"/>
              </a:ext>
            </a:extLst>
          </p:cNvPr>
          <p:cNvSpPr/>
          <p:nvPr/>
        </p:nvSpPr>
        <p:spPr>
          <a:xfrm>
            <a:off x="2015923" y="371162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0B654D3-A7FB-4D6F-7D88-C7EBE7489B5D}"/>
              </a:ext>
            </a:extLst>
          </p:cNvPr>
          <p:cNvSpPr/>
          <p:nvPr/>
        </p:nvSpPr>
        <p:spPr>
          <a:xfrm>
            <a:off x="2015923" y="1383933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2B7C52-EE64-9334-D992-25950D51E56F}"/>
              </a:ext>
            </a:extLst>
          </p:cNvPr>
          <p:cNvSpPr/>
          <p:nvPr/>
        </p:nvSpPr>
        <p:spPr>
          <a:xfrm>
            <a:off x="2015923" y="2396704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E1B668-37D6-677D-1DE4-A62A83F6200C}"/>
              </a:ext>
            </a:extLst>
          </p:cNvPr>
          <p:cNvSpPr/>
          <p:nvPr/>
        </p:nvSpPr>
        <p:spPr>
          <a:xfrm>
            <a:off x="2015923" y="3409475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FC8F6E-3BF4-EA69-61F2-07B6D4BFE2A0}"/>
              </a:ext>
            </a:extLst>
          </p:cNvPr>
          <p:cNvSpPr/>
          <p:nvPr/>
        </p:nvSpPr>
        <p:spPr>
          <a:xfrm>
            <a:off x="479272" y="4422246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B2A00C-58A8-DAFB-3BF7-163076B8B66D}"/>
              </a:ext>
            </a:extLst>
          </p:cNvPr>
          <p:cNvSpPr/>
          <p:nvPr/>
        </p:nvSpPr>
        <p:spPr>
          <a:xfrm>
            <a:off x="3552574" y="3409474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DB69D87-52C2-8908-9936-EE303705EFCB}"/>
              </a:ext>
            </a:extLst>
          </p:cNvPr>
          <p:cNvSpPr/>
          <p:nvPr/>
        </p:nvSpPr>
        <p:spPr>
          <a:xfrm>
            <a:off x="3552574" y="442224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2" name="직선 연결선[R] 11">
            <a:extLst>
              <a:ext uri="{FF2B5EF4-FFF2-40B4-BE49-F238E27FC236}">
                <a16:creationId xmlns:a16="http://schemas.microsoft.com/office/drawing/2014/main" id="{EA3B76BA-9A28-E7EF-79DF-E433CD783541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2411401" y="836697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C3A7C2B8-B81A-146F-A8A9-AE9D58073AA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2411401" y="1849468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5C73746A-0213-B7D3-EFB6-7F1CB8517223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411401" y="2862239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[R] 20">
            <a:extLst>
              <a:ext uri="{FF2B5EF4-FFF2-40B4-BE49-F238E27FC236}">
                <a16:creationId xmlns:a16="http://schemas.microsoft.com/office/drawing/2014/main" id="{2E89313B-7026-C1DF-F775-B1A0FA6BEE2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>
            <a:off x="2806879" y="3642242"/>
            <a:ext cx="74569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[R] 23">
            <a:extLst>
              <a:ext uri="{FF2B5EF4-FFF2-40B4-BE49-F238E27FC236}">
                <a16:creationId xmlns:a16="http://schemas.microsoft.com/office/drawing/2014/main" id="{4273642C-0B1F-68CF-D369-FBDDC916BA9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1270228" y="3642243"/>
            <a:ext cx="745695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EAFFB7B2-93B8-5957-1D03-0ABFA77DE04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74750" y="3875010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0AA3C6D5-EBD0-FA68-4330-9794BCC0A7B9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874750" y="4887781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5694AA67-FB65-9004-05DA-B9A99BCB882D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V="1">
            <a:off x="3948052" y="3875009"/>
            <a:ext cx="0" cy="5472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꺾인 연결선[E] 35">
            <a:extLst>
              <a:ext uri="{FF2B5EF4-FFF2-40B4-BE49-F238E27FC236}">
                <a16:creationId xmlns:a16="http://schemas.microsoft.com/office/drawing/2014/main" id="{FE22BE8E-AB53-9D7A-E25E-9916690F8864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944428" y="4200811"/>
            <a:ext cx="1792775" cy="1141173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[R] 50">
            <a:extLst>
              <a:ext uri="{FF2B5EF4-FFF2-40B4-BE49-F238E27FC236}">
                <a16:creationId xmlns:a16="http://schemas.microsoft.com/office/drawing/2014/main" id="{1DE53D44-FCD2-AD3C-6E40-1E8FB5187318}"/>
              </a:ext>
            </a:extLst>
          </p:cNvPr>
          <p:cNvCxnSpPr>
            <a:cxnSpLocks/>
          </p:cNvCxnSpPr>
          <p:nvPr/>
        </p:nvCxnSpPr>
        <p:spPr>
          <a:xfrm flipH="1">
            <a:off x="1270228" y="5801989"/>
            <a:ext cx="267782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1B0ADBCC-3798-5AA8-1BBA-6D32932AB61B}"/>
              </a:ext>
            </a:extLst>
          </p:cNvPr>
          <p:cNvCxnSpPr>
            <a:cxnSpLocks/>
          </p:cNvCxnSpPr>
          <p:nvPr/>
        </p:nvCxnSpPr>
        <p:spPr>
          <a:xfrm flipV="1">
            <a:off x="3937750" y="4887781"/>
            <a:ext cx="0" cy="914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" name="직사각형 511">
            <a:extLst>
              <a:ext uri="{FF2B5EF4-FFF2-40B4-BE49-F238E27FC236}">
                <a16:creationId xmlns:a16="http://schemas.microsoft.com/office/drawing/2014/main" id="{E855FF45-0723-FA65-273C-79CC215B95BD}"/>
              </a:ext>
            </a:extLst>
          </p:cNvPr>
          <p:cNvSpPr/>
          <p:nvPr/>
        </p:nvSpPr>
        <p:spPr>
          <a:xfrm>
            <a:off x="3552574" y="2396704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redeem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3" name="직사각형 512">
            <a:extLst>
              <a:ext uri="{FF2B5EF4-FFF2-40B4-BE49-F238E27FC236}">
                <a16:creationId xmlns:a16="http://schemas.microsoft.com/office/drawing/2014/main" id="{0A137C86-B364-A9F4-5476-7F74CB45BE03}"/>
              </a:ext>
            </a:extLst>
          </p:cNvPr>
          <p:cNvSpPr/>
          <p:nvPr/>
        </p:nvSpPr>
        <p:spPr>
          <a:xfrm>
            <a:off x="6625873" y="2396707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coupon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4" name="직사각형 513">
            <a:extLst>
              <a:ext uri="{FF2B5EF4-FFF2-40B4-BE49-F238E27FC236}">
                <a16:creationId xmlns:a16="http://schemas.microsoft.com/office/drawing/2014/main" id="{A1FD7447-1964-A8B9-5C21-16D9CB15E7A7}"/>
              </a:ext>
            </a:extLst>
          </p:cNvPr>
          <p:cNvSpPr/>
          <p:nvPr/>
        </p:nvSpPr>
        <p:spPr>
          <a:xfrm>
            <a:off x="6625873" y="1383935"/>
            <a:ext cx="790956" cy="4655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promotion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DCF79955-D40D-03A6-A2E2-CCDEDF6801C0}"/>
              </a:ext>
            </a:extLst>
          </p:cNvPr>
          <p:cNvSpPr/>
          <p:nvPr/>
        </p:nvSpPr>
        <p:spPr>
          <a:xfrm>
            <a:off x="6625873" y="3409476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16" name="직사각형 515">
            <a:extLst>
              <a:ext uri="{FF2B5EF4-FFF2-40B4-BE49-F238E27FC236}">
                <a16:creationId xmlns:a16="http://schemas.microsoft.com/office/drawing/2014/main" id="{1575B940-587C-7170-5764-9F0EDA1E1AB5}"/>
              </a:ext>
            </a:extLst>
          </p:cNvPr>
          <p:cNvSpPr/>
          <p:nvPr/>
        </p:nvSpPr>
        <p:spPr>
          <a:xfrm>
            <a:off x="6625873" y="442224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17" name="직선 연결선[R] 516">
            <a:extLst>
              <a:ext uri="{FF2B5EF4-FFF2-40B4-BE49-F238E27FC236}">
                <a16:creationId xmlns:a16="http://schemas.microsoft.com/office/drawing/2014/main" id="{291CF0A8-8736-92D5-018A-B338D7AA3368}"/>
              </a:ext>
            </a:extLst>
          </p:cNvPr>
          <p:cNvCxnSpPr>
            <a:cxnSpLocks/>
            <a:stCxn id="512" idx="2"/>
            <a:endCxn id="10" idx="0"/>
          </p:cNvCxnSpPr>
          <p:nvPr/>
        </p:nvCxnSpPr>
        <p:spPr>
          <a:xfrm>
            <a:off x="3948052" y="2862239"/>
            <a:ext cx="0" cy="54723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연결선[R] 522">
            <a:extLst>
              <a:ext uri="{FF2B5EF4-FFF2-40B4-BE49-F238E27FC236}">
                <a16:creationId xmlns:a16="http://schemas.microsoft.com/office/drawing/2014/main" id="{7FE343B0-9015-D3FC-4074-F5CBE80BAFA1}"/>
              </a:ext>
            </a:extLst>
          </p:cNvPr>
          <p:cNvCxnSpPr>
            <a:cxnSpLocks/>
            <a:stCxn id="513" idx="1"/>
            <a:endCxn id="512" idx="3"/>
          </p:cNvCxnSpPr>
          <p:nvPr/>
        </p:nvCxnSpPr>
        <p:spPr>
          <a:xfrm flipH="1" flipV="1">
            <a:off x="4343530" y="2629472"/>
            <a:ext cx="2282343" cy="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직선 연결선[R] 527">
            <a:extLst>
              <a:ext uri="{FF2B5EF4-FFF2-40B4-BE49-F238E27FC236}">
                <a16:creationId xmlns:a16="http://schemas.microsoft.com/office/drawing/2014/main" id="{27F8281C-050C-F8BB-62A0-50C3A2FC25DF}"/>
              </a:ext>
            </a:extLst>
          </p:cNvPr>
          <p:cNvCxnSpPr>
            <a:cxnSpLocks/>
            <a:stCxn id="513" idx="2"/>
            <a:endCxn id="515" idx="0"/>
          </p:cNvCxnSpPr>
          <p:nvPr/>
        </p:nvCxnSpPr>
        <p:spPr>
          <a:xfrm>
            <a:off x="7021351" y="2862242"/>
            <a:ext cx="0" cy="5472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직선 연결선[R] 531">
            <a:extLst>
              <a:ext uri="{FF2B5EF4-FFF2-40B4-BE49-F238E27FC236}">
                <a16:creationId xmlns:a16="http://schemas.microsoft.com/office/drawing/2014/main" id="{5DF74F5F-D5DA-67C5-2CED-C17769D5E1B1}"/>
              </a:ext>
            </a:extLst>
          </p:cNvPr>
          <p:cNvCxnSpPr>
            <a:cxnSpLocks/>
            <a:stCxn id="514" idx="2"/>
            <a:endCxn id="513" idx="0"/>
          </p:cNvCxnSpPr>
          <p:nvPr/>
        </p:nvCxnSpPr>
        <p:spPr>
          <a:xfrm>
            <a:off x="7021351" y="1849470"/>
            <a:ext cx="0" cy="5472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직선 연결선[R] 534">
            <a:extLst>
              <a:ext uri="{FF2B5EF4-FFF2-40B4-BE49-F238E27FC236}">
                <a16:creationId xmlns:a16="http://schemas.microsoft.com/office/drawing/2014/main" id="{14C8E4B1-1753-8886-C055-8F94114CB985}"/>
              </a:ext>
            </a:extLst>
          </p:cNvPr>
          <p:cNvCxnSpPr>
            <a:cxnSpLocks/>
            <a:stCxn id="515" idx="2"/>
            <a:endCxn id="516" idx="0"/>
          </p:cNvCxnSpPr>
          <p:nvPr/>
        </p:nvCxnSpPr>
        <p:spPr>
          <a:xfrm>
            <a:off x="7021351" y="3875011"/>
            <a:ext cx="0" cy="5472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EA0CD478-0CC5-BD6B-B9A8-CAEAF05F837C}"/>
              </a:ext>
            </a:extLst>
          </p:cNvPr>
          <p:cNvSpPr/>
          <p:nvPr/>
        </p:nvSpPr>
        <p:spPr>
          <a:xfrm>
            <a:off x="5089221" y="3409473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41" name="직선 연결선[R] 540">
            <a:extLst>
              <a:ext uri="{FF2B5EF4-FFF2-40B4-BE49-F238E27FC236}">
                <a16:creationId xmlns:a16="http://schemas.microsoft.com/office/drawing/2014/main" id="{5D29CC20-1524-8D7F-9FF1-3C2123E6FE04}"/>
              </a:ext>
            </a:extLst>
          </p:cNvPr>
          <p:cNvCxnSpPr>
            <a:cxnSpLocks/>
            <a:stCxn id="538" idx="1"/>
            <a:endCxn id="10" idx="3"/>
          </p:cNvCxnSpPr>
          <p:nvPr/>
        </p:nvCxnSpPr>
        <p:spPr>
          <a:xfrm flipH="1">
            <a:off x="4343530" y="3642241"/>
            <a:ext cx="745691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4694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2BB99-0DF8-073C-615F-D640EEA1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14CC543-2EA1-A4CA-54FB-D86FE28C0D03}"/>
              </a:ext>
            </a:extLst>
          </p:cNvPr>
          <p:cNvSpPr/>
          <p:nvPr/>
        </p:nvSpPr>
        <p:spPr>
          <a:xfrm>
            <a:off x="3446788" y="1252651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33F43EC-10DD-F2FB-C4DF-4D526E300468}"/>
              </a:ext>
            </a:extLst>
          </p:cNvPr>
          <p:cNvSpPr/>
          <p:nvPr/>
        </p:nvSpPr>
        <p:spPr>
          <a:xfrm>
            <a:off x="5028700" y="1252650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movie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version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814CEE31-798C-B2FE-156F-24EBDB25630C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4237744" y="1485418"/>
            <a:ext cx="790956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BEC6E27-802B-0888-E849-716756227AED}"/>
              </a:ext>
            </a:extLst>
          </p:cNvPr>
          <p:cNvGrpSpPr/>
          <p:nvPr/>
        </p:nvGrpSpPr>
        <p:grpSpPr>
          <a:xfrm>
            <a:off x="4504438" y="2009488"/>
            <a:ext cx="122239" cy="236801"/>
            <a:chOff x="2297548" y="3782508"/>
            <a:chExt cx="122239" cy="236801"/>
          </a:xfrm>
        </p:grpSpPr>
        <p:cxnSp>
          <p:nvCxnSpPr>
            <p:cNvPr id="19" name="직선 연결선 359">
              <a:extLst>
                <a:ext uri="{FF2B5EF4-FFF2-40B4-BE49-F238E27FC236}">
                  <a16:creationId xmlns:a16="http://schemas.microsoft.com/office/drawing/2014/main" id="{2652523E-1466-CD42-AB74-36A6F7BD8D43}"/>
                </a:ext>
              </a:extLst>
            </p:cNvPr>
            <p:cNvCxnSpPr/>
            <p:nvPr/>
          </p:nvCxnSpPr>
          <p:spPr>
            <a:xfrm flipV="1">
              <a:off x="2297548" y="3782508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직선 연결선 360">
              <a:extLst>
                <a:ext uri="{FF2B5EF4-FFF2-40B4-BE49-F238E27FC236}">
                  <a16:creationId xmlns:a16="http://schemas.microsoft.com/office/drawing/2014/main" id="{0953D720-AEDE-900E-BE07-390472517C3A}"/>
                </a:ext>
              </a:extLst>
            </p:cNvPr>
            <p:cNvCxnSpPr/>
            <p:nvPr/>
          </p:nvCxnSpPr>
          <p:spPr>
            <a:xfrm>
              <a:off x="2297548" y="3897072"/>
              <a:ext cx="122237" cy="12223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직선 연결선 361">
              <a:extLst>
                <a:ext uri="{FF2B5EF4-FFF2-40B4-BE49-F238E27FC236}">
                  <a16:creationId xmlns:a16="http://schemas.microsoft.com/office/drawing/2014/main" id="{4B66FC67-40E6-62AA-1096-CF540C17DBE5}"/>
                </a:ext>
              </a:extLst>
            </p:cNvPr>
            <p:cNvCxnSpPr/>
            <p:nvPr/>
          </p:nvCxnSpPr>
          <p:spPr>
            <a:xfrm>
              <a:off x="2297548" y="3900404"/>
              <a:ext cx="12223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363">
            <a:extLst>
              <a:ext uri="{FF2B5EF4-FFF2-40B4-BE49-F238E27FC236}">
                <a16:creationId xmlns:a16="http://schemas.microsoft.com/office/drawing/2014/main" id="{641ABA58-E0EF-D776-7ED7-A986053D0E34}"/>
              </a:ext>
            </a:extLst>
          </p:cNvPr>
          <p:cNvCxnSpPr/>
          <p:nvPr/>
        </p:nvCxnSpPr>
        <p:spPr>
          <a:xfrm>
            <a:off x="4504438" y="2005651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직선 연결선 363">
            <a:extLst>
              <a:ext uri="{FF2B5EF4-FFF2-40B4-BE49-F238E27FC236}">
                <a16:creationId xmlns:a16="http://schemas.microsoft.com/office/drawing/2014/main" id="{0574CFFA-898C-3F9A-7580-76F2D62D193F}"/>
              </a:ext>
            </a:extLst>
          </p:cNvPr>
          <p:cNvCxnSpPr/>
          <p:nvPr/>
        </p:nvCxnSpPr>
        <p:spPr>
          <a:xfrm>
            <a:off x="4373061" y="1365850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4B2B971-3181-CE6C-CDD8-249B033E7195}"/>
              </a:ext>
            </a:extLst>
          </p:cNvPr>
          <p:cNvSpPr/>
          <p:nvPr/>
        </p:nvSpPr>
        <p:spPr>
          <a:xfrm>
            <a:off x="6610612" y="1251482"/>
            <a:ext cx="790956" cy="46553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showtime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318E8DF-B5C3-29E8-AA84-390C3744E086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 flipV="1">
            <a:off x="5819656" y="1484250"/>
            <a:ext cx="790956" cy="116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1C31E268-FCBE-A4D9-5D6D-92B6F16DFA4E}"/>
              </a:ext>
            </a:extLst>
          </p:cNvPr>
          <p:cNvGrpSpPr/>
          <p:nvPr/>
        </p:nvGrpSpPr>
        <p:grpSpPr>
          <a:xfrm>
            <a:off x="6475294" y="1363180"/>
            <a:ext cx="122239" cy="239471"/>
            <a:chOff x="6820677" y="1869056"/>
            <a:chExt cx="122239" cy="239471"/>
          </a:xfrm>
        </p:grpSpPr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B0FCF83-9513-086B-A036-114315FD4C79}"/>
                </a:ext>
              </a:extLst>
            </p:cNvPr>
            <p:cNvGrpSpPr/>
            <p:nvPr/>
          </p:nvGrpSpPr>
          <p:grpSpPr>
            <a:xfrm>
              <a:off x="6820677" y="1871726"/>
              <a:ext cx="122239" cy="236801"/>
              <a:chOff x="2297548" y="3782508"/>
              <a:chExt cx="122239" cy="236801"/>
            </a:xfrm>
          </p:grpSpPr>
          <p:cxnSp>
            <p:nvCxnSpPr>
              <p:cNvPr id="30" name="직선 연결선 359">
                <a:extLst>
                  <a:ext uri="{FF2B5EF4-FFF2-40B4-BE49-F238E27FC236}">
                    <a16:creationId xmlns:a16="http://schemas.microsoft.com/office/drawing/2014/main" id="{0E9CA0C3-41FA-9B96-780B-EAC78EF4236B}"/>
                  </a:ext>
                </a:extLst>
              </p:cNvPr>
              <p:cNvCxnSpPr/>
              <p:nvPr/>
            </p:nvCxnSpPr>
            <p:spPr>
              <a:xfrm flipV="1">
                <a:off x="2297548" y="3782508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직선 연결선 360">
                <a:extLst>
                  <a:ext uri="{FF2B5EF4-FFF2-40B4-BE49-F238E27FC236}">
                    <a16:creationId xmlns:a16="http://schemas.microsoft.com/office/drawing/2014/main" id="{7F7A2C0B-CBB9-319C-284A-CEC066C0BBE5}"/>
                  </a:ext>
                </a:extLst>
              </p:cNvPr>
              <p:cNvCxnSpPr/>
              <p:nvPr/>
            </p:nvCxnSpPr>
            <p:spPr>
              <a:xfrm>
                <a:off x="2297548" y="3897072"/>
                <a:ext cx="122237" cy="122237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61">
                <a:extLst>
                  <a:ext uri="{FF2B5EF4-FFF2-40B4-BE49-F238E27FC236}">
                    <a16:creationId xmlns:a16="http://schemas.microsoft.com/office/drawing/2014/main" id="{6D225227-02F1-A4E6-BE03-0A90E9EE47EB}"/>
                  </a:ext>
                </a:extLst>
              </p:cNvPr>
              <p:cNvCxnSpPr/>
              <p:nvPr/>
            </p:nvCxnSpPr>
            <p:spPr>
              <a:xfrm>
                <a:off x="2297548" y="3900404"/>
                <a:ext cx="122239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직선 연결선 363">
              <a:extLst>
                <a:ext uri="{FF2B5EF4-FFF2-40B4-BE49-F238E27FC236}">
                  <a16:creationId xmlns:a16="http://schemas.microsoft.com/office/drawing/2014/main" id="{02C48BBB-B833-F379-851B-ACD9B8AE75DA}"/>
                </a:ext>
              </a:extLst>
            </p:cNvPr>
            <p:cNvCxnSpPr/>
            <p:nvPr/>
          </p:nvCxnSpPr>
          <p:spPr>
            <a:xfrm>
              <a:off x="6820677" y="1869056"/>
              <a:ext cx="0" cy="23680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5" name="직선 연결선 363">
            <a:extLst>
              <a:ext uri="{FF2B5EF4-FFF2-40B4-BE49-F238E27FC236}">
                <a16:creationId xmlns:a16="http://schemas.microsoft.com/office/drawing/2014/main" id="{C48F58F4-5306-7160-9621-1E235B463121}"/>
              </a:ext>
            </a:extLst>
          </p:cNvPr>
          <p:cNvCxnSpPr/>
          <p:nvPr/>
        </p:nvCxnSpPr>
        <p:spPr>
          <a:xfrm>
            <a:off x="5945383" y="1369687"/>
            <a:ext cx="0" cy="2368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8" name="직사각형 517">
            <a:extLst>
              <a:ext uri="{FF2B5EF4-FFF2-40B4-BE49-F238E27FC236}">
                <a16:creationId xmlns:a16="http://schemas.microsoft.com/office/drawing/2014/main" id="{CD46F620-DB1E-0803-FAA4-9538F31BE202}"/>
              </a:ext>
            </a:extLst>
          </p:cNvPr>
          <p:cNvSpPr/>
          <p:nvPr/>
        </p:nvSpPr>
        <p:spPr>
          <a:xfrm>
            <a:off x="8192522" y="1247646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</p:txBody>
      </p:sp>
      <p:sp>
        <p:nvSpPr>
          <p:cNvPr id="519" name="직사각형 518">
            <a:extLst>
              <a:ext uri="{FF2B5EF4-FFF2-40B4-BE49-F238E27FC236}">
                <a16:creationId xmlns:a16="http://schemas.microsoft.com/office/drawing/2014/main" id="{8F1F9596-4F6D-7EC2-B8FE-83381924DCC1}"/>
              </a:ext>
            </a:extLst>
          </p:cNvPr>
          <p:cNvSpPr/>
          <p:nvPr/>
        </p:nvSpPr>
        <p:spPr>
          <a:xfrm>
            <a:off x="9774434" y="1247645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type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20" name="직선 연결선[R] 519">
            <a:extLst>
              <a:ext uri="{FF2B5EF4-FFF2-40B4-BE49-F238E27FC236}">
                <a16:creationId xmlns:a16="http://schemas.microsoft.com/office/drawing/2014/main" id="{621CBC87-280B-25E2-1D5A-997548078A37}"/>
              </a:ext>
            </a:extLst>
          </p:cNvPr>
          <p:cNvCxnSpPr>
            <a:cxnSpLocks/>
            <a:stCxn id="24" idx="3"/>
            <a:endCxn id="518" idx="1"/>
          </p:cNvCxnSpPr>
          <p:nvPr/>
        </p:nvCxnSpPr>
        <p:spPr>
          <a:xfrm flipV="1">
            <a:off x="7401568" y="1480414"/>
            <a:ext cx="790954" cy="383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연결선[R] 522">
            <a:extLst>
              <a:ext uri="{FF2B5EF4-FFF2-40B4-BE49-F238E27FC236}">
                <a16:creationId xmlns:a16="http://schemas.microsoft.com/office/drawing/2014/main" id="{9CCD519A-BAA6-59F6-D2BE-5AE1689A89E1}"/>
              </a:ext>
            </a:extLst>
          </p:cNvPr>
          <p:cNvCxnSpPr>
            <a:cxnSpLocks/>
            <a:stCxn id="518" idx="3"/>
            <a:endCxn id="519" idx="1"/>
          </p:cNvCxnSpPr>
          <p:nvPr/>
        </p:nvCxnSpPr>
        <p:spPr>
          <a:xfrm flipV="1">
            <a:off x="8983478" y="1480413"/>
            <a:ext cx="790956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6" name="직사각형 525">
            <a:extLst>
              <a:ext uri="{FF2B5EF4-FFF2-40B4-BE49-F238E27FC236}">
                <a16:creationId xmlns:a16="http://schemas.microsoft.com/office/drawing/2014/main" id="{E7EC1D12-51AD-FECD-114D-B3880062121C}"/>
              </a:ext>
            </a:extLst>
          </p:cNvPr>
          <p:cNvSpPr/>
          <p:nvPr/>
        </p:nvSpPr>
        <p:spPr>
          <a:xfrm>
            <a:off x="6617155" y="278343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27" name="직사각형 526">
            <a:extLst>
              <a:ext uri="{FF2B5EF4-FFF2-40B4-BE49-F238E27FC236}">
                <a16:creationId xmlns:a16="http://schemas.microsoft.com/office/drawing/2014/main" id="{422590C3-0129-69A1-D62A-1D08403D2473}"/>
              </a:ext>
            </a:extLst>
          </p:cNvPr>
          <p:cNvSpPr/>
          <p:nvPr/>
        </p:nvSpPr>
        <p:spPr>
          <a:xfrm>
            <a:off x="5035245" y="2783430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booking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5" name="직사각형 534">
            <a:extLst>
              <a:ext uri="{FF2B5EF4-FFF2-40B4-BE49-F238E27FC236}">
                <a16:creationId xmlns:a16="http://schemas.microsoft.com/office/drawing/2014/main" id="{7C2A6D98-FF30-7D0D-BF9D-27A1FE9B92B7}"/>
              </a:ext>
            </a:extLst>
          </p:cNvPr>
          <p:cNvSpPr/>
          <p:nvPr/>
        </p:nvSpPr>
        <p:spPr>
          <a:xfrm>
            <a:off x="1871421" y="3549405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theater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6" name="직사각형 535">
            <a:extLst>
              <a:ext uri="{FF2B5EF4-FFF2-40B4-BE49-F238E27FC236}">
                <a16:creationId xmlns:a16="http://schemas.microsoft.com/office/drawing/2014/main" id="{26E41F98-99F9-A49D-FB3A-3D2832234153}"/>
              </a:ext>
            </a:extLst>
          </p:cNvPr>
          <p:cNvSpPr/>
          <p:nvPr/>
        </p:nvSpPr>
        <p:spPr>
          <a:xfrm>
            <a:off x="3453331" y="3549404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7" name="직사각형 536">
            <a:extLst>
              <a:ext uri="{FF2B5EF4-FFF2-40B4-BE49-F238E27FC236}">
                <a16:creationId xmlns:a16="http://schemas.microsoft.com/office/drawing/2014/main" id="{8F25829C-8277-2E5C-197B-FA7BA4A22A0C}"/>
              </a:ext>
            </a:extLst>
          </p:cNvPr>
          <p:cNvSpPr/>
          <p:nvPr/>
        </p:nvSpPr>
        <p:spPr>
          <a:xfrm>
            <a:off x="5035245" y="3549403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screen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layout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998CC034-5FD1-5A74-A1C5-F5063078E9C3}"/>
              </a:ext>
            </a:extLst>
          </p:cNvPr>
          <p:cNvSpPr/>
          <p:nvPr/>
        </p:nvSpPr>
        <p:spPr>
          <a:xfrm>
            <a:off x="6617155" y="3549402"/>
            <a:ext cx="790956" cy="4655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39" name="직선 연결선[R] 538">
            <a:extLst>
              <a:ext uri="{FF2B5EF4-FFF2-40B4-BE49-F238E27FC236}">
                <a16:creationId xmlns:a16="http://schemas.microsoft.com/office/drawing/2014/main" id="{53470D5C-2D5D-C2CF-DA90-C8280E76ACBD}"/>
              </a:ext>
            </a:extLst>
          </p:cNvPr>
          <p:cNvCxnSpPr>
            <a:cxnSpLocks/>
            <a:stCxn id="535" idx="3"/>
            <a:endCxn id="536" idx="1"/>
          </p:cNvCxnSpPr>
          <p:nvPr/>
        </p:nvCxnSpPr>
        <p:spPr>
          <a:xfrm flipV="1">
            <a:off x="2662377" y="3782172"/>
            <a:ext cx="790954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직선 연결선[R] 539">
            <a:extLst>
              <a:ext uri="{FF2B5EF4-FFF2-40B4-BE49-F238E27FC236}">
                <a16:creationId xmlns:a16="http://schemas.microsoft.com/office/drawing/2014/main" id="{E6F5B607-F74E-25B7-4D03-5225E311C070}"/>
              </a:ext>
            </a:extLst>
          </p:cNvPr>
          <p:cNvCxnSpPr>
            <a:cxnSpLocks/>
            <a:stCxn id="536" idx="3"/>
            <a:endCxn id="537" idx="1"/>
          </p:cNvCxnSpPr>
          <p:nvPr/>
        </p:nvCxnSpPr>
        <p:spPr>
          <a:xfrm flipV="1">
            <a:off x="4244287" y="3782171"/>
            <a:ext cx="790958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직선 연결선[R] 540">
            <a:extLst>
              <a:ext uri="{FF2B5EF4-FFF2-40B4-BE49-F238E27FC236}">
                <a16:creationId xmlns:a16="http://schemas.microsoft.com/office/drawing/2014/main" id="{000C75D8-6C8F-9DE4-6EE0-CBC171DE468F}"/>
              </a:ext>
            </a:extLst>
          </p:cNvPr>
          <p:cNvCxnSpPr>
            <a:cxnSpLocks/>
            <a:stCxn id="537" idx="3"/>
            <a:endCxn id="538" idx="1"/>
          </p:cNvCxnSpPr>
          <p:nvPr/>
        </p:nvCxnSpPr>
        <p:spPr>
          <a:xfrm flipV="1">
            <a:off x="5826201" y="3782170"/>
            <a:ext cx="790954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직선 연결선[R] 541">
            <a:extLst>
              <a:ext uri="{FF2B5EF4-FFF2-40B4-BE49-F238E27FC236}">
                <a16:creationId xmlns:a16="http://schemas.microsoft.com/office/drawing/2014/main" id="{C50E6FC0-CBAF-B545-F399-5B0ACDF8B513}"/>
              </a:ext>
            </a:extLst>
          </p:cNvPr>
          <p:cNvCxnSpPr>
            <a:cxnSpLocks/>
            <a:stCxn id="527" idx="3"/>
            <a:endCxn id="526" idx="1"/>
          </p:cNvCxnSpPr>
          <p:nvPr/>
        </p:nvCxnSpPr>
        <p:spPr>
          <a:xfrm>
            <a:off x="5826201" y="3016198"/>
            <a:ext cx="79095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직사각형 544">
            <a:extLst>
              <a:ext uri="{FF2B5EF4-FFF2-40B4-BE49-F238E27FC236}">
                <a16:creationId xmlns:a16="http://schemas.microsoft.com/office/drawing/2014/main" id="{990DFB2B-B8D6-FA65-27BF-63626E2F6786}"/>
              </a:ext>
            </a:extLst>
          </p:cNvPr>
          <p:cNvSpPr/>
          <p:nvPr/>
        </p:nvSpPr>
        <p:spPr>
          <a:xfrm>
            <a:off x="3453331" y="2783430"/>
            <a:ext cx="790956" cy="4655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46" name="직선 연결선[R] 545">
            <a:extLst>
              <a:ext uri="{FF2B5EF4-FFF2-40B4-BE49-F238E27FC236}">
                <a16:creationId xmlns:a16="http://schemas.microsoft.com/office/drawing/2014/main" id="{3F7016EE-4810-68E0-8EB0-80E9F6FE53A4}"/>
              </a:ext>
            </a:extLst>
          </p:cNvPr>
          <p:cNvCxnSpPr>
            <a:cxnSpLocks/>
            <a:stCxn id="545" idx="3"/>
            <a:endCxn id="527" idx="1"/>
          </p:cNvCxnSpPr>
          <p:nvPr/>
        </p:nvCxnSpPr>
        <p:spPr>
          <a:xfrm>
            <a:off x="4244287" y="3016198"/>
            <a:ext cx="790958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연결선[R] 193">
            <a:extLst>
              <a:ext uri="{FF2B5EF4-FFF2-40B4-BE49-F238E27FC236}">
                <a16:creationId xmlns:a16="http://schemas.microsoft.com/office/drawing/2014/main" id="{2CA25D55-3D40-898C-FB84-9515279344AF}"/>
              </a:ext>
            </a:extLst>
          </p:cNvPr>
          <p:cNvCxnSpPr>
            <a:cxnSpLocks/>
            <a:stCxn id="538" idx="0"/>
            <a:endCxn id="526" idx="2"/>
          </p:cNvCxnSpPr>
          <p:nvPr/>
        </p:nvCxnSpPr>
        <p:spPr>
          <a:xfrm flipV="1">
            <a:off x="7012633" y="3248965"/>
            <a:ext cx="0" cy="3004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00DE6EF1-3D26-981E-53C6-E9AD4E1F8C98}"/>
              </a:ext>
            </a:extLst>
          </p:cNvPr>
          <p:cNvSpPr/>
          <p:nvPr/>
        </p:nvSpPr>
        <p:spPr>
          <a:xfrm>
            <a:off x="1871421" y="4311905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rule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1" name="직사각형 200">
            <a:extLst>
              <a:ext uri="{FF2B5EF4-FFF2-40B4-BE49-F238E27FC236}">
                <a16:creationId xmlns:a16="http://schemas.microsoft.com/office/drawing/2014/main" id="{B16FD41A-C53B-2CDE-A857-46CAC85A821F}"/>
              </a:ext>
            </a:extLst>
          </p:cNvPr>
          <p:cNvSpPr/>
          <p:nvPr/>
        </p:nvSpPr>
        <p:spPr>
          <a:xfrm>
            <a:off x="3453331" y="4315376"/>
            <a:ext cx="790956" cy="4655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price rule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applies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02" name="직선 연결선[R] 201">
            <a:extLst>
              <a:ext uri="{FF2B5EF4-FFF2-40B4-BE49-F238E27FC236}">
                <a16:creationId xmlns:a16="http://schemas.microsoft.com/office/drawing/2014/main" id="{EDEE3171-9E6A-5F9C-9262-5AB4113F3215}"/>
              </a:ext>
            </a:extLst>
          </p:cNvPr>
          <p:cNvCxnSpPr>
            <a:cxnSpLocks/>
            <a:stCxn id="200" idx="3"/>
            <a:endCxn id="201" idx="1"/>
          </p:cNvCxnSpPr>
          <p:nvPr/>
        </p:nvCxnSpPr>
        <p:spPr>
          <a:xfrm>
            <a:off x="2662377" y="4544673"/>
            <a:ext cx="790954" cy="34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직선 연결선[R] 204">
            <a:extLst>
              <a:ext uri="{FF2B5EF4-FFF2-40B4-BE49-F238E27FC236}">
                <a16:creationId xmlns:a16="http://schemas.microsoft.com/office/drawing/2014/main" id="{41E3357A-0900-C0EB-1718-2DFED64B1BD4}"/>
              </a:ext>
            </a:extLst>
          </p:cNvPr>
          <p:cNvCxnSpPr>
            <a:cxnSpLocks/>
            <a:stCxn id="201" idx="0"/>
            <a:endCxn id="536" idx="2"/>
          </p:cNvCxnSpPr>
          <p:nvPr/>
        </p:nvCxnSpPr>
        <p:spPr>
          <a:xfrm flipV="1">
            <a:off x="3848809" y="4014939"/>
            <a:ext cx="0" cy="3004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꺾인 연결선[E] 211">
            <a:extLst>
              <a:ext uri="{FF2B5EF4-FFF2-40B4-BE49-F238E27FC236}">
                <a16:creationId xmlns:a16="http://schemas.microsoft.com/office/drawing/2014/main" id="{CEE00A9B-B130-C004-7308-86CB68D88C38}"/>
              </a:ext>
            </a:extLst>
          </p:cNvPr>
          <p:cNvCxnSpPr>
            <a:cxnSpLocks/>
          </p:cNvCxnSpPr>
          <p:nvPr/>
        </p:nvCxnSpPr>
        <p:spPr>
          <a:xfrm>
            <a:off x="2662373" y="3914022"/>
            <a:ext cx="790957" cy="499180"/>
          </a:xfrm>
          <a:prstGeom prst="bentConnector3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직사각형 233">
            <a:extLst>
              <a:ext uri="{FF2B5EF4-FFF2-40B4-BE49-F238E27FC236}">
                <a16:creationId xmlns:a16="http://schemas.microsoft.com/office/drawing/2014/main" id="{E8FB9F7F-C2E0-668B-27ED-2392CF940FFA}"/>
              </a:ext>
            </a:extLst>
          </p:cNvPr>
          <p:cNvSpPr/>
          <p:nvPr/>
        </p:nvSpPr>
        <p:spPr>
          <a:xfrm>
            <a:off x="1871418" y="2783430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member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tier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38" name="직사각형 237">
            <a:extLst>
              <a:ext uri="{FF2B5EF4-FFF2-40B4-BE49-F238E27FC236}">
                <a16:creationId xmlns:a16="http://schemas.microsoft.com/office/drawing/2014/main" id="{BC42BF6F-7C37-8520-F10D-AFEB65DE15B8}"/>
              </a:ext>
            </a:extLst>
          </p:cNvPr>
          <p:cNvSpPr/>
          <p:nvPr/>
        </p:nvSpPr>
        <p:spPr>
          <a:xfrm>
            <a:off x="1871417" y="2017455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hold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seat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39" name="꺾인 연결선[E] 238">
            <a:extLst>
              <a:ext uri="{FF2B5EF4-FFF2-40B4-BE49-F238E27FC236}">
                <a16:creationId xmlns:a16="http://schemas.microsoft.com/office/drawing/2014/main" id="{97639BD5-BCBD-E90F-C8BC-A576CEA063DD}"/>
              </a:ext>
            </a:extLst>
          </p:cNvPr>
          <p:cNvCxnSpPr>
            <a:cxnSpLocks/>
          </p:cNvCxnSpPr>
          <p:nvPr/>
        </p:nvCxnSpPr>
        <p:spPr>
          <a:xfrm>
            <a:off x="2655833" y="2423008"/>
            <a:ext cx="790957" cy="499180"/>
          </a:xfrm>
          <a:prstGeom prst="bentConnector3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FA799096-0485-7276-58E2-99E3B8878FD8}"/>
              </a:ext>
            </a:extLst>
          </p:cNvPr>
          <p:cNvSpPr/>
          <p:nvPr/>
        </p:nvSpPr>
        <p:spPr>
          <a:xfrm>
            <a:off x="3446788" y="2021591"/>
            <a:ext cx="790956" cy="4655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notification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245" name="꺾인 연결선[E] 244">
            <a:extLst>
              <a:ext uri="{FF2B5EF4-FFF2-40B4-BE49-F238E27FC236}">
                <a16:creationId xmlns:a16="http://schemas.microsoft.com/office/drawing/2014/main" id="{48A7788C-90C7-87B7-FFB1-6A86B579D06F}"/>
              </a:ext>
            </a:extLst>
          </p:cNvPr>
          <p:cNvCxnSpPr>
            <a:cxnSpLocks/>
            <a:stCxn id="519" idx="2"/>
            <a:endCxn id="201" idx="3"/>
          </p:cNvCxnSpPr>
          <p:nvPr/>
        </p:nvCxnSpPr>
        <p:spPr>
          <a:xfrm rot="5400000">
            <a:off x="5789618" y="167850"/>
            <a:ext cx="2834964" cy="5925625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꺾인 연결선[E] 247">
            <a:extLst>
              <a:ext uri="{FF2B5EF4-FFF2-40B4-BE49-F238E27FC236}">
                <a16:creationId xmlns:a16="http://schemas.microsoft.com/office/drawing/2014/main" id="{A30FAE2B-F652-226B-663E-C9C8FF715DBE}"/>
              </a:ext>
            </a:extLst>
          </p:cNvPr>
          <p:cNvCxnSpPr>
            <a:cxnSpLocks/>
            <a:stCxn id="518" idx="2"/>
          </p:cNvCxnSpPr>
          <p:nvPr/>
        </p:nvCxnSpPr>
        <p:spPr>
          <a:xfrm rot="5400000">
            <a:off x="5069404" y="894605"/>
            <a:ext cx="2700021" cy="4337172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직선 연결선[R] 591">
            <a:extLst>
              <a:ext uri="{FF2B5EF4-FFF2-40B4-BE49-F238E27FC236}">
                <a16:creationId xmlns:a16="http://schemas.microsoft.com/office/drawing/2014/main" id="{4D0ED78A-6AB3-BC85-739F-9A000518B3E4}"/>
              </a:ext>
            </a:extLst>
          </p:cNvPr>
          <p:cNvCxnSpPr>
            <a:cxnSpLocks/>
            <a:stCxn id="240" idx="2"/>
            <a:endCxn id="545" idx="0"/>
          </p:cNvCxnSpPr>
          <p:nvPr/>
        </p:nvCxnSpPr>
        <p:spPr>
          <a:xfrm>
            <a:off x="3842266" y="2487126"/>
            <a:ext cx="6543" cy="29630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5" name="직사각형 594">
            <a:extLst>
              <a:ext uri="{FF2B5EF4-FFF2-40B4-BE49-F238E27FC236}">
                <a16:creationId xmlns:a16="http://schemas.microsoft.com/office/drawing/2014/main" id="{B0867E59-840C-A6D2-E590-AB1018F7C304}"/>
              </a:ext>
            </a:extLst>
          </p:cNvPr>
          <p:cNvSpPr/>
          <p:nvPr/>
        </p:nvSpPr>
        <p:spPr>
          <a:xfrm>
            <a:off x="5035245" y="2015538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596" name="직선 연결선[R] 595">
            <a:extLst>
              <a:ext uri="{FF2B5EF4-FFF2-40B4-BE49-F238E27FC236}">
                <a16:creationId xmlns:a16="http://schemas.microsoft.com/office/drawing/2014/main" id="{CB356C05-17AE-8299-C442-0C39FC70568D}"/>
              </a:ext>
            </a:extLst>
          </p:cNvPr>
          <p:cNvCxnSpPr>
            <a:cxnSpLocks/>
            <a:stCxn id="595" idx="2"/>
            <a:endCxn id="527" idx="0"/>
          </p:cNvCxnSpPr>
          <p:nvPr/>
        </p:nvCxnSpPr>
        <p:spPr>
          <a:xfrm>
            <a:off x="5430723" y="2481073"/>
            <a:ext cx="0" cy="30235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1093F23F-D0E0-2F23-8D5A-4798B364E752}"/>
              </a:ext>
            </a:extLst>
          </p:cNvPr>
          <p:cNvSpPr/>
          <p:nvPr/>
        </p:nvSpPr>
        <p:spPr>
          <a:xfrm>
            <a:off x="6617155" y="2015538"/>
            <a:ext cx="790956" cy="465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payment</a:t>
            </a:r>
          </a:p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method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04" name="직선 연결선[R] 603">
            <a:extLst>
              <a:ext uri="{FF2B5EF4-FFF2-40B4-BE49-F238E27FC236}">
                <a16:creationId xmlns:a16="http://schemas.microsoft.com/office/drawing/2014/main" id="{DD4625C9-5688-EB2F-9D79-44AF8E71664C}"/>
              </a:ext>
            </a:extLst>
          </p:cNvPr>
          <p:cNvCxnSpPr>
            <a:cxnSpLocks/>
          </p:cNvCxnSpPr>
          <p:nvPr/>
        </p:nvCxnSpPr>
        <p:spPr>
          <a:xfrm flipV="1">
            <a:off x="7797045" y="1599981"/>
            <a:ext cx="0" cy="141621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직선 연결선[R] 612">
            <a:extLst>
              <a:ext uri="{FF2B5EF4-FFF2-40B4-BE49-F238E27FC236}">
                <a16:creationId xmlns:a16="http://schemas.microsoft.com/office/drawing/2014/main" id="{436A61EA-7BDE-F10C-BC5B-14ADD4E2E2EB}"/>
              </a:ext>
            </a:extLst>
          </p:cNvPr>
          <p:cNvCxnSpPr>
            <a:cxnSpLocks/>
            <a:stCxn id="595" idx="3"/>
            <a:endCxn id="599" idx="1"/>
          </p:cNvCxnSpPr>
          <p:nvPr/>
        </p:nvCxnSpPr>
        <p:spPr>
          <a:xfrm>
            <a:off x="5826201" y="2248306"/>
            <a:ext cx="790954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6" name="직사각형 615">
            <a:extLst>
              <a:ext uri="{FF2B5EF4-FFF2-40B4-BE49-F238E27FC236}">
                <a16:creationId xmlns:a16="http://schemas.microsoft.com/office/drawing/2014/main" id="{B9B55EE1-5D05-BEF7-3ED3-932860F4DDF4}"/>
              </a:ext>
            </a:extLst>
          </p:cNvPr>
          <p:cNvSpPr/>
          <p:nvPr/>
        </p:nvSpPr>
        <p:spPr>
          <a:xfrm>
            <a:off x="5028698" y="485411"/>
            <a:ext cx="790956" cy="465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refund</a:t>
            </a:r>
            <a:endParaRPr lang="ko-KR" altLang="en-US" sz="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617" name="직선 연결선[R] 616">
            <a:extLst>
              <a:ext uri="{FF2B5EF4-FFF2-40B4-BE49-F238E27FC236}">
                <a16:creationId xmlns:a16="http://schemas.microsoft.com/office/drawing/2014/main" id="{014772D3-6B63-6DFB-FF7D-062149AA0432}"/>
              </a:ext>
            </a:extLst>
          </p:cNvPr>
          <p:cNvCxnSpPr>
            <a:cxnSpLocks/>
          </p:cNvCxnSpPr>
          <p:nvPr/>
        </p:nvCxnSpPr>
        <p:spPr>
          <a:xfrm flipV="1">
            <a:off x="7408111" y="3016196"/>
            <a:ext cx="388934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직선 연결선[R] 617">
            <a:extLst>
              <a:ext uri="{FF2B5EF4-FFF2-40B4-BE49-F238E27FC236}">
                <a16:creationId xmlns:a16="http://schemas.microsoft.com/office/drawing/2014/main" id="{F871E7E2-930B-5533-9D36-88E5A80ACC41}"/>
              </a:ext>
            </a:extLst>
          </p:cNvPr>
          <p:cNvCxnSpPr>
            <a:cxnSpLocks/>
          </p:cNvCxnSpPr>
          <p:nvPr/>
        </p:nvCxnSpPr>
        <p:spPr>
          <a:xfrm flipV="1">
            <a:off x="5839287" y="2909068"/>
            <a:ext cx="388934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직선 연결선[R] 618">
            <a:extLst>
              <a:ext uri="{FF2B5EF4-FFF2-40B4-BE49-F238E27FC236}">
                <a16:creationId xmlns:a16="http://schemas.microsoft.com/office/drawing/2014/main" id="{4C245685-EE43-B79C-720B-63C56D0A30CB}"/>
              </a:ext>
            </a:extLst>
          </p:cNvPr>
          <p:cNvCxnSpPr>
            <a:cxnSpLocks/>
          </p:cNvCxnSpPr>
          <p:nvPr/>
        </p:nvCxnSpPr>
        <p:spPr>
          <a:xfrm flipV="1">
            <a:off x="6215134" y="715552"/>
            <a:ext cx="0" cy="21935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직선 연결선[R] 620">
            <a:extLst>
              <a:ext uri="{FF2B5EF4-FFF2-40B4-BE49-F238E27FC236}">
                <a16:creationId xmlns:a16="http://schemas.microsoft.com/office/drawing/2014/main" id="{0A965C5C-B125-3F46-53AB-1F9E35ACACE7}"/>
              </a:ext>
            </a:extLst>
          </p:cNvPr>
          <p:cNvCxnSpPr>
            <a:cxnSpLocks/>
          </p:cNvCxnSpPr>
          <p:nvPr/>
        </p:nvCxnSpPr>
        <p:spPr>
          <a:xfrm flipH="1">
            <a:off x="7408111" y="1606488"/>
            <a:ext cx="38893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직선 연결선[R] 621">
            <a:extLst>
              <a:ext uri="{FF2B5EF4-FFF2-40B4-BE49-F238E27FC236}">
                <a16:creationId xmlns:a16="http://schemas.microsoft.com/office/drawing/2014/main" id="{FEBB9E20-3C3F-77A2-C56D-CCB78FA1A19C}"/>
              </a:ext>
            </a:extLst>
          </p:cNvPr>
          <p:cNvCxnSpPr>
            <a:cxnSpLocks/>
            <a:endCxn id="616" idx="3"/>
          </p:cNvCxnSpPr>
          <p:nvPr/>
        </p:nvCxnSpPr>
        <p:spPr>
          <a:xfrm flipH="1">
            <a:off x="5819654" y="715552"/>
            <a:ext cx="395480" cy="26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직선 연결선[R] 622">
            <a:extLst>
              <a:ext uri="{FF2B5EF4-FFF2-40B4-BE49-F238E27FC236}">
                <a16:creationId xmlns:a16="http://schemas.microsoft.com/office/drawing/2014/main" id="{ECDF1621-E5B3-8952-D005-1BAFC23B2B1A}"/>
              </a:ext>
            </a:extLst>
          </p:cNvPr>
          <p:cNvCxnSpPr>
            <a:cxnSpLocks/>
          </p:cNvCxnSpPr>
          <p:nvPr/>
        </p:nvCxnSpPr>
        <p:spPr>
          <a:xfrm>
            <a:off x="5839287" y="2131921"/>
            <a:ext cx="25671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직선 연결선[R] 625">
            <a:extLst>
              <a:ext uri="{FF2B5EF4-FFF2-40B4-BE49-F238E27FC236}">
                <a16:creationId xmlns:a16="http://schemas.microsoft.com/office/drawing/2014/main" id="{208BE25E-E5B6-6B7D-AD32-E46836B17B34}"/>
              </a:ext>
            </a:extLst>
          </p:cNvPr>
          <p:cNvCxnSpPr>
            <a:cxnSpLocks/>
          </p:cNvCxnSpPr>
          <p:nvPr/>
        </p:nvCxnSpPr>
        <p:spPr>
          <a:xfrm flipV="1">
            <a:off x="6096000" y="776087"/>
            <a:ext cx="0" cy="135583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직선 연결선[R] 631">
            <a:extLst>
              <a:ext uri="{FF2B5EF4-FFF2-40B4-BE49-F238E27FC236}">
                <a16:creationId xmlns:a16="http://schemas.microsoft.com/office/drawing/2014/main" id="{F3E29A6C-67A4-6B9B-4A09-2CAD42959CD2}"/>
              </a:ext>
            </a:extLst>
          </p:cNvPr>
          <p:cNvCxnSpPr>
            <a:cxnSpLocks/>
          </p:cNvCxnSpPr>
          <p:nvPr/>
        </p:nvCxnSpPr>
        <p:spPr>
          <a:xfrm>
            <a:off x="5819654" y="776087"/>
            <a:ext cx="25671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5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기류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6242</TotalTime>
  <Words>400</Words>
  <Application>Microsoft Macintosh PowerPoint</Application>
  <PresentationFormat>와이드스크린</PresentationFormat>
  <Paragraphs>362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맑은 고딕</vt:lpstr>
      <vt:lpstr>KoPubWorld돋움체 Light</vt:lpstr>
      <vt:lpstr>KoPubWorld돋움체 Medium</vt:lpstr>
      <vt:lpstr>Arial</vt:lpstr>
      <vt:lpstr>KoPubWorld돋움체 Bold</vt:lpstr>
      <vt:lpstr>Office 테마</vt:lpstr>
      <vt:lpstr>Database System</vt:lpstr>
      <vt:lpstr>ER Diagram</vt:lpstr>
      <vt:lpstr>ER Diagram</vt:lpstr>
      <vt:lpstr>PowerPoint 프레젠테이션</vt:lpstr>
      <vt:lpstr>V1</vt:lpstr>
      <vt:lpstr>V2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JAISE’18</dc:title>
  <dc:creator>Windows 사용자</dc:creator>
  <cp:lastModifiedBy>강태영</cp:lastModifiedBy>
  <cp:revision>330</cp:revision>
  <dcterms:created xsi:type="dcterms:W3CDTF">2018-08-23T01:36:56Z</dcterms:created>
  <dcterms:modified xsi:type="dcterms:W3CDTF">2025-12-04T08:27:11Z</dcterms:modified>
</cp:coreProperties>
</file>