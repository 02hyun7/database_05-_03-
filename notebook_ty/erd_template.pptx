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26" r:id="rId1"/>
  </p:sldMasterIdLst>
  <p:notesMasterIdLst>
    <p:notesMasterId r:id="rId23"/>
  </p:notesMasterIdLst>
  <p:handoutMasterIdLst>
    <p:handoutMasterId r:id="rId24"/>
  </p:handoutMasterIdLst>
  <p:sldIdLst>
    <p:sldId id="259" r:id="rId2"/>
    <p:sldId id="398" r:id="rId3"/>
    <p:sldId id="396" r:id="rId4"/>
    <p:sldId id="406" r:id="rId5"/>
    <p:sldId id="405" r:id="rId6"/>
    <p:sldId id="409" r:id="rId7"/>
    <p:sldId id="414" r:id="rId8"/>
    <p:sldId id="415" r:id="rId9"/>
    <p:sldId id="416" r:id="rId10"/>
    <p:sldId id="417" r:id="rId11"/>
    <p:sldId id="418" r:id="rId12"/>
    <p:sldId id="420" r:id="rId13"/>
    <p:sldId id="421" r:id="rId14"/>
    <p:sldId id="422" r:id="rId15"/>
    <p:sldId id="423" r:id="rId16"/>
    <p:sldId id="412" r:id="rId17"/>
    <p:sldId id="410" r:id="rId18"/>
    <p:sldId id="411" r:id="rId19"/>
    <p:sldId id="413" r:id="rId20"/>
    <p:sldId id="403" r:id="rId21"/>
    <p:sldId id="400" r:id="rId22"/>
  </p:sldIdLst>
  <p:sldSz cx="12192000" cy="6858000"/>
  <p:notesSz cx="6858000" cy="9144000"/>
  <p:embeddedFontLst>
    <p:embeddedFont>
      <p:font typeface="KoPubWorld돋움체 Bold" pitchFamily="2" charset="-127"/>
      <p:bold r:id="rId25"/>
    </p:embeddedFont>
    <p:embeddedFont>
      <p:font typeface="KoPubWorld돋움체 Light" pitchFamily="2" charset="-127"/>
      <p:regular r:id="rId26"/>
    </p:embeddedFont>
    <p:embeddedFont>
      <p:font typeface="KoPubWorld돋움체 Medium" pitchFamily="2" charset="-127"/>
      <p:regular r:id="rId27"/>
    </p:embeddedFont>
    <p:embeddedFont>
      <p:font typeface="S-Core Dream 5 Medium" panose="020B0503030302020204" pitchFamily="34" charset="-127"/>
      <p:regular r:id="rId28"/>
    </p:embeddedFont>
    <p:embeddedFont>
      <p:font typeface="맑은 고딕" panose="020B0503020000020004" pitchFamily="34" charset="-127"/>
      <p:regular r:id="rId29"/>
      <p:bold r:id="rId30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98E"/>
    <a:srgbClr val="F0F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1295" autoAdjust="0"/>
    <p:restoredTop sz="94660"/>
  </p:normalViewPr>
  <p:slideViewPr>
    <p:cSldViewPr snapToGrid="0">
      <p:cViewPr>
        <p:scale>
          <a:sx n="198" d="100"/>
          <a:sy n="198" d="100"/>
        </p:scale>
        <p:origin x="-7288" y="-1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2964" y="102"/>
      </p:cViewPr>
      <p:guideLst/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5DFC5F-1939-41AF-891D-8BE6928784CA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184B98-3C0E-4EA8-9CBB-0149333E58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0846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A3949-66A9-42B8-A303-0972F04D40C0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B920D6-0251-4D4D-8E3E-823999663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6973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5160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6420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65739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5FDD1-F045-22F0-10CF-96E10D6AA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35283-F9B5-827E-56D7-C7F2632A0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306B56-B1E2-0530-A330-3608A65340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0C052D-3726-4567-F88F-906747DB5E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2484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BDE61-1941-ABFC-A57D-8F4381CC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0FD37A-5D6A-4810-AC42-69CA5ECE37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B3276E-D033-086D-2098-2BAD5C785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0010B4-1500-217F-EA3C-0A9B4E5CAE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0295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0B349-F557-4FAC-1C94-EE890694A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0F1A3C-81CA-DA35-76F2-22402CA92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DBBB0D-F176-690F-E3F3-97D512AC97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D3F862-276B-CC33-35DE-AD9ECCDA92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41996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080D7-792F-AB26-C012-9B66FBB7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002C7B-F51E-6AB8-CEDA-A66CD7A9F3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AE6223-1E76-BDBD-63CB-80AFBA1BD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307478-5BB6-1384-B133-EC6EF43FD7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3994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EF3C3-F56F-9E6A-0D6B-B88F9BE4A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F5E498F-2533-0C5E-2743-25290BD24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26D38F-5105-5C2D-ABD0-9AE60EAE1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05973-5F12-5CDB-10C2-435AB8A01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9944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26ECA-29C9-6A96-1ACA-3BACB4340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AE5682-2E92-8769-BA81-A84F557364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570A3A-415D-354A-5A8A-C5425065D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29C283-9FC1-5A57-F21A-0230DC7BD0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9237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2D2BA-5A5F-3807-E6EC-C7A64FCA0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C63727C-64A0-A363-3A9A-01A0A65C12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5601A2-7D87-E5FF-86F6-0F58E0A5FC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C00D36-F4B0-1C90-9DE6-211F19D713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83121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DD6E9-C144-A26D-7B79-8592D9952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8267581-FC74-3131-7FFB-7E26D9A5B4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6444E5-57BD-6E54-3F7F-5CB9F933E8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98A8CB-979F-88E1-5401-48A6DD0FCC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38609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F3EE2-B229-193A-4B3B-BD01F6158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D2BACFF-FD9F-FB2B-2BF7-69577AD67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7AABB7-D491-2F5B-69EB-49D522E98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33087C-19A7-2235-D6DD-656C04C173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30285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8117F-9306-9455-3B64-B99615FF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450A31-81DF-36BF-48E2-B3B0CA99D6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291F5C-4BA6-4B5F-6025-4960039097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CC0204-17FE-BC8D-3208-0B0867C977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27170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24422-29EE-DD71-A77D-C69E428B2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4FD9AF-E0C9-A666-2C50-E46CB03121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D3A7C5-6DB4-96DB-95EC-DC21DA54A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E4D7F7-EA6B-E6C8-B88A-5A1C1491A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22001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A5550-A7FD-EEA7-5092-BB48C8694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6DED44-BA6D-A4D5-6ADD-8860B3ADD5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2F4487-9671-B8D9-75FE-0E476D1D4F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EC514D-5CA0-3AD7-75FB-5C557C0C27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42689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36D48-5433-AB3B-9CBC-6753382A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86A0177-3EE2-73BD-3878-4E4968FD4E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10D53F-00C2-C1A4-490A-DA8D38026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58A507-06D2-737D-76AC-444707F0D3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2271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890B2-7D00-CF71-5CCD-7714F9843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F9E80CC-5A86-0ED8-B1C8-B1CFD1BC0A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9E7C828-E15E-C976-C418-8A343F1F8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9C1AC9-7119-DAA5-9616-FD1137DA7B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18097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45BAF-56E9-652D-B6BF-6E6295999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D0F527-2FB7-3DBC-63C2-806B6D4B41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1FEAAD-B989-B031-6840-9966CE8019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41C0E-890A-D917-A62D-8E4CEF28FB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77950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766D6-02C0-6C76-DC79-E8B252E5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51D5B6-1108-0EDC-E3EB-78D6290DC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4BEB07-6FD2-B190-1CA2-190FB52EDA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61D96-9630-DF1D-2FD3-CCFE3D0B16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24695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7A02A-BC16-6FB5-7425-6B448D69B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76BED3-B5FB-DCE2-6B39-DD553E2C95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CCE40C-F8DB-34A6-3E11-61FA8F8B2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370B72-7E3A-88DC-C8E4-D0977564CC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9075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954A4-568D-13AD-110B-7DF3351A6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FE4305-B519-F886-2B36-1B6B2DEC1D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A0F427-8C0A-0527-32C2-7E4608E02D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4D4DA4-82A3-3779-E842-53C232293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4477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101724" y="4774456"/>
            <a:ext cx="10252075" cy="1381248"/>
          </a:xfrm>
        </p:spPr>
        <p:txBody>
          <a:bodyPr anchor="t">
            <a:normAutofit/>
          </a:bodyPr>
          <a:lstStyle>
            <a:lvl1pPr marL="0" indent="0" algn="l">
              <a:buNone/>
              <a:defRPr sz="1400" b="0" baseline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 dirty="0"/>
              <a:t>1. First goal</a:t>
            </a:r>
          </a:p>
          <a:p>
            <a:r>
              <a:rPr lang="en-US" altLang="ko-KR" dirty="0"/>
              <a:t>2. Second goal</a:t>
            </a:r>
            <a:endParaRPr lang="ko-KR" altLang="en-US" dirty="0"/>
          </a:p>
        </p:txBody>
      </p:sp>
      <p:sp>
        <p:nvSpPr>
          <p:cNvPr id="14" name="제목 13"/>
          <p:cNvSpPr>
            <a:spLocks noGrp="1"/>
          </p:cNvSpPr>
          <p:nvPr>
            <p:ph type="title" hasCustomPrompt="1"/>
          </p:nvPr>
        </p:nvSpPr>
        <p:spPr>
          <a:xfrm>
            <a:off x="1102150" y="572517"/>
            <a:ext cx="10251650" cy="1482528"/>
          </a:xfrm>
        </p:spPr>
        <p:txBody>
          <a:bodyPr anchor="b"/>
          <a:lstStyle>
            <a:lvl1pPr>
              <a:defRPr>
                <a:solidFill>
                  <a:schemeClr val="accent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22" name="텍스트 개체 틀 21"/>
          <p:cNvSpPr>
            <a:spLocks noGrp="1"/>
          </p:cNvSpPr>
          <p:nvPr>
            <p:ph type="body" sz="quarter" idx="11" hasCustomPrompt="1"/>
          </p:nvPr>
        </p:nvSpPr>
        <p:spPr>
          <a:xfrm>
            <a:off x="1101725" y="2196363"/>
            <a:ext cx="10252074" cy="1008749"/>
          </a:xfrm>
        </p:spPr>
        <p:txBody>
          <a:bodyPr/>
          <a:lstStyle>
            <a:lvl1pPr marL="0" indent="0">
              <a:buNone/>
              <a:defRPr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pPr lvl="0"/>
            <a:r>
              <a:rPr lang="en-US" altLang="ko-KR" dirty="0"/>
              <a:t>Subtitle</a:t>
            </a:r>
            <a:endParaRPr lang="ko-KR" altLang="en-US" dirty="0"/>
          </a:p>
        </p:txBody>
      </p:sp>
      <p:sp>
        <p:nvSpPr>
          <p:cNvPr id="24" name="텍스트 개체 틀 23"/>
          <p:cNvSpPr>
            <a:spLocks noGrp="1"/>
          </p:cNvSpPr>
          <p:nvPr>
            <p:ph type="body" sz="quarter" idx="12" hasCustomPrompt="1"/>
          </p:nvPr>
        </p:nvSpPr>
        <p:spPr>
          <a:xfrm>
            <a:off x="7707085" y="3527970"/>
            <a:ext cx="3646714" cy="461962"/>
          </a:xfrm>
        </p:spPr>
        <p:txBody>
          <a:bodyPr>
            <a:normAutofit/>
          </a:bodyPr>
          <a:lstStyle>
            <a:lvl1pPr marL="0" indent="0" algn="r">
              <a:buNone/>
              <a:defRPr sz="200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pPr lvl="0"/>
            <a:r>
              <a:rPr lang="en-US" altLang="ko-KR" dirty="0"/>
              <a:t>Weeks (xx/16)</a:t>
            </a:r>
            <a:endParaRPr lang="ko-KR" altLang="en-US" dirty="0"/>
          </a:p>
        </p:txBody>
      </p:sp>
      <p:sp>
        <p:nvSpPr>
          <p:cNvPr id="5" name="TextBox 4"/>
          <p:cNvSpPr txBox="1"/>
          <p:nvPr userDrawn="1"/>
        </p:nvSpPr>
        <p:spPr>
          <a:xfrm>
            <a:off x="1101725" y="4312791"/>
            <a:ext cx="165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solidFill>
                  <a:schemeClr val="accent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License</a:t>
            </a:r>
            <a:endParaRPr lang="ko-KR" altLang="en-US" sz="2400" b="1" dirty="0">
              <a:solidFill>
                <a:schemeClr val="accent6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00369765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10705" y="410368"/>
            <a:ext cx="10737130" cy="654861"/>
          </a:xfrm>
        </p:spPr>
        <p:txBody>
          <a:bodyPr anchor="t"/>
          <a:lstStyle>
            <a:lvl1pPr>
              <a:defRPr sz="4400" baseline="0">
                <a:solidFill>
                  <a:schemeClr val="accent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</a:lstStyle>
          <a:p>
            <a:r>
              <a:rPr lang="en-US" altLang="ko-KR" dirty="0"/>
              <a:t>Section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44627" y="1825625"/>
            <a:ext cx="10903208" cy="4351338"/>
          </a:xfrm>
        </p:spPr>
        <p:txBody>
          <a:bodyPr>
            <a:normAutofit/>
          </a:bodyPr>
          <a:lstStyle>
            <a:lvl1pPr marL="457200" indent="-457200">
              <a:buFont typeface="맑은 고딕" panose="020B0503020000020004" pitchFamily="50" charset="-127"/>
              <a:buChar char=" "/>
              <a:defRPr sz="20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800100" indent="-342900">
              <a:buFont typeface="맑은 고딕" panose="020B0503020000020004" pitchFamily="50" charset="-127"/>
              <a:buChar char=" "/>
              <a:defRPr sz="18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2pPr>
            <a:lvl3pPr marL="1257300" indent="-342900">
              <a:buFont typeface="맑은 고딕" panose="020B0503020000020004" pitchFamily="50" charset="-127"/>
              <a:buChar char=" "/>
              <a:defRPr sz="16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3pPr>
            <a:lvl4pPr marL="1657350" indent="-285750">
              <a:buFont typeface="맑은 고딕" panose="020B0503020000020004" pitchFamily="50" charset="-127"/>
              <a:buChar char=" "/>
              <a:defRPr sz="14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4pPr>
            <a:lvl5pPr marL="2114550" indent="-285750">
              <a:buFont typeface="맑은 고딕" panose="020B0503020000020004" pitchFamily="50" charset="-127"/>
              <a:buChar char=" "/>
              <a:defRPr sz="14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0" hasCustomPrompt="1"/>
          </p:nvPr>
        </p:nvSpPr>
        <p:spPr>
          <a:xfrm>
            <a:off x="810705" y="1065229"/>
            <a:ext cx="10737130" cy="509588"/>
          </a:xfrm>
        </p:spPr>
        <p:txBody>
          <a:bodyPr/>
          <a:lstStyle>
            <a:lvl1pPr marL="0" indent="0">
              <a:buNone/>
              <a:defRPr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pPr lvl="0"/>
            <a:r>
              <a:rPr lang="en-US" altLang="ko-KR" dirty="0"/>
              <a:t>Subsection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8678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18650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fld id="{1805336C-5CC8-4FD5-A3DF-65457D0FFC6B}" type="datetimeFigureOut">
              <a:rPr lang="ko-KR" altLang="en-US" smtClean="0"/>
              <a:pPr/>
              <a:t>2025. 12. 4.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18650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18650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fld id="{BADD9178-41EF-4962-AB62-A9BEF6BCDFE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6206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부제목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You can use, copy, modify and redistribute the entire or the partial contents of this template.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Database System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ERD Template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Additional Materials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5987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ER Diagram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Example</a:t>
            </a:r>
            <a:endParaRPr lang="ko-KR" altLang="en-US" dirty="0"/>
          </a:p>
        </p:txBody>
      </p:sp>
      <p:sp>
        <p:nvSpPr>
          <p:cNvPr id="234" name="직사각형 233"/>
          <p:cNvSpPr/>
          <p:nvPr/>
        </p:nvSpPr>
        <p:spPr>
          <a:xfrm>
            <a:off x="6282824" y="1642764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46" name="직사각형 245"/>
          <p:cNvSpPr/>
          <p:nvPr/>
        </p:nvSpPr>
        <p:spPr>
          <a:xfrm>
            <a:off x="5781132" y="288569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47" name="직사각형 246"/>
          <p:cNvSpPr/>
          <p:nvPr/>
        </p:nvSpPr>
        <p:spPr>
          <a:xfrm>
            <a:off x="6798076" y="288569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48" name="직사각형 247"/>
          <p:cNvSpPr/>
          <p:nvPr/>
        </p:nvSpPr>
        <p:spPr>
          <a:xfrm>
            <a:off x="3747243" y="288569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49" name="직사각형 248"/>
          <p:cNvSpPr/>
          <p:nvPr/>
        </p:nvSpPr>
        <p:spPr>
          <a:xfrm>
            <a:off x="4764187" y="288569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0" name="직사각형 249"/>
          <p:cNvSpPr/>
          <p:nvPr/>
        </p:nvSpPr>
        <p:spPr>
          <a:xfrm>
            <a:off x="7815020" y="288569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</a:t>
            </a:r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1" name="직사각형 250"/>
          <p:cNvSpPr/>
          <p:nvPr/>
        </p:nvSpPr>
        <p:spPr>
          <a:xfrm>
            <a:off x="8831964" y="288569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2" name="직사각형 251"/>
          <p:cNvSpPr/>
          <p:nvPr/>
        </p:nvSpPr>
        <p:spPr>
          <a:xfrm>
            <a:off x="9848909" y="288569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3" name="직사각형 252"/>
          <p:cNvSpPr/>
          <p:nvPr/>
        </p:nvSpPr>
        <p:spPr>
          <a:xfrm>
            <a:off x="8831963" y="398851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8" name="직사각형 257"/>
          <p:cNvSpPr/>
          <p:nvPr/>
        </p:nvSpPr>
        <p:spPr>
          <a:xfrm>
            <a:off x="8831963" y="5091334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9" name="직사각형 258"/>
          <p:cNvSpPr/>
          <p:nvPr/>
        </p:nvSpPr>
        <p:spPr>
          <a:xfrm>
            <a:off x="8831963" y="1642764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60" name="직사각형 259"/>
          <p:cNvSpPr/>
          <p:nvPr/>
        </p:nvSpPr>
        <p:spPr>
          <a:xfrm>
            <a:off x="7815020" y="763673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5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61" name="직사각형 260"/>
          <p:cNvSpPr/>
          <p:nvPr/>
        </p:nvSpPr>
        <p:spPr>
          <a:xfrm>
            <a:off x="9848909" y="763673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70" name="직사각형 269"/>
          <p:cNvSpPr/>
          <p:nvPr/>
        </p:nvSpPr>
        <p:spPr>
          <a:xfrm>
            <a:off x="10865853" y="398851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271" name="그룹 270"/>
          <p:cNvGrpSpPr/>
          <p:nvPr/>
        </p:nvGrpSpPr>
        <p:grpSpPr>
          <a:xfrm rot="10800000">
            <a:off x="9622920" y="4131322"/>
            <a:ext cx="1242934" cy="179918"/>
            <a:chOff x="7756782" y="4369985"/>
            <a:chExt cx="1654345" cy="239471"/>
          </a:xfrm>
        </p:grpSpPr>
        <p:cxnSp>
          <p:nvCxnSpPr>
            <p:cNvPr id="540" name="직선 연결선 539"/>
            <p:cNvCxnSpPr/>
            <p:nvPr/>
          </p:nvCxnSpPr>
          <p:spPr>
            <a:xfrm rot="10800000" flipH="1">
              <a:off x="7756782" y="4494892"/>
              <a:ext cx="1654344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41" name="그룹 540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545" name="직선 연결선 544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6" name="직선 연결선 545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7" name="직선 연결선 546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42" name="직선 연결선 541"/>
            <p:cNvCxnSpPr/>
            <p:nvPr/>
          </p:nvCxnSpPr>
          <p:spPr>
            <a:xfrm>
              <a:off x="7898675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3" name="직선 연결선 542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4" name="타원 543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272" name="그룹 271"/>
          <p:cNvGrpSpPr/>
          <p:nvPr/>
        </p:nvGrpSpPr>
        <p:grpSpPr>
          <a:xfrm rot="5400000">
            <a:off x="8908799" y="4682733"/>
            <a:ext cx="637287" cy="179918"/>
            <a:chOff x="8562897" y="4369985"/>
            <a:chExt cx="848230" cy="239471"/>
          </a:xfrm>
        </p:grpSpPr>
        <p:cxnSp>
          <p:nvCxnSpPr>
            <p:cNvPr id="532" name="직선 연결선 531"/>
            <p:cNvCxnSpPr/>
            <p:nvPr/>
          </p:nvCxnSpPr>
          <p:spPr>
            <a:xfrm rot="16200000">
              <a:off x="8987011" y="4065607"/>
              <a:ext cx="0" cy="84822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33" name="그룹 532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537" name="직선 연결선 536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8" name="직선 연결선 537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9" name="직선 연결선 538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34" name="직선 연결선 533"/>
            <p:cNvCxnSpPr/>
            <p:nvPr/>
          </p:nvCxnSpPr>
          <p:spPr>
            <a:xfrm>
              <a:off x="8704889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5" name="직선 연결선 534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36" name="타원 535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cxnSp>
        <p:nvCxnSpPr>
          <p:cNvPr id="273" name="직선 연결선 272"/>
          <p:cNvCxnSpPr>
            <a:stCxn id="250" idx="2"/>
          </p:cNvCxnSpPr>
          <p:nvPr/>
        </p:nvCxnSpPr>
        <p:spPr>
          <a:xfrm flipH="1">
            <a:off x="8210498" y="3351230"/>
            <a:ext cx="1" cy="332203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4" name="직선 연결선 273"/>
          <p:cNvCxnSpPr>
            <a:endCxn id="253" idx="0"/>
          </p:cNvCxnSpPr>
          <p:nvPr/>
        </p:nvCxnSpPr>
        <p:spPr>
          <a:xfrm>
            <a:off x="9223556" y="3351230"/>
            <a:ext cx="3886" cy="63728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5" name="직선 연결선 274"/>
          <p:cNvCxnSpPr/>
          <p:nvPr/>
        </p:nvCxnSpPr>
        <p:spPr>
          <a:xfrm>
            <a:off x="10240500" y="3351230"/>
            <a:ext cx="0" cy="332203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6" name="직선 연결선 275"/>
          <p:cNvCxnSpPr/>
          <p:nvPr/>
        </p:nvCxnSpPr>
        <p:spPr>
          <a:xfrm flipV="1">
            <a:off x="8210498" y="3676966"/>
            <a:ext cx="2030002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77" name="그룹 276"/>
          <p:cNvGrpSpPr/>
          <p:nvPr/>
        </p:nvGrpSpPr>
        <p:grpSpPr>
          <a:xfrm>
            <a:off x="9086871" y="3504290"/>
            <a:ext cx="273366" cy="266712"/>
            <a:chOff x="9572828" y="3343638"/>
            <a:chExt cx="363851" cy="354994"/>
          </a:xfrm>
        </p:grpSpPr>
        <p:sp>
          <p:nvSpPr>
            <p:cNvPr id="529" name="순서도: 지연 528"/>
            <p:cNvSpPr/>
            <p:nvPr/>
          </p:nvSpPr>
          <p:spPr>
            <a:xfrm rot="16200000">
              <a:off x="9580405" y="3342358"/>
              <a:ext cx="354994" cy="357554"/>
            </a:xfrm>
            <a:prstGeom prst="flowChartDelay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530" name="직선 연결선 529"/>
            <p:cNvCxnSpPr/>
            <p:nvPr/>
          </p:nvCxnSpPr>
          <p:spPr>
            <a:xfrm>
              <a:off x="9579125" y="3484124"/>
              <a:ext cx="357554" cy="17749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1" name="직선 연결선 530"/>
            <p:cNvCxnSpPr/>
            <p:nvPr/>
          </p:nvCxnSpPr>
          <p:spPr>
            <a:xfrm flipH="1">
              <a:off x="9572828" y="3484124"/>
              <a:ext cx="363851" cy="17737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78" name="그룹 277"/>
          <p:cNvGrpSpPr/>
          <p:nvPr/>
        </p:nvGrpSpPr>
        <p:grpSpPr>
          <a:xfrm rot="16200000">
            <a:off x="9412844" y="1966903"/>
            <a:ext cx="1656489" cy="181096"/>
            <a:chOff x="7206341" y="4369985"/>
            <a:chExt cx="2204787" cy="241039"/>
          </a:xfrm>
        </p:grpSpPr>
        <p:cxnSp>
          <p:nvCxnSpPr>
            <p:cNvPr id="521" name="직선 연결선 520"/>
            <p:cNvCxnSpPr>
              <a:stCxn id="252" idx="0"/>
              <a:endCxn id="261" idx="2"/>
            </p:cNvCxnSpPr>
            <p:nvPr/>
          </p:nvCxnSpPr>
          <p:spPr>
            <a:xfrm rot="5400000" flipV="1">
              <a:off x="8308735" y="3392502"/>
              <a:ext cx="0" cy="220478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22" name="그룹 521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526" name="직선 연결선 525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27" name="직선 연결선 526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28" name="직선 연결선 527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23" name="직선 연결선 522"/>
            <p:cNvCxnSpPr/>
            <p:nvPr/>
          </p:nvCxnSpPr>
          <p:spPr>
            <a:xfrm>
              <a:off x="7331503" y="4374223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4" name="직선 연결선 523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25" name="타원 524"/>
            <p:cNvSpPr/>
            <p:nvPr/>
          </p:nvSpPr>
          <p:spPr>
            <a:xfrm>
              <a:off x="9094080" y="4401336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279" name="그룹 278"/>
          <p:cNvGrpSpPr/>
          <p:nvPr/>
        </p:nvGrpSpPr>
        <p:grpSpPr>
          <a:xfrm rot="10800000">
            <a:off x="8605976" y="906480"/>
            <a:ext cx="1242933" cy="179918"/>
            <a:chOff x="7756785" y="4369985"/>
            <a:chExt cx="1654343" cy="239471"/>
          </a:xfrm>
        </p:grpSpPr>
        <p:cxnSp>
          <p:nvCxnSpPr>
            <p:cNvPr id="513" name="직선 연결선 512"/>
            <p:cNvCxnSpPr>
              <a:stCxn id="261" idx="1"/>
              <a:endCxn id="260" idx="3"/>
            </p:cNvCxnSpPr>
            <p:nvPr/>
          </p:nvCxnSpPr>
          <p:spPr>
            <a:xfrm rot="10800000" flipH="1">
              <a:off x="7756785" y="4489720"/>
              <a:ext cx="1654343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14" name="그룹 513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518" name="직선 연결선 517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9" name="직선 연결선 518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20" name="직선 연결선 519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15" name="직선 연결선 514"/>
            <p:cNvCxnSpPr/>
            <p:nvPr/>
          </p:nvCxnSpPr>
          <p:spPr>
            <a:xfrm>
              <a:off x="7881297" y="436998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6" name="직선 연결선 515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17" name="타원 516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280" name="그룹 279"/>
          <p:cNvGrpSpPr/>
          <p:nvPr/>
        </p:nvGrpSpPr>
        <p:grpSpPr>
          <a:xfrm rot="5400000">
            <a:off x="6884714" y="712457"/>
            <a:ext cx="637385" cy="1223227"/>
            <a:chOff x="8562771" y="2981340"/>
            <a:chExt cx="848360" cy="1628116"/>
          </a:xfrm>
        </p:grpSpPr>
        <p:cxnSp>
          <p:nvCxnSpPr>
            <p:cNvPr id="503" name="직선 연결선 502"/>
            <p:cNvCxnSpPr>
              <a:endCxn id="234" idx="0"/>
            </p:cNvCxnSpPr>
            <p:nvPr/>
          </p:nvCxnSpPr>
          <p:spPr>
            <a:xfrm rot="16200000" flipH="1">
              <a:off x="9038146" y="4121327"/>
              <a:ext cx="3" cy="74596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04" name="그룹 503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510" name="직선 연결선 509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1" name="직선 연결선 510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2" name="직선 연결선 511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05" name="직선 연결선 504"/>
            <p:cNvCxnSpPr/>
            <p:nvPr/>
          </p:nvCxnSpPr>
          <p:spPr>
            <a:xfrm rot="16200000" flipH="1" flipV="1">
              <a:off x="7923731" y="3732279"/>
              <a:ext cx="1507048" cy="517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6" name="직선 연결선 505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07" name="타원 506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508" name="직선 연결선 507"/>
            <p:cNvCxnSpPr/>
            <p:nvPr/>
          </p:nvCxnSpPr>
          <p:spPr>
            <a:xfrm rot="5400000">
              <a:off x="8681172" y="2991673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09" name="타원 508"/>
            <p:cNvSpPr/>
            <p:nvPr/>
          </p:nvSpPr>
          <p:spPr>
            <a:xfrm>
              <a:off x="8579311" y="3116523"/>
              <a:ext cx="194807" cy="194807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cxnSp>
        <p:nvCxnSpPr>
          <p:cNvPr id="281" name="직선 연결선 280"/>
          <p:cNvCxnSpPr/>
          <p:nvPr/>
        </p:nvCxnSpPr>
        <p:spPr>
          <a:xfrm>
            <a:off x="6176609" y="2494555"/>
            <a:ext cx="1" cy="39114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2" name="직선 연결선 281"/>
          <p:cNvCxnSpPr/>
          <p:nvPr/>
        </p:nvCxnSpPr>
        <p:spPr>
          <a:xfrm>
            <a:off x="7190539" y="2494555"/>
            <a:ext cx="1" cy="39114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3" name="직선 연결선 282"/>
          <p:cNvCxnSpPr/>
          <p:nvPr/>
        </p:nvCxnSpPr>
        <p:spPr>
          <a:xfrm flipH="1">
            <a:off x="6677865" y="2108973"/>
            <a:ext cx="1" cy="38558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4" name="직선 연결선 283"/>
          <p:cNvCxnSpPr/>
          <p:nvPr/>
        </p:nvCxnSpPr>
        <p:spPr>
          <a:xfrm flipV="1">
            <a:off x="6175538" y="2494556"/>
            <a:ext cx="1015001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5" name="그룹 284"/>
          <p:cNvGrpSpPr/>
          <p:nvPr/>
        </p:nvGrpSpPr>
        <p:grpSpPr>
          <a:xfrm>
            <a:off x="6541182" y="2320679"/>
            <a:ext cx="273366" cy="266712"/>
            <a:chOff x="9572828" y="3343638"/>
            <a:chExt cx="363851" cy="354994"/>
          </a:xfrm>
        </p:grpSpPr>
        <p:sp>
          <p:nvSpPr>
            <p:cNvPr id="500" name="순서도: 지연 499"/>
            <p:cNvSpPr/>
            <p:nvPr/>
          </p:nvSpPr>
          <p:spPr>
            <a:xfrm rot="16200000">
              <a:off x="9580405" y="3342358"/>
              <a:ext cx="354994" cy="357554"/>
            </a:xfrm>
            <a:prstGeom prst="flowChartDelay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501" name="직선 연결선 500"/>
            <p:cNvCxnSpPr/>
            <p:nvPr/>
          </p:nvCxnSpPr>
          <p:spPr>
            <a:xfrm>
              <a:off x="9579125" y="3484124"/>
              <a:ext cx="357554" cy="17749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2" name="직선 연결선 501"/>
            <p:cNvCxnSpPr/>
            <p:nvPr/>
          </p:nvCxnSpPr>
          <p:spPr>
            <a:xfrm flipH="1">
              <a:off x="9572828" y="3484124"/>
              <a:ext cx="363851" cy="17737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3" name="그룹 292"/>
          <p:cNvGrpSpPr/>
          <p:nvPr/>
        </p:nvGrpSpPr>
        <p:grpSpPr>
          <a:xfrm rot="16200000">
            <a:off x="8834273" y="2404782"/>
            <a:ext cx="777397" cy="184433"/>
            <a:chOff x="8381612" y="4376008"/>
            <a:chExt cx="1034716" cy="245480"/>
          </a:xfrm>
        </p:grpSpPr>
        <p:cxnSp>
          <p:nvCxnSpPr>
            <p:cNvPr id="492" name="직선 연결선 491"/>
            <p:cNvCxnSpPr>
              <a:stCxn id="251" idx="0"/>
              <a:endCxn id="259" idx="2"/>
            </p:cNvCxnSpPr>
            <p:nvPr/>
          </p:nvCxnSpPr>
          <p:spPr>
            <a:xfrm rot="5400000" flipH="1" flipV="1">
              <a:off x="8898969" y="3987342"/>
              <a:ext cx="2" cy="1034716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93" name="그룹 492"/>
            <p:cNvGrpSpPr/>
            <p:nvPr/>
          </p:nvGrpSpPr>
          <p:grpSpPr>
            <a:xfrm>
              <a:off x="9288888" y="4384687"/>
              <a:ext cx="122239" cy="236801"/>
              <a:chOff x="2297548" y="3794540"/>
              <a:chExt cx="122239" cy="236801"/>
            </a:xfrm>
          </p:grpSpPr>
          <p:cxnSp>
            <p:nvCxnSpPr>
              <p:cNvPr id="497" name="직선 연결선 496"/>
              <p:cNvCxnSpPr/>
              <p:nvPr/>
            </p:nvCxnSpPr>
            <p:spPr>
              <a:xfrm flipV="1">
                <a:off x="2297548" y="3794540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8" name="직선 연결선 497"/>
              <p:cNvCxnSpPr/>
              <p:nvPr/>
            </p:nvCxnSpPr>
            <p:spPr>
              <a:xfrm>
                <a:off x="2297548" y="3909104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9" name="직선 연결선 498"/>
              <p:cNvCxnSpPr/>
              <p:nvPr/>
            </p:nvCxnSpPr>
            <p:spPr>
              <a:xfrm>
                <a:off x="2297548" y="3912438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94" name="직선 연결선 493"/>
            <p:cNvCxnSpPr/>
            <p:nvPr/>
          </p:nvCxnSpPr>
          <p:spPr>
            <a:xfrm>
              <a:off x="8508700" y="4376008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5" name="직선 연결선 494"/>
            <p:cNvCxnSpPr/>
            <p:nvPr/>
          </p:nvCxnSpPr>
          <p:spPr>
            <a:xfrm>
              <a:off x="9288888" y="438201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96" name="타원 495"/>
            <p:cNvSpPr/>
            <p:nvPr/>
          </p:nvSpPr>
          <p:spPr>
            <a:xfrm>
              <a:off x="9094080" y="440568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294" name="그룹 293"/>
          <p:cNvGrpSpPr/>
          <p:nvPr/>
        </p:nvGrpSpPr>
        <p:grpSpPr>
          <a:xfrm>
            <a:off x="8118192" y="1229207"/>
            <a:ext cx="713770" cy="738541"/>
            <a:chOff x="8465571" y="3638490"/>
            <a:chExt cx="950028" cy="982998"/>
          </a:xfrm>
        </p:grpSpPr>
        <p:cxnSp>
          <p:nvCxnSpPr>
            <p:cNvPr id="483" name="직선 연결선 482"/>
            <p:cNvCxnSpPr>
              <a:endCxn id="259" idx="1"/>
            </p:cNvCxnSpPr>
            <p:nvPr/>
          </p:nvCxnSpPr>
          <p:spPr>
            <a:xfrm flipV="1">
              <a:off x="8588424" y="4498748"/>
              <a:ext cx="827175" cy="595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4" name="그룹 483"/>
            <p:cNvGrpSpPr/>
            <p:nvPr/>
          </p:nvGrpSpPr>
          <p:grpSpPr>
            <a:xfrm>
              <a:off x="9288888" y="4384687"/>
              <a:ext cx="122239" cy="236801"/>
              <a:chOff x="2297548" y="3794540"/>
              <a:chExt cx="122239" cy="236801"/>
            </a:xfrm>
          </p:grpSpPr>
          <p:cxnSp>
            <p:nvCxnSpPr>
              <p:cNvPr id="489" name="직선 연결선 488"/>
              <p:cNvCxnSpPr/>
              <p:nvPr/>
            </p:nvCxnSpPr>
            <p:spPr>
              <a:xfrm flipV="1">
                <a:off x="2297548" y="3794540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0" name="직선 연결선 489"/>
              <p:cNvCxnSpPr/>
              <p:nvPr/>
            </p:nvCxnSpPr>
            <p:spPr>
              <a:xfrm>
                <a:off x="2297548" y="3909104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1" name="직선 연결선 490"/>
              <p:cNvCxnSpPr/>
              <p:nvPr/>
            </p:nvCxnSpPr>
            <p:spPr>
              <a:xfrm>
                <a:off x="2297548" y="3912438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85" name="직선 연결선 484"/>
            <p:cNvCxnSpPr>
              <a:stCxn id="260" idx="2"/>
            </p:cNvCxnSpPr>
            <p:nvPr/>
          </p:nvCxnSpPr>
          <p:spPr>
            <a:xfrm>
              <a:off x="8588430" y="3638490"/>
              <a:ext cx="6496" cy="86843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86" name="직선 연결선 485"/>
            <p:cNvCxnSpPr/>
            <p:nvPr/>
          </p:nvCxnSpPr>
          <p:spPr>
            <a:xfrm>
              <a:off x="9288888" y="438201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87" name="타원 486"/>
            <p:cNvSpPr/>
            <p:nvPr/>
          </p:nvSpPr>
          <p:spPr>
            <a:xfrm>
              <a:off x="9094080" y="440568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88" name="직선 연결선 487"/>
            <p:cNvCxnSpPr/>
            <p:nvPr/>
          </p:nvCxnSpPr>
          <p:spPr>
            <a:xfrm rot="5400000">
              <a:off x="8583972" y="3642331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5" name="그룹 294"/>
          <p:cNvGrpSpPr/>
          <p:nvPr/>
        </p:nvGrpSpPr>
        <p:grpSpPr>
          <a:xfrm rot="16200000">
            <a:off x="7536357" y="2919273"/>
            <a:ext cx="871054" cy="1734972"/>
            <a:chOff x="8251753" y="4375065"/>
            <a:chExt cx="1159374" cy="2309247"/>
          </a:xfrm>
        </p:grpSpPr>
        <p:cxnSp>
          <p:nvCxnSpPr>
            <p:cNvPr id="474" name="직선 연결선 473"/>
            <p:cNvCxnSpPr/>
            <p:nvPr/>
          </p:nvCxnSpPr>
          <p:spPr>
            <a:xfrm rot="5400000" flipV="1">
              <a:off x="8891976" y="3975744"/>
              <a:ext cx="0" cy="103830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75" name="그룹 474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80" name="직선 연결선 479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1" name="직선 연결선 480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2" name="직선 연결선 481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76" name="직선 연결선 475"/>
            <p:cNvCxnSpPr/>
            <p:nvPr/>
          </p:nvCxnSpPr>
          <p:spPr>
            <a:xfrm rot="5400000">
              <a:off x="7276668" y="5593441"/>
              <a:ext cx="2181742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7" name="직선 연결선 476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78" name="타원 477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79" name="직선 연결선 478"/>
            <p:cNvCxnSpPr/>
            <p:nvPr/>
          </p:nvCxnSpPr>
          <p:spPr>
            <a:xfrm rot="16200000">
              <a:off x="8370154" y="6430302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6" name="그룹 295"/>
          <p:cNvGrpSpPr/>
          <p:nvPr/>
        </p:nvGrpSpPr>
        <p:grpSpPr>
          <a:xfrm rot="16200000">
            <a:off x="7010154" y="2581751"/>
            <a:ext cx="1048967" cy="2587929"/>
            <a:chOff x="8014952" y="4375065"/>
            <a:chExt cx="1396175" cy="3444534"/>
          </a:xfrm>
        </p:grpSpPr>
        <p:cxnSp>
          <p:nvCxnSpPr>
            <p:cNvPr id="465" name="직선 연결선 464"/>
            <p:cNvCxnSpPr/>
            <p:nvPr/>
          </p:nvCxnSpPr>
          <p:spPr>
            <a:xfrm rot="5400000" flipV="1">
              <a:off x="8773575" y="3857342"/>
              <a:ext cx="0" cy="127510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66" name="그룹 465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71" name="직선 연결선 470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2" name="직선 연결선 471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3" name="직선 연결선 472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67" name="직선 연결선 466"/>
            <p:cNvCxnSpPr/>
            <p:nvPr/>
          </p:nvCxnSpPr>
          <p:spPr>
            <a:xfrm rot="5400000">
              <a:off x="6467089" y="6155950"/>
              <a:ext cx="332729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68" name="직선 연결선 467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69" name="타원 468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70" name="직선 연결선 469"/>
            <p:cNvCxnSpPr/>
            <p:nvPr/>
          </p:nvCxnSpPr>
          <p:spPr>
            <a:xfrm rot="16200000">
              <a:off x="8133353" y="7577683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7" name="그룹 296"/>
          <p:cNvGrpSpPr/>
          <p:nvPr/>
        </p:nvGrpSpPr>
        <p:grpSpPr>
          <a:xfrm rot="16200000">
            <a:off x="5344880" y="2062379"/>
            <a:ext cx="2205637" cy="4783343"/>
            <a:chOff x="6475424" y="4375065"/>
            <a:chExt cx="2935703" cy="6366630"/>
          </a:xfrm>
        </p:grpSpPr>
        <p:cxnSp>
          <p:nvCxnSpPr>
            <p:cNvPr id="456" name="직선 연결선 455"/>
            <p:cNvCxnSpPr/>
            <p:nvPr/>
          </p:nvCxnSpPr>
          <p:spPr>
            <a:xfrm rot="5400000" flipV="1">
              <a:off x="8002475" y="3086243"/>
              <a:ext cx="0" cy="281730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57" name="그룹 456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62" name="직선 연결선 461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3" name="직선 연결선 462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4" name="직선 연결선 463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58" name="직선 연결선 457"/>
            <p:cNvCxnSpPr/>
            <p:nvPr/>
          </p:nvCxnSpPr>
          <p:spPr>
            <a:xfrm rot="5400000">
              <a:off x="3470349" y="7620834"/>
              <a:ext cx="6241723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59" name="직선 연결선 458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60" name="타원 459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61" name="직선 연결선 460"/>
            <p:cNvCxnSpPr/>
            <p:nvPr/>
          </p:nvCxnSpPr>
          <p:spPr>
            <a:xfrm rot="16200000">
              <a:off x="6593825" y="1049454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8" name="그룹 297"/>
          <p:cNvGrpSpPr/>
          <p:nvPr/>
        </p:nvGrpSpPr>
        <p:grpSpPr>
          <a:xfrm rot="16200000">
            <a:off x="5919645" y="2502139"/>
            <a:ext cx="2056663" cy="3761251"/>
            <a:chOff x="6673709" y="4375065"/>
            <a:chExt cx="2737418" cy="5006225"/>
          </a:xfrm>
        </p:grpSpPr>
        <p:cxnSp>
          <p:nvCxnSpPr>
            <p:cNvPr id="447" name="직선 연결선 446"/>
            <p:cNvCxnSpPr/>
            <p:nvPr/>
          </p:nvCxnSpPr>
          <p:spPr>
            <a:xfrm rot="5400000" flipV="1">
              <a:off x="8101617" y="3185386"/>
              <a:ext cx="0" cy="2619015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48" name="그룹 447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53" name="직선 연결선 452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4" name="직선 연결선 453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5" name="직선 연결선 454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49" name="직선 연결선 448"/>
            <p:cNvCxnSpPr/>
            <p:nvPr/>
          </p:nvCxnSpPr>
          <p:spPr>
            <a:xfrm rot="5400000">
              <a:off x="4348837" y="6940632"/>
              <a:ext cx="4881317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50" name="직선 연결선 449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1" name="타원 450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52" name="직선 연결선 451"/>
            <p:cNvCxnSpPr/>
            <p:nvPr/>
          </p:nvCxnSpPr>
          <p:spPr>
            <a:xfrm rot="16200000">
              <a:off x="6792110" y="914847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9" name="그룹 298"/>
          <p:cNvGrpSpPr/>
          <p:nvPr/>
        </p:nvGrpSpPr>
        <p:grpSpPr>
          <a:xfrm rot="16200000">
            <a:off x="6427249" y="2857757"/>
            <a:ext cx="1915445" cy="2908799"/>
            <a:chOff x="6861669" y="4375065"/>
            <a:chExt cx="2549458" cy="3871611"/>
          </a:xfrm>
        </p:grpSpPr>
        <p:cxnSp>
          <p:nvCxnSpPr>
            <p:cNvPr id="438" name="직선 연결선 437"/>
            <p:cNvCxnSpPr/>
            <p:nvPr/>
          </p:nvCxnSpPr>
          <p:spPr>
            <a:xfrm rot="5400000" flipV="1">
              <a:off x="8195597" y="3279367"/>
              <a:ext cx="0" cy="243105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39" name="그룹 438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44" name="직선 연결선 443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5" name="직선 연결선 444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6" name="직선 연결선 445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40" name="직선 연결선 439"/>
            <p:cNvCxnSpPr/>
            <p:nvPr/>
          </p:nvCxnSpPr>
          <p:spPr>
            <a:xfrm rot="5400000">
              <a:off x="5104103" y="6373325"/>
              <a:ext cx="3746703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1" name="직선 연결선 440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2" name="타원 441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43" name="직선 연결선 442"/>
            <p:cNvCxnSpPr/>
            <p:nvPr/>
          </p:nvCxnSpPr>
          <p:spPr>
            <a:xfrm rot="16200000">
              <a:off x="6980070" y="7999529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00" name="그룹 299"/>
          <p:cNvGrpSpPr/>
          <p:nvPr/>
        </p:nvGrpSpPr>
        <p:grpSpPr>
          <a:xfrm rot="5400000" flipV="1">
            <a:off x="5391894" y="2174350"/>
            <a:ext cx="389156" cy="1029566"/>
            <a:chOff x="8893160" y="4375065"/>
            <a:chExt cx="517967" cy="1370353"/>
          </a:xfrm>
        </p:grpSpPr>
        <p:cxnSp>
          <p:nvCxnSpPr>
            <p:cNvPr id="428" name="직선 연결선 427"/>
            <p:cNvCxnSpPr/>
            <p:nvPr/>
          </p:nvCxnSpPr>
          <p:spPr>
            <a:xfrm rot="5400000" flipV="1">
              <a:off x="9152143" y="4235910"/>
              <a:ext cx="0" cy="517966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29" name="그룹 428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35" name="직선 연결선 434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6" name="직선 연결선 435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7" name="직선 연결선 436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30" name="직선 연결선 429"/>
            <p:cNvCxnSpPr/>
            <p:nvPr/>
          </p:nvCxnSpPr>
          <p:spPr>
            <a:xfrm rot="5400000" flipV="1">
              <a:off x="8317737" y="5067724"/>
              <a:ext cx="1150847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1" name="직선 연결선 430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32" name="타원 431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33" name="직선 연결선 432"/>
            <p:cNvCxnSpPr/>
            <p:nvPr/>
          </p:nvCxnSpPr>
          <p:spPr>
            <a:xfrm>
              <a:off x="9275145" y="550861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4" name="직선 연결선 433"/>
            <p:cNvCxnSpPr/>
            <p:nvPr/>
          </p:nvCxnSpPr>
          <p:spPr>
            <a:xfrm rot="5400000" flipV="1">
              <a:off x="9152144" y="5372938"/>
              <a:ext cx="0" cy="51796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01" name="그룹 300"/>
          <p:cNvGrpSpPr/>
          <p:nvPr/>
        </p:nvGrpSpPr>
        <p:grpSpPr>
          <a:xfrm rot="5400000">
            <a:off x="4620153" y="1227194"/>
            <a:ext cx="1096202" cy="2222419"/>
            <a:chOff x="7952082" y="1651416"/>
            <a:chExt cx="1459045" cy="2958040"/>
          </a:xfrm>
        </p:grpSpPr>
        <p:cxnSp>
          <p:nvCxnSpPr>
            <p:cNvPr id="419" name="직선 연결선 418"/>
            <p:cNvCxnSpPr/>
            <p:nvPr/>
          </p:nvCxnSpPr>
          <p:spPr>
            <a:xfrm rot="16200000">
              <a:off x="8738324" y="3821506"/>
              <a:ext cx="0" cy="134560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20" name="그룹 419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425" name="직선 연결선 424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6" name="직선 연결선 425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7" name="직선 연결선 426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21" name="직선 연결선 420"/>
            <p:cNvCxnSpPr/>
            <p:nvPr/>
          </p:nvCxnSpPr>
          <p:spPr>
            <a:xfrm rot="16200000" flipH="1" flipV="1">
              <a:off x="6651248" y="3069317"/>
              <a:ext cx="2835803" cy="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2" name="직선 연결선 421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23" name="타원 422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24" name="직선 연결선 423"/>
            <p:cNvCxnSpPr/>
            <p:nvPr/>
          </p:nvCxnSpPr>
          <p:spPr>
            <a:xfrm rot="5400000">
              <a:off x="8070483" y="1661749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2" name="직사각형 301"/>
          <p:cNvSpPr/>
          <p:nvPr/>
        </p:nvSpPr>
        <p:spPr>
          <a:xfrm>
            <a:off x="8831963" y="6283642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03" name="직사각형 302"/>
          <p:cNvSpPr/>
          <p:nvPr/>
        </p:nvSpPr>
        <p:spPr>
          <a:xfrm>
            <a:off x="7799444" y="6283642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04" name="직사각형 303"/>
          <p:cNvSpPr/>
          <p:nvPr/>
        </p:nvSpPr>
        <p:spPr>
          <a:xfrm>
            <a:off x="9851797" y="6283642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305" name="그룹 304"/>
          <p:cNvGrpSpPr/>
          <p:nvPr/>
        </p:nvGrpSpPr>
        <p:grpSpPr>
          <a:xfrm rot="5400000">
            <a:off x="8861842" y="5830300"/>
            <a:ext cx="726774" cy="179918"/>
            <a:chOff x="8443791" y="4369985"/>
            <a:chExt cx="967336" cy="239471"/>
          </a:xfrm>
        </p:grpSpPr>
        <p:cxnSp>
          <p:nvCxnSpPr>
            <p:cNvPr id="410" name="직선 연결선 409"/>
            <p:cNvCxnSpPr/>
            <p:nvPr/>
          </p:nvCxnSpPr>
          <p:spPr>
            <a:xfrm rot="16200000">
              <a:off x="8927458" y="4006053"/>
              <a:ext cx="0" cy="96733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11" name="그룹 410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416" name="직선 연결선 415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7" name="직선 연결선 416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8" name="직선 연결선 417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12" name="직선 연결선 411"/>
            <p:cNvCxnSpPr/>
            <p:nvPr/>
          </p:nvCxnSpPr>
          <p:spPr>
            <a:xfrm>
              <a:off x="8568899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13" name="직선 연결선 412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14" name="타원 413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15" name="타원 414"/>
            <p:cNvSpPr/>
            <p:nvPr/>
          </p:nvSpPr>
          <p:spPr>
            <a:xfrm>
              <a:off x="8571242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306" name="그룹 305"/>
          <p:cNvGrpSpPr/>
          <p:nvPr/>
        </p:nvGrpSpPr>
        <p:grpSpPr>
          <a:xfrm rot="5400000">
            <a:off x="9477410" y="5423820"/>
            <a:ext cx="726775" cy="992873"/>
            <a:chOff x="8443788" y="4369985"/>
            <a:chExt cx="967339" cy="1321513"/>
          </a:xfrm>
        </p:grpSpPr>
        <p:cxnSp>
          <p:nvCxnSpPr>
            <p:cNvPr id="399" name="직선 연결선 398"/>
            <p:cNvCxnSpPr/>
            <p:nvPr/>
          </p:nvCxnSpPr>
          <p:spPr>
            <a:xfrm rot="16200000">
              <a:off x="9169292" y="4247888"/>
              <a:ext cx="0" cy="483665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00" name="그룹 399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407" name="직선 연결선 406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8" name="직선 연결선 407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9" name="직선 연결선 408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01" name="직선 연결선 400"/>
            <p:cNvCxnSpPr/>
            <p:nvPr/>
          </p:nvCxnSpPr>
          <p:spPr>
            <a:xfrm rot="16200000" flipH="1">
              <a:off x="8415868" y="5011668"/>
              <a:ext cx="102318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2" name="직선 연결선 401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03" name="타원 402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04" name="직선 연결선 403"/>
            <p:cNvCxnSpPr/>
            <p:nvPr/>
          </p:nvCxnSpPr>
          <p:spPr>
            <a:xfrm rot="16200000">
              <a:off x="8685625" y="5331259"/>
              <a:ext cx="0" cy="483673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5" name="직선 연결선 404"/>
            <p:cNvCxnSpPr/>
            <p:nvPr/>
          </p:nvCxnSpPr>
          <p:spPr>
            <a:xfrm>
              <a:off x="8568869" y="545469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06" name="타원 405"/>
            <p:cNvSpPr/>
            <p:nvPr/>
          </p:nvSpPr>
          <p:spPr>
            <a:xfrm>
              <a:off x="8577895" y="5485753"/>
              <a:ext cx="194805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307" name="그룹 306"/>
          <p:cNvGrpSpPr/>
          <p:nvPr/>
        </p:nvGrpSpPr>
        <p:grpSpPr>
          <a:xfrm rot="16200000" flipH="1">
            <a:off x="8247372" y="5423821"/>
            <a:ext cx="726775" cy="992873"/>
            <a:chOff x="8443788" y="4369985"/>
            <a:chExt cx="967339" cy="1321513"/>
          </a:xfrm>
        </p:grpSpPr>
        <p:cxnSp>
          <p:nvCxnSpPr>
            <p:cNvPr id="389" name="직선 연결선 388"/>
            <p:cNvCxnSpPr/>
            <p:nvPr/>
          </p:nvCxnSpPr>
          <p:spPr>
            <a:xfrm rot="16200000">
              <a:off x="9169292" y="4247888"/>
              <a:ext cx="0" cy="483665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90" name="그룹 389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396" name="직선 연결선 395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7" name="직선 연결선 396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8" name="직선 연결선 397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1" name="직선 연결선 390"/>
            <p:cNvCxnSpPr/>
            <p:nvPr/>
          </p:nvCxnSpPr>
          <p:spPr>
            <a:xfrm rot="16200000" flipH="1">
              <a:off x="8415868" y="5011668"/>
              <a:ext cx="102318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2" name="직선 연결선 391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93" name="타원 392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394" name="직선 연결선 393"/>
            <p:cNvCxnSpPr/>
            <p:nvPr/>
          </p:nvCxnSpPr>
          <p:spPr>
            <a:xfrm rot="16200000">
              <a:off x="8685625" y="5331259"/>
              <a:ext cx="0" cy="483673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5" name="직선 연결선 394"/>
            <p:cNvCxnSpPr/>
            <p:nvPr/>
          </p:nvCxnSpPr>
          <p:spPr>
            <a:xfrm>
              <a:off x="8568869" y="545469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8" name="직사각형 307"/>
          <p:cNvSpPr/>
          <p:nvPr/>
        </p:nvSpPr>
        <p:spPr>
          <a:xfrm>
            <a:off x="4142721" y="5699007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09" name="직사각형 308"/>
          <p:cNvSpPr/>
          <p:nvPr/>
        </p:nvSpPr>
        <p:spPr>
          <a:xfrm>
            <a:off x="4142721" y="6283642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10" name="TextBox 309"/>
          <p:cNvSpPr txBox="1"/>
          <p:nvPr/>
        </p:nvSpPr>
        <p:spPr>
          <a:xfrm>
            <a:off x="3591329" y="1294562"/>
            <a:ext cx="72272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11" name="모서리가 둥근 직사각형 310"/>
          <p:cNvSpPr/>
          <p:nvPr/>
        </p:nvSpPr>
        <p:spPr>
          <a:xfrm>
            <a:off x="3672055" y="1605147"/>
            <a:ext cx="3979351" cy="1807250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12" name="모서리가 둥근 직사각형 311"/>
          <p:cNvSpPr/>
          <p:nvPr/>
        </p:nvSpPr>
        <p:spPr>
          <a:xfrm>
            <a:off x="7754539" y="2827489"/>
            <a:ext cx="3944523" cy="2763963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13" name="TextBox 312"/>
          <p:cNvSpPr txBox="1"/>
          <p:nvPr/>
        </p:nvSpPr>
        <p:spPr>
          <a:xfrm>
            <a:off x="11200988" y="2489202"/>
            <a:ext cx="54299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D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16" name="모서리가 둥근 직사각형 315"/>
          <p:cNvSpPr/>
          <p:nvPr/>
        </p:nvSpPr>
        <p:spPr>
          <a:xfrm>
            <a:off x="7754539" y="5998718"/>
            <a:ext cx="2942925" cy="810676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18" name="모서리가 둥근 직사각형 317"/>
          <p:cNvSpPr/>
          <p:nvPr/>
        </p:nvSpPr>
        <p:spPr>
          <a:xfrm>
            <a:off x="4094035" y="5646249"/>
            <a:ext cx="2146638" cy="1163144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19" name="모서리가 둥근 직사각형 318"/>
          <p:cNvSpPr/>
          <p:nvPr/>
        </p:nvSpPr>
        <p:spPr>
          <a:xfrm>
            <a:off x="5730794" y="721916"/>
            <a:ext cx="4966670" cy="555029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20" name="TextBox 319"/>
          <p:cNvSpPr txBox="1"/>
          <p:nvPr/>
        </p:nvSpPr>
        <p:spPr>
          <a:xfrm>
            <a:off x="3497250" y="5649468"/>
            <a:ext cx="72272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F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21" name="TextBox 320"/>
          <p:cNvSpPr txBox="1"/>
          <p:nvPr/>
        </p:nvSpPr>
        <p:spPr>
          <a:xfrm>
            <a:off x="7588820" y="5700570"/>
            <a:ext cx="72272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E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28" name="모서리가 둥근 직사각형 327"/>
          <p:cNvSpPr/>
          <p:nvPr/>
        </p:nvSpPr>
        <p:spPr>
          <a:xfrm>
            <a:off x="8784881" y="1596045"/>
            <a:ext cx="2914181" cy="553148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40" name="TextBox 339"/>
          <p:cNvSpPr txBox="1"/>
          <p:nvPr/>
        </p:nvSpPr>
        <p:spPr>
          <a:xfrm>
            <a:off x="11195220" y="1256036"/>
            <a:ext cx="54299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C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42" name="TextBox 341"/>
          <p:cNvSpPr txBox="1"/>
          <p:nvPr/>
        </p:nvSpPr>
        <p:spPr>
          <a:xfrm>
            <a:off x="10033332" y="410368"/>
            <a:ext cx="72272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B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43" name="TextBox 342"/>
          <p:cNvSpPr txBox="1"/>
          <p:nvPr/>
        </p:nvSpPr>
        <p:spPr>
          <a:xfrm>
            <a:off x="6777929" y="2203938"/>
            <a:ext cx="5244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4" name="TextBox 343"/>
          <p:cNvSpPr txBox="1"/>
          <p:nvPr/>
        </p:nvSpPr>
        <p:spPr>
          <a:xfrm>
            <a:off x="9279131" y="3708628"/>
            <a:ext cx="5244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5" name="직사각형 344"/>
          <p:cNvSpPr/>
          <p:nvPr/>
        </p:nvSpPr>
        <p:spPr>
          <a:xfrm>
            <a:off x="5391788" y="6283642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346" name="그룹 345"/>
          <p:cNvGrpSpPr/>
          <p:nvPr/>
        </p:nvGrpSpPr>
        <p:grpSpPr>
          <a:xfrm>
            <a:off x="4933677" y="6404056"/>
            <a:ext cx="458111" cy="217149"/>
            <a:chOff x="3116600" y="6182064"/>
            <a:chExt cx="458111" cy="217149"/>
          </a:xfrm>
        </p:grpSpPr>
        <p:cxnSp>
          <p:nvCxnSpPr>
            <p:cNvPr id="386" name="직선 연결선 385"/>
            <p:cNvCxnSpPr/>
            <p:nvPr/>
          </p:nvCxnSpPr>
          <p:spPr>
            <a:xfrm flipH="1">
              <a:off x="3207143" y="6182064"/>
              <a:ext cx="1" cy="217149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7" name="직선 연결선 386"/>
            <p:cNvCxnSpPr/>
            <p:nvPr/>
          </p:nvCxnSpPr>
          <p:spPr>
            <a:xfrm flipV="1">
              <a:off x="3116600" y="6292875"/>
              <a:ext cx="458111" cy="1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8" name="직선 연결선 387"/>
            <p:cNvCxnSpPr/>
            <p:nvPr/>
          </p:nvCxnSpPr>
          <p:spPr>
            <a:xfrm flipH="1">
              <a:off x="3488676" y="6182064"/>
              <a:ext cx="1" cy="217149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7" name="직사각형 346"/>
          <p:cNvSpPr/>
          <p:nvPr/>
        </p:nvSpPr>
        <p:spPr>
          <a:xfrm>
            <a:off x="10865853" y="5089372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348" name="그룹 347"/>
          <p:cNvGrpSpPr/>
          <p:nvPr/>
        </p:nvGrpSpPr>
        <p:grpSpPr>
          <a:xfrm rot="10800000">
            <a:off x="9622922" y="5234185"/>
            <a:ext cx="1242933" cy="177912"/>
            <a:chOff x="7756782" y="4369985"/>
            <a:chExt cx="1654344" cy="236801"/>
          </a:xfrm>
        </p:grpSpPr>
        <p:cxnSp>
          <p:nvCxnSpPr>
            <p:cNvPr id="383" name="직선 연결선 382"/>
            <p:cNvCxnSpPr/>
            <p:nvPr/>
          </p:nvCxnSpPr>
          <p:spPr>
            <a:xfrm rot="10800000" flipH="1">
              <a:off x="7756782" y="4494892"/>
              <a:ext cx="1654344" cy="0"/>
            </a:xfrm>
            <a:prstGeom prst="line">
              <a:avLst/>
            </a:prstGeom>
            <a:ln>
              <a:prstDash val="soli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4" name="직선 연결선 383"/>
            <p:cNvCxnSpPr/>
            <p:nvPr/>
          </p:nvCxnSpPr>
          <p:spPr>
            <a:xfrm>
              <a:off x="7898675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5" name="직선 연결선 384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9" name="직사각형 348"/>
          <p:cNvSpPr/>
          <p:nvPr/>
        </p:nvSpPr>
        <p:spPr>
          <a:xfrm>
            <a:off x="5776253" y="763673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5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350" name="그룹 349"/>
          <p:cNvGrpSpPr/>
          <p:nvPr/>
        </p:nvGrpSpPr>
        <p:grpSpPr>
          <a:xfrm>
            <a:off x="6567209" y="817977"/>
            <a:ext cx="1247810" cy="177912"/>
            <a:chOff x="4750132" y="595985"/>
            <a:chExt cx="1247810" cy="177912"/>
          </a:xfrm>
        </p:grpSpPr>
        <p:cxnSp>
          <p:nvCxnSpPr>
            <p:cNvPr id="379" name="직선 연결선 378"/>
            <p:cNvCxnSpPr/>
            <p:nvPr/>
          </p:nvCxnSpPr>
          <p:spPr>
            <a:xfrm flipH="1">
              <a:off x="4750132" y="683940"/>
              <a:ext cx="1247810" cy="0"/>
            </a:xfrm>
            <a:prstGeom prst="line">
              <a:avLst/>
            </a:prstGeom>
            <a:ln>
              <a:prstDash val="soli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0" name="직선 연결선 379"/>
            <p:cNvCxnSpPr/>
            <p:nvPr/>
          </p:nvCxnSpPr>
          <p:spPr>
            <a:xfrm rot="10800000">
              <a:off x="5901222" y="595985"/>
              <a:ext cx="0" cy="1779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1" name="직선 연결선 380"/>
            <p:cNvCxnSpPr/>
            <p:nvPr/>
          </p:nvCxnSpPr>
          <p:spPr>
            <a:xfrm rot="10800000">
              <a:off x="4860788" y="595985"/>
              <a:ext cx="0" cy="1779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3" name="직사각형 352"/>
          <p:cNvSpPr/>
          <p:nvPr/>
        </p:nvSpPr>
        <p:spPr>
          <a:xfrm>
            <a:off x="10867444" y="1642764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354" name="그룹 353"/>
          <p:cNvGrpSpPr/>
          <p:nvPr/>
        </p:nvGrpSpPr>
        <p:grpSpPr>
          <a:xfrm>
            <a:off x="9628685" y="1787827"/>
            <a:ext cx="1237964" cy="179918"/>
            <a:chOff x="7767869" y="4382017"/>
            <a:chExt cx="1647730" cy="239471"/>
          </a:xfrm>
        </p:grpSpPr>
        <p:cxnSp>
          <p:nvCxnSpPr>
            <p:cNvPr id="355" name="직선 연결선 354"/>
            <p:cNvCxnSpPr/>
            <p:nvPr/>
          </p:nvCxnSpPr>
          <p:spPr>
            <a:xfrm>
              <a:off x="7767869" y="4498748"/>
              <a:ext cx="1647730" cy="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56" name="그룹 355"/>
            <p:cNvGrpSpPr/>
            <p:nvPr/>
          </p:nvGrpSpPr>
          <p:grpSpPr>
            <a:xfrm>
              <a:off x="9288888" y="4384687"/>
              <a:ext cx="122239" cy="236801"/>
              <a:chOff x="2297548" y="3794540"/>
              <a:chExt cx="122239" cy="236801"/>
            </a:xfrm>
          </p:grpSpPr>
          <p:cxnSp>
            <p:nvCxnSpPr>
              <p:cNvPr id="366" name="직선 연결선 365"/>
              <p:cNvCxnSpPr/>
              <p:nvPr/>
            </p:nvCxnSpPr>
            <p:spPr>
              <a:xfrm flipV="1">
                <a:off x="2297548" y="3794540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7" name="직선 연결선 376"/>
              <p:cNvCxnSpPr/>
              <p:nvPr/>
            </p:nvCxnSpPr>
            <p:spPr>
              <a:xfrm>
                <a:off x="2297548" y="3909104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8" name="직선 연결선 377"/>
              <p:cNvCxnSpPr/>
              <p:nvPr/>
            </p:nvCxnSpPr>
            <p:spPr>
              <a:xfrm>
                <a:off x="2297548" y="3912438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57" name="직선 연결선 356"/>
            <p:cNvCxnSpPr/>
            <p:nvPr/>
          </p:nvCxnSpPr>
          <p:spPr>
            <a:xfrm>
              <a:off x="9288888" y="438201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58" name="타원 357"/>
            <p:cNvSpPr/>
            <p:nvPr/>
          </p:nvSpPr>
          <p:spPr>
            <a:xfrm>
              <a:off x="9094080" y="4405692"/>
              <a:ext cx="194806" cy="194807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365" name="직선 연결선 364"/>
            <p:cNvCxnSpPr/>
            <p:nvPr/>
          </p:nvCxnSpPr>
          <p:spPr>
            <a:xfrm>
              <a:off x="7899621" y="438201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72934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ER Diagram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Notations</a:t>
            </a:r>
            <a:endParaRPr lang="ko-KR" alt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143491" y="5538287"/>
            <a:ext cx="18440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Barker’s notation</a:t>
            </a:r>
          </a:p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(CASE* method)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45806" y="5661397"/>
            <a:ext cx="1676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IE notation</a:t>
            </a:r>
          </a:p>
        </p:txBody>
      </p:sp>
      <p:cxnSp>
        <p:nvCxnSpPr>
          <p:cNvPr id="140" name="직선 연결선 139"/>
          <p:cNvCxnSpPr/>
          <p:nvPr/>
        </p:nvCxnSpPr>
        <p:spPr>
          <a:xfrm>
            <a:off x="6054969" y="1647092"/>
            <a:ext cx="0" cy="4700954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0" name="모서리가 둥근 직사각형 79"/>
          <p:cNvSpPr/>
          <p:nvPr/>
        </p:nvSpPr>
        <p:spPr>
          <a:xfrm>
            <a:off x="606067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702174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83" name="직선 연결선 82"/>
          <p:cNvCxnSpPr/>
          <p:nvPr/>
        </p:nvCxnSpPr>
        <p:spPr>
          <a:xfrm>
            <a:off x="873370" y="2228036"/>
            <a:ext cx="82880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모서리가 둥근 직사각형 83"/>
          <p:cNvSpPr/>
          <p:nvPr/>
        </p:nvSpPr>
        <p:spPr>
          <a:xfrm>
            <a:off x="2358667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3454774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86" name="직선 연결선 85"/>
          <p:cNvCxnSpPr/>
          <p:nvPr/>
        </p:nvCxnSpPr>
        <p:spPr>
          <a:xfrm>
            <a:off x="2625970" y="2228036"/>
            <a:ext cx="82880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모서리가 둥근 직사각형 86"/>
          <p:cNvSpPr/>
          <p:nvPr/>
        </p:nvSpPr>
        <p:spPr>
          <a:xfrm>
            <a:off x="4116485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5212592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89" name="직선 연결선 88"/>
          <p:cNvCxnSpPr/>
          <p:nvPr/>
        </p:nvCxnSpPr>
        <p:spPr>
          <a:xfrm>
            <a:off x="4383788" y="2228036"/>
            <a:ext cx="82880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모서리가 둥근 직사각형 90"/>
          <p:cNvSpPr/>
          <p:nvPr/>
        </p:nvSpPr>
        <p:spPr>
          <a:xfrm>
            <a:off x="606067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08" name="모서리가 둥근 직사각형 107"/>
          <p:cNvSpPr/>
          <p:nvPr/>
        </p:nvSpPr>
        <p:spPr>
          <a:xfrm>
            <a:off x="1702174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09" name="직선 연결선 108"/>
          <p:cNvCxnSpPr/>
          <p:nvPr/>
        </p:nvCxnSpPr>
        <p:spPr>
          <a:xfrm>
            <a:off x="873370" y="302416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모서리가 둥근 직사각형 109"/>
          <p:cNvSpPr/>
          <p:nvPr/>
        </p:nvSpPr>
        <p:spPr>
          <a:xfrm>
            <a:off x="2358667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3454774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4116485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14" name="모서리가 둥근 직사각형 113"/>
          <p:cNvSpPr/>
          <p:nvPr/>
        </p:nvSpPr>
        <p:spPr>
          <a:xfrm>
            <a:off x="5212592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sp>
        <p:nvSpPr>
          <p:cNvPr id="116" name="모서리가 둥근 직사각형 115"/>
          <p:cNvSpPr/>
          <p:nvPr/>
        </p:nvSpPr>
        <p:spPr>
          <a:xfrm>
            <a:off x="606067" y="367913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17" name="모서리가 둥근 직사각형 116"/>
          <p:cNvSpPr/>
          <p:nvPr/>
        </p:nvSpPr>
        <p:spPr>
          <a:xfrm>
            <a:off x="1702174" y="367913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sp>
        <p:nvSpPr>
          <p:cNvPr id="142" name="모서리가 둥근 직사각형 141"/>
          <p:cNvSpPr/>
          <p:nvPr/>
        </p:nvSpPr>
        <p:spPr>
          <a:xfrm>
            <a:off x="2358667" y="4471980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43" name="모서리가 둥근 직사각형 142"/>
          <p:cNvSpPr/>
          <p:nvPr/>
        </p:nvSpPr>
        <p:spPr>
          <a:xfrm>
            <a:off x="3454774" y="4471980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44" name="직선 연결선 143"/>
          <p:cNvCxnSpPr/>
          <p:nvPr/>
        </p:nvCxnSpPr>
        <p:spPr>
          <a:xfrm>
            <a:off x="2625970" y="4609868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모서리가 둥근 직사각형 144"/>
          <p:cNvSpPr/>
          <p:nvPr/>
        </p:nvSpPr>
        <p:spPr>
          <a:xfrm>
            <a:off x="6630044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46" name="모서리가 둥근 직사각형 145"/>
          <p:cNvSpPr/>
          <p:nvPr/>
        </p:nvSpPr>
        <p:spPr>
          <a:xfrm>
            <a:off x="7726151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47" name="직선 연결선 146"/>
          <p:cNvCxnSpPr/>
          <p:nvPr/>
        </p:nvCxnSpPr>
        <p:spPr>
          <a:xfrm>
            <a:off x="6897347" y="222803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모서리가 둥근 직사각형 147"/>
          <p:cNvSpPr/>
          <p:nvPr/>
        </p:nvSpPr>
        <p:spPr>
          <a:xfrm>
            <a:off x="8382644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49" name="모서리가 둥근 직사각형 148"/>
          <p:cNvSpPr/>
          <p:nvPr/>
        </p:nvSpPr>
        <p:spPr>
          <a:xfrm>
            <a:off x="9478751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0" name="직선 연결선 149"/>
          <p:cNvCxnSpPr/>
          <p:nvPr/>
        </p:nvCxnSpPr>
        <p:spPr>
          <a:xfrm>
            <a:off x="8649947" y="222803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모서리가 둥근 직사각형 150"/>
          <p:cNvSpPr/>
          <p:nvPr/>
        </p:nvSpPr>
        <p:spPr>
          <a:xfrm>
            <a:off x="10140462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52" name="모서리가 둥근 직사각형 151"/>
          <p:cNvSpPr/>
          <p:nvPr/>
        </p:nvSpPr>
        <p:spPr>
          <a:xfrm>
            <a:off x="11236569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3" name="직선 연결선 152"/>
          <p:cNvCxnSpPr/>
          <p:nvPr/>
        </p:nvCxnSpPr>
        <p:spPr>
          <a:xfrm>
            <a:off x="10407765" y="222803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모서리가 둥근 직사각형 153"/>
          <p:cNvSpPr/>
          <p:nvPr/>
        </p:nvSpPr>
        <p:spPr>
          <a:xfrm>
            <a:off x="6630044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55" name="모서리가 둥근 직사각형 154"/>
          <p:cNvSpPr/>
          <p:nvPr/>
        </p:nvSpPr>
        <p:spPr>
          <a:xfrm>
            <a:off x="7726151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6" name="직선 연결선 155"/>
          <p:cNvCxnSpPr/>
          <p:nvPr/>
        </p:nvCxnSpPr>
        <p:spPr>
          <a:xfrm>
            <a:off x="6897347" y="302416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모서리가 둥근 직사각형 156"/>
          <p:cNvSpPr/>
          <p:nvPr/>
        </p:nvSpPr>
        <p:spPr>
          <a:xfrm>
            <a:off x="8382644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58" name="모서리가 둥근 직사각형 157"/>
          <p:cNvSpPr/>
          <p:nvPr/>
        </p:nvSpPr>
        <p:spPr>
          <a:xfrm>
            <a:off x="9478751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9" name="직선 연결선 158"/>
          <p:cNvCxnSpPr/>
          <p:nvPr/>
        </p:nvCxnSpPr>
        <p:spPr>
          <a:xfrm>
            <a:off x="8649947" y="302416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0" name="모서리가 둥근 직사각형 159"/>
          <p:cNvSpPr/>
          <p:nvPr/>
        </p:nvSpPr>
        <p:spPr>
          <a:xfrm>
            <a:off x="10140462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61" name="모서리가 둥근 직사각형 160"/>
          <p:cNvSpPr/>
          <p:nvPr/>
        </p:nvSpPr>
        <p:spPr>
          <a:xfrm>
            <a:off x="11236569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62" name="직선 연결선 161"/>
          <p:cNvCxnSpPr/>
          <p:nvPr/>
        </p:nvCxnSpPr>
        <p:spPr>
          <a:xfrm>
            <a:off x="10407765" y="302416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3" name="모서리가 둥근 직사각형 162"/>
          <p:cNvSpPr/>
          <p:nvPr/>
        </p:nvSpPr>
        <p:spPr>
          <a:xfrm>
            <a:off x="6630044" y="367913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64" name="모서리가 둥근 직사각형 163"/>
          <p:cNvSpPr/>
          <p:nvPr/>
        </p:nvSpPr>
        <p:spPr>
          <a:xfrm>
            <a:off x="7726151" y="367913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65" name="직선 연결선 164"/>
          <p:cNvCxnSpPr/>
          <p:nvPr/>
        </p:nvCxnSpPr>
        <p:spPr>
          <a:xfrm>
            <a:off x="6897347" y="381701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2" name="모서리가 둥근 직사각형 171"/>
          <p:cNvSpPr/>
          <p:nvPr/>
        </p:nvSpPr>
        <p:spPr>
          <a:xfrm>
            <a:off x="8382644" y="447033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73" name="모서리가 둥근 직사각형 172"/>
          <p:cNvSpPr/>
          <p:nvPr/>
        </p:nvSpPr>
        <p:spPr>
          <a:xfrm>
            <a:off x="9478751" y="447033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74" name="직선 연결선 173"/>
          <p:cNvCxnSpPr/>
          <p:nvPr/>
        </p:nvCxnSpPr>
        <p:spPr>
          <a:xfrm>
            <a:off x="8649947" y="460822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모서리가 둥근 직사각형 174"/>
          <p:cNvSpPr/>
          <p:nvPr/>
        </p:nvSpPr>
        <p:spPr>
          <a:xfrm>
            <a:off x="606067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76" name="모서리가 둥근 직사각형 175"/>
          <p:cNvSpPr/>
          <p:nvPr/>
        </p:nvSpPr>
        <p:spPr>
          <a:xfrm>
            <a:off x="1702174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77" name="직선 연결선 176"/>
          <p:cNvCxnSpPr/>
          <p:nvPr/>
        </p:nvCxnSpPr>
        <p:spPr>
          <a:xfrm>
            <a:off x="873370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8" name="모서리가 둥근 직사각형 177"/>
          <p:cNvSpPr/>
          <p:nvPr/>
        </p:nvSpPr>
        <p:spPr>
          <a:xfrm>
            <a:off x="4116485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79" name="모서리가 둥근 직사각형 178"/>
          <p:cNvSpPr/>
          <p:nvPr/>
        </p:nvSpPr>
        <p:spPr>
          <a:xfrm>
            <a:off x="5212592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80" name="직선 연결선 179"/>
          <p:cNvCxnSpPr/>
          <p:nvPr/>
        </p:nvCxnSpPr>
        <p:spPr>
          <a:xfrm>
            <a:off x="4383788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1" name="모서리가 둥근 직사각형 180"/>
          <p:cNvSpPr/>
          <p:nvPr/>
        </p:nvSpPr>
        <p:spPr>
          <a:xfrm>
            <a:off x="6630044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82" name="모서리가 둥근 직사각형 181"/>
          <p:cNvSpPr/>
          <p:nvPr/>
        </p:nvSpPr>
        <p:spPr>
          <a:xfrm>
            <a:off x="7726151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83" name="직선 연결선 182"/>
          <p:cNvCxnSpPr/>
          <p:nvPr/>
        </p:nvCxnSpPr>
        <p:spPr>
          <a:xfrm>
            <a:off x="6897347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모서리가 둥근 직사각형 183"/>
          <p:cNvSpPr/>
          <p:nvPr/>
        </p:nvSpPr>
        <p:spPr>
          <a:xfrm>
            <a:off x="10140462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85" name="모서리가 둥근 직사각형 184"/>
          <p:cNvSpPr/>
          <p:nvPr/>
        </p:nvSpPr>
        <p:spPr>
          <a:xfrm>
            <a:off x="11236569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86" name="직선 연결선 185"/>
          <p:cNvCxnSpPr/>
          <p:nvPr/>
        </p:nvCxnSpPr>
        <p:spPr>
          <a:xfrm>
            <a:off x="10407765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>
            <a:off x="1289050" y="302416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8" name="직선 연결선 187"/>
          <p:cNvCxnSpPr/>
          <p:nvPr/>
        </p:nvCxnSpPr>
        <p:spPr>
          <a:xfrm>
            <a:off x="873370" y="381701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9" name="직선 연결선 188"/>
          <p:cNvCxnSpPr/>
          <p:nvPr/>
        </p:nvCxnSpPr>
        <p:spPr>
          <a:xfrm>
            <a:off x="1289050" y="381701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>
            <a:off x="2623414" y="302416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직선 연결선 190"/>
          <p:cNvCxnSpPr/>
          <p:nvPr/>
        </p:nvCxnSpPr>
        <p:spPr>
          <a:xfrm>
            <a:off x="3039094" y="302416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직선 연결선 191"/>
          <p:cNvCxnSpPr/>
          <p:nvPr/>
        </p:nvCxnSpPr>
        <p:spPr>
          <a:xfrm>
            <a:off x="4381232" y="302416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>
            <a:off x="4796912" y="302416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" name="그룹 10"/>
          <p:cNvGrpSpPr/>
          <p:nvPr/>
        </p:nvGrpSpPr>
        <p:grpSpPr>
          <a:xfrm>
            <a:off x="1579935" y="2112148"/>
            <a:ext cx="122239" cy="236801"/>
            <a:chOff x="2297548" y="3782508"/>
            <a:chExt cx="122239" cy="236801"/>
          </a:xfrm>
        </p:grpSpPr>
        <p:cxnSp>
          <p:nvCxnSpPr>
            <p:cNvPr id="194" name="직선 연결선 193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5" name="직선 연결선 194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6" name="직선 연결선 195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7" name="그룹 196"/>
          <p:cNvGrpSpPr/>
          <p:nvPr/>
        </p:nvGrpSpPr>
        <p:grpSpPr>
          <a:xfrm>
            <a:off x="1579935" y="2905768"/>
            <a:ext cx="122239" cy="236801"/>
            <a:chOff x="2297548" y="3782508"/>
            <a:chExt cx="122239" cy="236801"/>
          </a:xfrm>
        </p:grpSpPr>
        <p:cxnSp>
          <p:nvCxnSpPr>
            <p:cNvPr id="198" name="직선 연결선 197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9" name="직선 연결선 198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0" name="직선 연결선 199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1" name="그룹 200"/>
          <p:cNvGrpSpPr/>
          <p:nvPr/>
        </p:nvGrpSpPr>
        <p:grpSpPr>
          <a:xfrm>
            <a:off x="1579935" y="3699390"/>
            <a:ext cx="122239" cy="236801"/>
            <a:chOff x="2297548" y="3782508"/>
            <a:chExt cx="122239" cy="236801"/>
          </a:xfrm>
        </p:grpSpPr>
        <p:cxnSp>
          <p:nvCxnSpPr>
            <p:cNvPr id="202" name="직선 연결선 201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직선 연결선 202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4" name="직선 연결선 203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5" name="그룹 204"/>
          <p:cNvGrpSpPr/>
          <p:nvPr/>
        </p:nvGrpSpPr>
        <p:grpSpPr>
          <a:xfrm flipH="1">
            <a:off x="2623414" y="4490808"/>
            <a:ext cx="122239" cy="236801"/>
            <a:chOff x="2297548" y="3782508"/>
            <a:chExt cx="122239" cy="236801"/>
          </a:xfrm>
        </p:grpSpPr>
        <p:cxnSp>
          <p:nvCxnSpPr>
            <p:cNvPr id="206" name="직선 연결선 205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직선 연결선 206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직선 연결선 207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9" name="그룹 208"/>
          <p:cNvGrpSpPr/>
          <p:nvPr/>
        </p:nvGrpSpPr>
        <p:grpSpPr>
          <a:xfrm>
            <a:off x="5091063" y="4487633"/>
            <a:ext cx="122239" cy="236801"/>
            <a:chOff x="2297548" y="3782508"/>
            <a:chExt cx="122239" cy="236801"/>
          </a:xfrm>
        </p:grpSpPr>
        <p:cxnSp>
          <p:nvCxnSpPr>
            <p:cNvPr id="210" name="직선 연결선 20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1" name="직선 연결선 21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2" name="직선 연결선 21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3" name="그룹 212"/>
          <p:cNvGrpSpPr/>
          <p:nvPr/>
        </p:nvGrpSpPr>
        <p:grpSpPr>
          <a:xfrm>
            <a:off x="3331087" y="4490808"/>
            <a:ext cx="122239" cy="236801"/>
            <a:chOff x="2297548" y="3782508"/>
            <a:chExt cx="122239" cy="236801"/>
          </a:xfrm>
        </p:grpSpPr>
        <p:cxnSp>
          <p:nvCxnSpPr>
            <p:cNvPr id="214" name="직선 연결선 213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5" name="직선 연결선 214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직선 연결선 215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7" name="그룹 216"/>
          <p:cNvGrpSpPr/>
          <p:nvPr/>
        </p:nvGrpSpPr>
        <p:grpSpPr>
          <a:xfrm flipH="1">
            <a:off x="4387860" y="2112148"/>
            <a:ext cx="122239" cy="236801"/>
            <a:chOff x="2297548" y="3782508"/>
            <a:chExt cx="122239" cy="236801"/>
          </a:xfrm>
        </p:grpSpPr>
        <p:cxnSp>
          <p:nvCxnSpPr>
            <p:cNvPr id="218" name="직선 연결선 217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9" name="직선 연결선 218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0" name="직선 연결선 219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1" name="그룹 220"/>
          <p:cNvGrpSpPr/>
          <p:nvPr/>
        </p:nvGrpSpPr>
        <p:grpSpPr>
          <a:xfrm>
            <a:off x="5095533" y="2112148"/>
            <a:ext cx="122239" cy="236801"/>
            <a:chOff x="2297548" y="3782508"/>
            <a:chExt cx="122239" cy="236801"/>
          </a:xfrm>
        </p:grpSpPr>
        <p:cxnSp>
          <p:nvCxnSpPr>
            <p:cNvPr id="222" name="직선 연결선 221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직선 연결선 222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직선 연결선 223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5" name="그룹 224"/>
          <p:cNvGrpSpPr/>
          <p:nvPr/>
        </p:nvGrpSpPr>
        <p:grpSpPr>
          <a:xfrm flipH="1">
            <a:off x="4387860" y="2905768"/>
            <a:ext cx="122239" cy="236801"/>
            <a:chOff x="2297548" y="3782508"/>
            <a:chExt cx="122239" cy="236801"/>
          </a:xfrm>
        </p:grpSpPr>
        <p:cxnSp>
          <p:nvCxnSpPr>
            <p:cNvPr id="226" name="직선 연결선 225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직선 연결선 226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직선 연결선 227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9" name="그룹 228"/>
          <p:cNvGrpSpPr/>
          <p:nvPr/>
        </p:nvGrpSpPr>
        <p:grpSpPr>
          <a:xfrm>
            <a:off x="5095533" y="2905768"/>
            <a:ext cx="122239" cy="236801"/>
            <a:chOff x="2297548" y="3782508"/>
            <a:chExt cx="122239" cy="236801"/>
          </a:xfrm>
        </p:grpSpPr>
        <p:cxnSp>
          <p:nvCxnSpPr>
            <p:cNvPr id="230" name="직선 연결선 22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1" name="직선 연결선 23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2" name="직선 연결선 23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5" name="그룹 234"/>
          <p:cNvGrpSpPr/>
          <p:nvPr/>
        </p:nvGrpSpPr>
        <p:grpSpPr>
          <a:xfrm flipH="1">
            <a:off x="8649393" y="4490303"/>
            <a:ext cx="122239" cy="236801"/>
            <a:chOff x="2297548" y="3782508"/>
            <a:chExt cx="122239" cy="236801"/>
          </a:xfrm>
        </p:grpSpPr>
        <p:cxnSp>
          <p:nvCxnSpPr>
            <p:cNvPr id="236" name="직선 연결선 235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7" name="직선 연결선 236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8" name="직선 연결선 237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9" name="그룹 238"/>
          <p:cNvGrpSpPr/>
          <p:nvPr/>
        </p:nvGrpSpPr>
        <p:grpSpPr>
          <a:xfrm>
            <a:off x="9357066" y="4490303"/>
            <a:ext cx="122239" cy="236801"/>
            <a:chOff x="2297548" y="3782508"/>
            <a:chExt cx="122239" cy="236801"/>
          </a:xfrm>
        </p:grpSpPr>
        <p:cxnSp>
          <p:nvCxnSpPr>
            <p:cNvPr id="240" name="직선 연결선 23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1" name="직선 연결선 24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2" name="직선 연결선 24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43" name="직선 연결선 242"/>
          <p:cNvCxnSpPr/>
          <p:nvPr/>
        </p:nvCxnSpPr>
        <p:spPr>
          <a:xfrm>
            <a:off x="8771632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4" name="직선 연결선 243"/>
          <p:cNvCxnSpPr/>
          <p:nvPr/>
        </p:nvCxnSpPr>
        <p:spPr>
          <a:xfrm>
            <a:off x="9357066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타원 17"/>
          <p:cNvSpPr/>
          <p:nvPr/>
        </p:nvSpPr>
        <p:spPr>
          <a:xfrm>
            <a:off x="8774749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245" name="타원 244"/>
          <p:cNvSpPr/>
          <p:nvPr/>
        </p:nvSpPr>
        <p:spPr>
          <a:xfrm>
            <a:off x="9162258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cxnSp>
        <p:nvCxnSpPr>
          <p:cNvPr id="254" name="직선 연결선 253"/>
          <p:cNvCxnSpPr/>
          <p:nvPr/>
        </p:nvCxnSpPr>
        <p:spPr>
          <a:xfrm>
            <a:off x="7019033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직선 연결선 254"/>
          <p:cNvCxnSpPr/>
          <p:nvPr/>
        </p:nvCxnSpPr>
        <p:spPr>
          <a:xfrm>
            <a:off x="7604467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6" name="타원 255"/>
          <p:cNvSpPr/>
          <p:nvPr/>
        </p:nvSpPr>
        <p:spPr>
          <a:xfrm>
            <a:off x="7022150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257" name="타원 256"/>
          <p:cNvSpPr/>
          <p:nvPr/>
        </p:nvSpPr>
        <p:spPr>
          <a:xfrm>
            <a:off x="7409659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262" name="그룹 261"/>
          <p:cNvGrpSpPr/>
          <p:nvPr/>
        </p:nvGrpSpPr>
        <p:grpSpPr>
          <a:xfrm>
            <a:off x="11113448" y="4490303"/>
            <a:ext cx="122239" cy="236801"/>
            <a:chOff x="2297548" y="3782508"/>
            <a:chExt cx="122239" cy="236801"/>
          </a:xfrm>
        </p:grpSpPr>
        <p:cxnSp>
          <p:nvCxnSpPr>
            <p:cNvPr id="263" name="직선 연결선 262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4" name="직선 연결선 263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5" name="직선 연결선 264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6" name="직선 연결선 265"/>
          <p:cNvCxnSpPr/>
          <p:nvPr/>
        </p:nvCxnSpPr>
        <p:spPr>
          <a:xfrm>
            <a:off x="10528014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7" name="직선 연결선 266"/>
          <p:cNvCxnSpPr/>
          <p:nvPr/>
        </p:nvCxnSpPr>
        <p:spPr>
          <a:xfrm>
            <a:off x="11113448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8" name="타원 267"/>
          <p:cNvSpPr/>
          <p:nvPr/>
        </p:nvSpPr>
        <p:spPr>
          <a:xfrm>
            <a:off x="10531131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269" name="타원 268"/>
          <p:cNvSpPr/>
          <p:nvPr/>
        </p:nvSpPr>
        <p:spPr>
          <a:xfrm>
            <a:off x="10918640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286" name="그룹 285"/>
          <p:cNvGrpSpPr/>
          <p:nvPr/>
        </p:nvGrpSpPr>
        <p:grpSpPr>
          <a:xfrm>
            <a:off x="7604467" y="3698828"/>
            <a:ext cx="122239" cy="236801"/>
            <a:chOff x="2297548" y="3782508"/>
            <a:chExt cx="122239" cy="236801"/>
          </a:xfrm>
        </p:grpSpPr>
        <p:cxnSp>
          <p:nvCxnSpPr>
            <p:cNvPr id="287" name="직선 연결선 286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8" name="직선 연결선 287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0" name="직선 연결선 289"/>
          <p:cNvCxnSpPr/>
          <p:nvPr/>
        </p:nvCxnSpPr>
        <p:spPr>
          <a:xfrm>
            <a:off x="7019033" y="3696158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1" name="직선 연결선 290"/>
          <p:cNvCxnSpPr/>
          <p:nvPr/>
        </p:nvCxnSpPr>
        <p:spPr>
          <a:xfrm>
            <a:off x="7604467" y="3696158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타원 291"/>
          <p:cNvSpPr/>
          <p:nvPr/>
        </p:nvSpPr>
        <p:spPr>
          <a:xfrm>
            <a:off x="7022150" y="3719826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cxnSp>
        <p:nvCxnSpPr>
          <p:cNvPr id="314" name="직선 연결선 313"/>
          <p:cNvCxnSpPr/>
          <p:nvPr/>
        </p:nvCxnSpPr>
        <p:spPr>
          <a:xfrm>
            <a:off x="8771632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5" name="직선 연결선 314"/>
          <p:cNvCxnSpPr/>
          <p:nvPr/>
        </p:nvCxnSpPr>
        <p:spPr>
          <a:xfrm>
            <a:off x="9357066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7" name="타원 316"/>
          <p:cNvSpPr/>
          <p:nvPr/>
        </p:nvSpPr>
        <p:spPr>
          <a:xfrm>
            <a:off x="9162258" y="2925800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322" name="그룹 321"/>
          <p:cNvGrpSpPr/>
          <p:nvPr/>
        </p:nvGrpSpPr>
        <p:grpSpPr>
          <a:xfrm>
            <a:off x="7604467" y="2904802"/>
            <a:ext cx="122239" cy="236801"/>
            <a:chOff x="2297548" y="3782508"/>
            <a:chExt cx="122239" cy="236801"/>
          </a:xfrm>
        </p:grpSpPr>
        <p:cxnSp>
          <p:nvCxnSpPr>
            <p:cNvPr id="323" name="직선 연결선 322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4" name="직선 연결선 323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5" name="직선 연결선 324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26" name="직선 연결선 325"/>
          <p:cNvCxnSpPr/>
          <p:nvPr/>
        </p:nvCxnSpPr>
        <p:spPr>
          <a:xfrm>
            <a:off x="7019033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>
            <a:off x="7604467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9" name="타원 328"/>
          <p:cNvSpPr/>
          <p:nvPr/>
        </p:nvSpPr>
        <p:spPr>
          <a:xfrm>
            <a:off x="7409659" y="2925800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330" name="그룹 329"/>
          <p:cNvGrpSpPr/>
          <p:nvPr/>
        </p:nvGrpSpPr>
        <p:grpSpPr>
          <a:xfrm flipH="1">
            <a:off x="10405775" y="2904802"/>
            <a:ext cx="122239" cy="236801"/>
            <a:chOff x="2297548" y="3782508"/>
            <a:chExt cx="122239" cy="236801"/>
          </a:xfrm>
        </p:grpSpPr>
        <p:cxnSp>
          <p:nvCxnSpPr>
            <p:cNvPr id="331" name="직선 연결선 330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2" name="직선 연결선 331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3" name="직선 연결선 332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4" name="그룹 333"/>
          <p:cNvGrpSpPr/>
          <p:nvPr/>
        </p:nvGrpSpPr>
        <p:grpSpPr>
          <a:xfrm>
            <a:off x="11113448" y="2904802"/>
            <a:ext cx="122239" cy="236801"/>
            <a:chOff x="2297548" y="3782508"/>
            <a:chExt cx="122239" cy="236801"/>
          </a:xfrm>
        </p:grpSpPr>
        <p:cxnSp>
          <p:nvCxnSpPr>
            <p:cNvPr id="335" name="직선 연결선 334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6" name="직선 연결선 335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7" name="직선 연결선 336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38" name="직선 연결선 337"/>
          <p:cNvCxnSpPr/>
          <p:nvPr/>
        </p:nvCxnSpPr>
        <p:spPr>
          <a:xfrm>
            <a:off x="10528014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9" name="직선 연결선 338"/>
          <p:cNvCxnSpPr/>
          <p:nvPr/>
        </p:nvCxnSpPr>
        <p:spPr>
          <a:xfrm>
            <a:off x="11113448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1" name="타원 340"/>
          <p:cNvSpPr/>
          <p:nvPr/>
        </p:nvSpPr>
        <p:spPr>
          <a:xfrm>
            <a:off x="10918640" y="2925800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cxnSp>
        <p:nvCxnSpPr>
          <p:cNvPr id="351" name="직선 연결선 350"/>
          <p:cNvCxnSpPr/>
          <p:nvPr/>
        </p:nvCxnSpPr>
        <p:spPr>
          <a:xfrm>
            <a:off x="8771632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2" name="직선 연결선 351"/>
          <p:cNvCxnSpPr/>
          <p:nvPr/>
        </p:nvCxnSpPr>
        <p:spPr>
          <a:xfrm>
            <a:off x="9357066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59" name="그룹 358"/>
          <p:cNvGrpSpPr/>
          <p:nvPr/>
        </p:nvGrpSpPr>
        <p:grpSpPr>
          <a:xfrm>
            <a:off x="7604467" y="2111281"/>
            <a:ext cx="122239" cy="236801"/>
            <a:chOff x="2297548" y="3782508"/>
            <a:chExt cx="122239" cy="236801"/>
          </a:xfrm>
        </p:grpSpPr>
        <p:cxnSp>
          <p:nvCxnSpPr>
            <p:cNvPr id="360" name="직선 연결선 35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1" name="직선 연결선 36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2" name="직선 연결선 36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63" name="직선 연결선 362"/>
          <p:cNvCxnSpPr/>
          <p:nvPr/>
        </p:nvCxnSpPr>
        <p:spPr>
          <a:xfrm>
            <a:off x="7019033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4" name="직선 연결선 363"/>
          <p:cNvCxnSpPr/>
          <p:nvPr/>
        </p:nvCxnSpPr>
        <p:spPr>
          <a:xfrm>
            <a:off x="7604467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67" name="그룹 366"/>
          <p:cNvGrpSpPr/>
          <p:nvPr/>
        </p:nvGrpSpPr>
        <p:grpSpPr>
          <a:xfrm flipH="1">
            <a:off x="10405775" y="2111281"/>
            <a:ext cx="122239" cy="236801"/>
            <a:chOff x="2297548" y="3782508"/>
            <a:chExt cx="122239" cy="236801"/>
          </a:xfrm>
        </p:grpSpPr>
        <p:cxnSp>
          <p:nvCxnSpPr>
            <p:cNvPr id="368" name="직선 연결선 367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9" name="직선 연결선 368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0" name="직선 연결선 369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71" name="그룹 370"/>
          <p:cNvGrpSpPr/>
          <p:nvPr/>
        </p:nvGrpSpPr>
        <p:grpSpPr>
          <a:xfrm>
            <a:off x="11113448" y="2111281"/>
            <a:ext cx="122239" cy="236801"/>
            <a:chOff x="2297548" y="3782508"/>
            <a:chExt cx="122239" cy="236801"/>
          </a:xfrm>
        </p:grpSpPr>
        <p:cxnSp>
          <p:nvCxnSpPr>
            <p:cNvPr id="372" name="직선 연결선 371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3" name="직선 연결선 372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4" name="직선 연결선 373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75" name="직선 연결선 374"/>
          <p:cNvCxnSpPr/>
          <p:nvPr/>
        </p:nvCxnSpPr>
        <p:spPr>
          <a:xfrm>
            <a:off x="10528014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6" name="직선 연결선 375"/>
          <p:cNvCxnSpPr/>
          <p:nvPr/>
        </p:nvCxnSpPr>
        <p:spPr>
          <a:xfrm>
            <a:off x="11113448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38750" y="1704398"/>
            <a:ext cx="1049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Customer</a:t>
            </a:r>
            <a:endParaRPr lang="ko-KR" altLang="en-US" sz="14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82" name="TextBox 381"/>
          <p:cNvSpPr txBox="1"/>
          <p:nvPr/>
        </p:nvSpPr>
        <p:spPr>
          <a:xfrm>
            <a:off x="7507062" y="1339315"/>
            <a:ext cx="1049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Order</a:t>
            </a:r>
            <a:endParaRPr lang="ko-KR" altLang="en-US" sz="14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492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5E12E-17AD-204A-9725-653C36353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직사각형 39">
            <a:extLst>
              <a:ext uri="{FF2B5EF4-FFF2-40B4-BE49-F238E27FC236}">
                <a16:creationId xmlns:a16="http://schemas.microsoft.com/office/drawing/2014/main" id="{68DDDD7C-3D59-F371-9572-F905A2D03D5D}"/>
              </a:ext>
            </a:extLst>
          </p:cNvPr>
          <p:cNvSpPr/>
          <p:nvPr/>
        </p:nvSpPr>
        <p:spPr>
          <a:xfrm>
            <a:off x="8831963" y="3988515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age_rating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03F29E5-7C3A-A084-5951-1B527FABE83D}"/>
              </a:ext>
            </a:extLst>
          </p:cNvPr>
          <p:cNvSpPr/>
          <p:nvPr/>
        </p:nvSpPr>
        <p:spPr>
          <a:xfrm>
            <a:off x="6871661" y="3999179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distributor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88611D48-E48E-7DEC-3609-8650793EFFC3}"/>
              </a:ext>
            </a:extLst>
          </p:cNvPr>
          <p:cNvSpPr/>
          <p:nvPr/>
        </p:nvSpPr>
        <p:spPr>
          <a:xfrm>
            <a:off x="7204712" y="5113818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status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CC4D974-4C01-5755-BD6F-B1F02FE97D84}"/>
              </a:ext>
            </a:extLst>
          </p:cNvPr>
          <p:cNvSpPr/>
          <p:nvPr/>
        </p:nvSpPr>
        <p:spPr>
          <a:xfrm>
            <a:off x="8193407" y="5099473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77936A7-DB08-5300-EADA-51FF53847CB2}"/>
              </a:ext>
            </a:extLst>
          </p:cNvPr>
          <p:cNvSpPr/>
          <p:nvPr/>
        </p:nvSpPr>
        <p:spPr>
          <a:xfrm>
            <a:off x="9153146" y="5113818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D0AC695-EB96-9721-4FDA-A69EB4F29B84}"/>
              </a:ext>
            </a:extLst>
          </p:cNvPr>
          <p:cNvSpPr/>
          <p:nvPr/>
        </p:nvSpPr>
        <p:spPr>
          <a:xfrm>
            <a:off x="10310624" y="5185944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subtitle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1FFC11-FCCA-1302-82C6-18692002158A}"/>
              </a:ext>
            </a:extLst>
          </p:cNvPr>
          <p:cNvSpPr/>
          <p:nvPr/>
        </p:nvSpPr>
        <p:spPr>
          <a:xfrm>
            <a:off x="10537319" y="4284980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language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174CB58B-9174-3CBD-36ED-9CE7465E108A}"/>
              </a:ext>
            </a:extLst>
          </p:cNvPr>
          <p:cNvSpPr/>
          <p:nvPr/>
        </p:nvSpPr>
        <p:spPr>
          <a:xfrm>
            <a:off x="9434181" y="4517747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tax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5AC6393-B74D-E474-E8C8-CBE64BFC4AE1}"/>
              </a:ext>
            </a:extLst>
          </p:cNvPr>
          <p:cNvSpPr/>
          <p:nvPr/>
        </p:nvSpPr>
        <p:spPr>
          <a:xfrm>
            <a:off x="10141841" y="4016927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E77715FB-7F35-86F1-D905-92772E70044D}"/>
              </a:ext>
            </a:extLst>
          </p:cNvPr>
          <p:cNvSpPr/>
          <p:nvPr/>
        </p:nvSpPr>
        <p:spPr>
          <a:xfrm>
            <a:off x="7917563" y="3507926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4E7FC92-1F5E-96AE-4C05-BFFE71CD70DF}"/>
              </a:ext>
            </a:extLst>
          </p:cNvPr>
          <p:cNvSpPr/>
          <p:nvPr/>
        </p:nvSpPr>
        <p:spPr>
          <a:xfrm>
            <a:off x="3996959" y="3549633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city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region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48C7214-4C69-C3FA-347F-28E0E4ACF949}"/>
              </a:ext>
            </a:extLst>
          </p:cNvPr>
          <p:cNvSpPr/>
          <p:nvPr/>
        </p:nvSpPr>
        <p:spPr>
          <a:xfrm>
            <a:off x="4993493" y="3296874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ko-KR" sz="800" dirty="0" err="1"/>
              <a:t>maintenanceticket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9485C66-335C-7FDD-CA6B-5A85A76A98BE}"/>
              </a:ext>
            </a:extLst>
          </p:cNvPr>
          <p:cNvSpPr/>
          <p:nvPr/>
        </p:nvSpPr>
        <p:spPr>
          <a:xfrm>
            <a:off x="4940315" y="4495568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DD2DB76-C94C-9E38-8DA3-AB3BA9B35D85}"/>
              </a:ext>
            </a:extLst>
          </p:cNvPr>
          <p:cNvSpPr/>
          <p:nvPr/>
        </p:nvSpPr>
        <p:spPr>
          <a:xfrm>
            <a:off x="3632375" y="486670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CE95B532-D73A-0EA4-DC4E-69F8C0F900F4}"/>
              </a:ext>
            </a:extLst>
          </p:cNvPr>
          <p:cNvSpPr/>
          <p:nvPr/>
        </p:nvSpPr>
        <p:spPr>
          <a:xfrm>
            <a:off x="4787915" y="5158883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A0A2F0EE-B54E-7019-7AAD-6C057894E85F}"/>
              </a:ext>
            </a:extLst>
          </p:cNvPr>
          <p:cNvSpPr/>
          <p:nvPr/>
        </p:nvSpPr>
        <p:spPr>
          <a:xfrm>
            <a:off x="3792171" y="1758527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259769D-BE04-39F6-D62E-E5576752C5CD}"/>
              </a:ext>
            </a:extLst>
          </p:cNvPr>
          <p:cNvSpPr/>
          <p:nvPr/>
        </p:nvSpPr>
        <p:spPr>
          <a:xfrm>
            <a:off x="4940315" y="1875744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00277F7-D402-3D37-C8FB-6C9FF26060D4}"/>
              </a:ext>
            </a:extLst>
          </p:cNvPr>
          <p:cNvSpPr/>
          <p:nvPr/>
        </p:nvSpPr>
        <p:spPr>
          <a:xfrm>
            <a:off x="5894721" y="1847803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749F85E-4F74-E134-1D29-3B5B35C68D31}"/>
              </a:ext>
            </a:extLst>
          </p:cNvPr>
          <p:cNvSpPr/>
          <p:nvPr/>
        </p:nvSpPr>
        <p:spPr>
          <a:xfrm>
            <a:off x="6219391" y="2518923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48" name="직사각형 547">
            <a:extLst>
              <a:ext uri="{FF2B5EF4-FFF2-40B4-BE49-F238E27FC236}">
                <a16:creationId xmlns:a16="http://schemas.microsoft.com/office/drawing/2014/main" id="{6A42FC80-6CF6-D8FB-00A5-6B6F61A08791}"/>
              </a:ext>
            </a:extLst>
          </p:cNvPr>
          <p:cNvSpPr/>
          <p:nvPr/>
        </p:nvSpPr>
        <p:spPr>
          <a:xfrm>
            <a:off x="6127124" y="3128983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549" name="직사각형 548">
            <a:extLst>
              <a:ext uri="{FF2B5EF4-FFF2-40B4-BE49-F238E27FC236}">
                <a16:creationId xmlns:a16="http://schemas.microsoft.com/office/drawing/2014/main" id="{C883FA9D-5F1E-D447-3D58-544B0BF53D29}"/>
              </a:ext>
            </a:extLst>
          </p:cNvPr>
          <p:cNvSpPr/>
          <p:nvPr/>
        </p:nvSpPr>
        <p:spPr>
          <a:xfrm>
            <a:off x="7148066" y="2833032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 rule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0" name="직사각형 549">
            <a:extLst>
              <a:ext uri="{FF2B5EF4-FFF2-40B4-BE49-F238E27FC236}">
                <a16:creationId xmlns:a16="http://schemas.microsoft.com/office/drawing/2014/main" id="{4E642996-40D0-328A-6122-3524884930A3}"/>
              </a:ext>
            </a:extLst>
          </p:cNvPr>
          <p:cNvSpPr/>
          <p:nvPr/>
        </p:nvSpPr>
        <p:spPr>
          <a:xfrm>
            <a:off x="7642470" y="1382268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1" name="직사각형 550">
            <a:extLst>
              <a:ext uri="{FF2B5EF4-FFF2-40B4-BE49-F238E27FC236}">
                <a16:creationId xmlns:a16="http://schemas.microsoft.com/office/drawing/2014/main" id="{F2275BF3-E869-167B-C9F8-BA1AE77D50EB}"/>
              </a:ext>
            </a:extLst>
          </p:cNvPr>
          <p:cNvSpPr/>
          <p:nvPr/>
        </p:nvSpPr>
        <p:spPr>
          <a:xfrm>
            <a:off x="7754113" y="2023821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2" name="직사각형 551">
            <a:extLst>
              <a:ext uri="{FF2B5EF4-FFF2-40B4-BE49-F238E27FC236}">
                <a16:creationId xmlns:a16="http://schemas.microsoft.com/office/drawing/2014/main" id="{92D493EC-BCE3-F80A-7600-C21CA3BF1211}"/>
              </a:ext>
            </a:extLst>
          </p:cNvPr>
          <p:cNvSpPr/>
          <p:nvPr/>
        </p:nvSpPr>
        <p:spPr>
          <a:xfrm>
            <a:off x="8545069" y="1525759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3" name="직사각형 552">
            <a:extLst>
              <a:ext uri="{FF2B5EF4-FFF2-40B4-BE49-F238E27FC236}">
                <a16:creationId xmlns:a16="http://schemas.microsoft.com/office/drawing/2014/main" id="{CA00E282-4214-9915-70E1-36FCE4AFEE5A}"/>
              </a:ext>
            </a:extLst>
          </p:cNvPr>
          <p:cNvSpPr/>
          <p:nvPr/>
        </p:nvSpPr>
        <p:spPr>
          <a:xfrm>
            <a:off x="9622919" y="1278647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4" name="직사각형 553">
            <a:extLst>
              <a:ext uri="{FF2B5EF4-FFF2-40B4-BE49-F238E27FC236}">
                <a16:creationId xmlns:a16="http://schemas.microsoft.com/office/drawing/2014/main" id="{D6B78433-3830-F1CC-5D52-99B5B8700D09}"/>
              </a:ext>
            </a:extLst>
          </p:cNvPr>
          <p:cNvSpPr/>
          <p:nvPr/>
        </p:nvSpPr>
        <p:spPr>
          <a:xfrm>
            <a:off x="10620615" y="1201432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preference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5" name="직사각형 554">
            <a:extLst>
              <a:ext uri="{FF2B5EF4-FFF2-40B4-BE49-F238E27FC236}">
                <a16:creationId xmlns:a16="http://schemas.microsoft.com/office/drawing/2014/main" id="{C98C140B-298F-926C-3FA3-9459A76BDC8C}"/>
              </a:ext>
            </a:extLst>
          </p:cNvPr>
          <p:cNvSpPr/>
          <p:nvPr/>
        </p:nvSpPr>
        <p:spPr>
          <a:xfrm>
            <a:off x="10379208" y="1876996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block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list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6" name="직사각형 555">
            <a:extLst>
              <a:ext uri="{FF2B5EF4-FFF2-40B4-BE49-F238E27FC236}">
                <a16:creationId xmlns:a16="http://schemas.microsoft.com/office/drawing/2014/main" id="{263F0815-FF72-A1E3-0BE1-5909309D1313}"/>
              </a:ext>
            </a:extLst>
          </p:cNvPr>
          <p:cNvSpPr/>
          <p:nvPr/>
        </p:nvSpPr>
        <p:spPr>
          <a:xfrm>
            <a:off x="9515437" y="1949664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 login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history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7" name="직사각형 556">
            <a:extLst>
              <a:ext uri="{FF2B5EF4-FFF2-40B4-BE49-F238E27FC236}">
                <a16:creationId xmlns:a16="http://schemas.microsoft.com/office/drawing/2014/main" id="{F200C074-F3DC-AC31-8EE8-3D72553D8C9C}"/>
              </a:ext>
            </a:extLst>
          </p:cNvPr>
          <p:cNvSpPr/>
          <p:nvPr/>
        </p:nvSpPr>
        <p:spPr>
          <a:xfrm>
            <a:off x="10430683" y="42294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8" name="직사각형 557">
            <a:extLst>
              <a:ext uri="{FF2B5EF4-FFF2-40B4-BE49-F238E27FC236}">
                <a16:creationId xmlns:a16="http://schemas.microsoft.com/office/drawing/2014/main" id="{359D67A2-8C5A-ED77-7DB9-2BDF698CAD4A}"/>
              </a:ext>
            </a:extLst>
          </p:cNvPr>
          <p:cNvSpPr/>
          <p:nvPr/>
        </p:nvSpPr>
        <p:spPr>
          <a:xfrm>
            <a:off x="9548624" y="562882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role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0" name="직사각형 559">
            <a:extLst>
              <a:ext uri="{FF2B5EF4-FFF2-40B4-BE49-F238E27FC236}">
                <a16:creationId xmlns:a16="http://schemas.microsoft.com/office/drawing/2014/main" id="{E8D52D63-934C-2D23-491B-D1D8D3E69577}"/>
              </a:ext>
            </a:extLst>
          </p:cNvPr>
          <p:cNvSpPr/>
          <p:nvPr/>
        </p:nvSpPr>
        <p:spPr>
          <a:xfrm>
            <a:off x="6096000" y="330114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2" name="직사각형 561">
            <a:extLst>
              <a:ext uri="{FF2B5EF4-FFF2-40B4-BE49-F238E27FC236}">
                <a16:creationId xmlns:a16="http://schemas.microsoft.com/office/drawing/2014/main" id="{B9DDF02B-4B80-9421-4848-CC4C4EC83EF3}"/>
              </a:ext>
            </a:extLst>
          </p:cNvPr>
          <p:cNvSpPr/>
          <p:nvPr/>
        </p:nvSpPr>
        <p:spPr>
          <a:xfrm>
            <a:off x="5435941" y="1112179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ticket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3" name="직사각형 562">
            <a:extLst>
              <a:ext uri="{FF2B5EF4-FFF2-40B4-BE49-F238E27FC236}">
                <a16:creationId xmlns:a16="http://schemas.microsoft.com/office/drawing/2014/main" id="{79B05F6B-D0B4-3EAE-22EB-DD55EAB994E8}"/>
              </a:ext>
            </a:extLst>
          </p:cNvPr>
          <p:cNvSpPr/>
          <p:nvPr/>
        </p:nvSpPr>
        <p:spPr>
          <a:xfrm>
            <a:off x="4438245" y="700154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4" name="직사각형 563">
            <a:extLst>
              <a:ext uri="{FF2B5EF4-FFF2-40B4-BE49-F238E27FC236}">
                <a16:creationId xmlns:a16="http://schemas.microsoft.com/office/drawing/2014/main" id="{33614E36-492E-0775-7565-871A53010A8D}"/>
              </a:ext>
            </a:extLst>
          </p:cNvPr>
          <p:cNvSpPr/>
          <p:nvPr/>
        </p:nvSpPr>
        <p:spPr>
          <a:xfrm>
            <a:off x="4561979" y="200188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5" name="직사각형 564">
            <a:extLst>
              <a:ext uri="{FF2B5EF4-FFF2-40B4-BE49-F238E27FC236}">
                <a16:creationId xmlns:a16="http://schemas.microsoft.com/office/drawing/2014/main" id="{641B6462-2207-DDCE-2649-DC35DDE12D88}"/>
              </a:ext>
            </a:extLst>
          </p:cNvPr>
          <p:cNvSpPr/>
          <p:nvPr/>
        </p:nvSpPr>
        <p:spPr>
          <a:xfrm>
            <a:off x="7246992" y="755340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6" name="직사각형 565">
            <a:extLst>
              <a:ext uri="{FF2B5EF4-FFF2-40B4-BE49-F238E27FC236}">
                <a16:creationId xmlns:a16="http://schemas.microsoft.com/office/drawing/2014/main" id="{9A4C99CA-4A01-34F3-C045-101B7F96D790}"/>
              </a:ext>
            </a:extLst>
          </p:cNvPr>
          <p:cNvSpPr/>
          <p:nvPr/>
        </p:nvSpPr>
        <p:spPr>
          <a:xfrm>
            <a:off x="7081195" y="165625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7" name="직사각형 566">
            <a:extLst>
              <a:ext uri="{FF2B5EF4-FFF2-40B4-BE49-F238E27FC236}">
                <a16:creationId xmlns:a16="http://schemas.microsoft.com/office/drawing/2014/main" id="{71338092-500B-6E69-83EE-590B95EAF949}"/>
              </a:ext>
            </a:extLst>
          </p:cNvPr>
          <p:cNvSpPr/>
          <p:nvPr/>
        </p:nvSpPr>
        <p:spPr>
          <a:xfrm>
            <a:off x="1776577" y="340199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8" name="직사각형 567">
            <a:extLst>
              <a:ext uri="{FF2B5EF4-FFF2-40B4-BE49-F238E27FC236}">
                <a16:creationId xmlns:a16="http://schemas.microsoft.com/office/drawing/2014/main" id="{3BD5033E-1D71-B8EE-2883-4885E17B02BB}"/>
              </a:ext>
            </a:extLst>
          </p:cNvPr>
          <p:cNvSpPr/>
          <p:nvPr/>
        </p:nvSpPr>
        <p:spPr>
          <a:xfrm>
            <a:off x="1960478" y="1045879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recommendation</a:t>
            </a:r>
            <a:endParaRPr lang="ko-KR" altLang="en-US" sz="6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9" name="직사각형 568">
            <a:extLst>
              <a:ext uri="{FF2B5EF4-FFF2-40B4-BE49-F238E27FC236}">
                <a16:creationId xmlns:a16="http://schemas.microsoft.com/office/drawing/2014/main" id="{42DA9BB0-7952-A456-B69E-D59B4E8A151E}"/>
              </a:ext>
            </a:extLst>
          </p:cNvPr>
          <p:cNvSpPr/>
          <p:nvPr/>
        </p:nvSpPr>
        <p:spPr>
          <a:xfrm>
            <a:off x="3086104" y="1009493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similarity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70" name="직사각형 569">
            <a:extLst>
              <a:ext uri="{FF2B5EF4-FFF2-40B4-BE49-F238E27FC236}">
                <a16:creationId xmlns:a16="http://schemas.microsoft.com/office/drawing/2014/main" id="{FDE790A0-4099-6AE6-AD9A-A111C7D441E0}"/>
              </a:ext>
            </a:extLst>
          </p:cNvPr>
          <p:cNvSpPr/>
          <p:nvPr/>
        </p:nvSpPr>
        <p:spPr>
          <a:xfrm>
            <a:off x="3010291" y="346708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like</a:t>
            </a:r>
          </a:p>
        </p:txBody>
      </p:sp>
      <p:sp>
        <p:nvSpPr>
          <p:cNvPr id="571" name="직사각형 570">
            <a:extLst>
              <a:ext uri="{FF2B5EF4-FFF2-40B4-BE49-F238E27FC236}">
                <a16:creationId xmlns:a16="http://schemas.microsoft.com/office/drawing/2014/main" id="{475D5036-1E8F-8166-E4E9-2D59D0C9F67B}"/>
              </a:ext>
            </a:extLst>
          </p:cNvPr>
          <p:cNvSpPr/>
          <p:nvPr/>
        </p:nvSpPr>
        <p:spPr>
          <a:xfrm>
            <a:off x="1490129" y="2286155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store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72" name="직사각형 571">
            <a:extLst>
              <a:ext uri="{FF2B5EF4-FFF2-40B4-BE49-F238E27FC236}">
                <a16:creationId xmlns:a16="http://schemas.microsoft.com/office/drawing/2014/main" id="{0259EC46-F8CC-DA6B-367D-C3545E9F777F}"/>
              </a:ext>
            </a:extLst>
          </p:cNvPr>
          <p:cNvSpPr/>
          <p:nvPr/>
        </p:nvSpPr>
        <p:spPr>
          <a:xfrm>
            <a:off x="2618273" y="2182431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item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73" name="직사각형 572">
            <a:extLst>
              <a:ext uri="{FF2B5EF4-FFF2-40B4-BE49-F238E27FC236}">
                <a16:creationId xmlns:a16="http://schemas.microsoft.com/office/drawing/2014/main" id="{AFCD426D-7751-8A9E-42FE-8BF76D47640B}"/>
              </a:ext>
            </a:extLst>
          </p:cNvPr>
          <p:cNvSpPr/>
          <p:nvPr/>
        </p:nvSpPr>
        <p:spPr>
          <a:xfrm>
            <a:off x="2464901" y="2845216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74" name="직사각형 573">
            <a:extLst>
              <a:ext uri="{FF2B5EF4-FFF2-40B4-BE49-F238E27FC236}">
                <a16:creationId xmlns:a16="http://schemas.microsoft.com/office/drawing/2014/main" id="{AF7489E2-B326-8179-C400-0968908B537C}"/>
              </a:ext>
            </a:extLst>
          </p:cNvPr>
          <p:cNvSpPr/>
          <p:nvPr/>
        </p:nvSpPr>
        <p:spPr>
          <a:xfrm>
            <a:off x="1486589" y="2912850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menu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92" name="직사각형 191">
            <a:extLst>
              <a:ext uri="{FF2B5EF4-FFF2-40B4-BE49-F238E27FC236}">
                <a16:creationId xmlns:a16="http://schemas.microsoft.com/office/drawing/2014/main" id="{B6312787-B5AC-28B7-EBA7-B346077143DB}"/>
              </a:ext>
            </a:extLst>
          </p:cNvPr>
          <p:cNvSpPr/>
          <p:nvPr/>
        </p:nvSpPr>
        <p:spPr>
          <a:xfrm>
            <a:off x="985621" y="4517747"/>
            <a:ext cx="790956" cy="4655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audit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log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93" name="직사각형 192">
            <a:extLst>
              <a:ext uri="{FF2B5EF4-FFF2-40B4-BE49-F238E27FC236}">
                <a16:creationId xmlns:a16="http://schemas.microsoft.com/office/drawing/2014/main" id="{BF0187DC-FB98-9B2A-CC46-FB4AC2640261}"/>
              </a:ext>
            </a:extLst>
          </p:cNvPr>
          <p:cNvSpPr/>
          <p:nvPr/>
        </p:nvSpPr>
        <p:spPr>
          <a:xfrm>
            <a:off x="2003766" y="4665012"/>
            <a:ext cx="790956" cy="4655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156B1CD-8443-5283-FA29-B673B210C820}"/>
              </a:ext>
            </a:extLst>
          </p:cNvPr>
          <p:cNvSpPr/>
          <p:nvPr/>
        </p:nvSpPr>
        <p:spPr>
          <a:xfrm>
            <a:off x="3601481" y="4235473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8001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8F809-BB80-A4D2-DD9D-A3F5788A6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직사각형 785">
            <a:extLst>
              <a:ext uri="{FF2B5EF4-FFF2-40B4-BE49-F238E27FC236}">
                <a16:creationId xmlns:a16="http://schemas.microsoft.com/office/drawing/2014/main" id="{167785D2-3875-2A20-9212-D44215DB8C55}"/>
              </a:ext>
            </a:extLst>
          </p:cNvPr>
          <p:cNvSpPr>
            <a:spLocks noChangeAspect="1"/>
          </p:cNvSpPr>
          <p:nvPr/>
        </p:nvSpPr>
        <p:spPr>
          <a:xfrm>
            <a:off x="7868471" y="1009717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87" name="직사각형 786">
            <a:extLst>
              <a:ext uri="{FF2B5EF4-FFF2-40B4-BE49-F238E27FC236}">
                <a16:creationId xmlns:a16="http://schemas.microsoft.com/office/drawing/2014/main" id="{D06B7AD1-A11D-DBA3-1C22-3C9C8AAC9D51}"/>
              </a:ext>
            </a:extLst>
          </p:cNvPr>
          <p:cNvSpPr>
            <a:spLocks/>
          </p:cNvSpPr>
          <p:nvPr/>
        </p:nvSpPr>
        <p:spPr>
          <a:xfrm>
            <a:off x="7868471" y="1909450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2" name="직사각형 791">
            <a:extLst>
              <a:ext uri="{FF2B5EF4-FFF2-40B4-BE49-F238E27FC236}">
                <a16:creationId xmlns:a16="http://schemas.microsoft.com/office/drawing/2014/main" id="{718E83B1-12AE-47F4-D125-A813EFDC9608}"/>
              </a:ext>
            </a:extLst>
          </p:cNvPr>
          <p:cNvSpPr>
            <a:spLocks/>
          </p:cNvSpPr>
          <p:nvPr/>
        </p:nvSpPr>
        <p:spPr>
          <a:xfrm>
            <a:off x="7868471" y="2809183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3" name="직사각형 792">
            <a:extLst>
              <a:ext uri="{FF2B5EF4-FFF2-40B4-BE49-F238E27FC236}">
                <a16:creationId xmlns:a16="http://schemas.microsoft.com/office/drawing/2014/main" id="{2AE36EC8-12C7-0308-9609-C66776FE05A9}"/>
              </a:ext>
            </a:extLst>
          </p:cNvPr>
          <p:cNvSpPr>
            <a:spLocks/>
          </p:cNvSpPr>
          <p:nvPr/>
        </p:nvSpPr>
        <p:spPr>
          <a:xfrm>
            <a:off x="9148203" y="2809183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794" name="직사각형 793">
            <a:extLst>
              <a:ext uri="{FF2B5EF4-FFF2-40B4-BE49-F238E27FC236}">
                <a16:creationId xmlns:a16="http://schemas.microsoft.com/office/drawing/2014/main" id="{77AA902C-5C0E-EE64-A15E-F6A186FDA38E}"/>
              </a:ext>
            </a:extLst>
          </p:cNvPr>
          <p:cNvSpPr>
            <a:spLocks/>
          </p:cNvSpPr>
          <p:nvPr/>
        </p:nvSpPr>
        <p:spPr>
          <a:xfrm>
            <a:off x="7868471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5" name="직사각형 794">
            <a:extLst>
              <a:ext uri="{FF2B5EF4-FFF2-40B4-BE49-F238E27FC236}">
                <a16:creationId xmlns:a16="http://schemas.microsoft.com/office/drawing/2014/main" id="{1F82D27E-CCC2-FFE7-7AEC-E5BE92C2F41E}"/>
              </a:ext>
            </a:extLst>
          </p:cNvPr>
          <p:cNvSpPr>
            <a:spLocks/>
          </p:cNvSpPr>
          <p:nvPr/>
        </p:nvSpPr>
        <p:spPr>
          <a:xfrm>
            <a:off x="7868471" y="550128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6" name="직사각형 795">
            <a:extLst>
              <a:ext uri="{FF2B5EF4-FFF2-40B4-BE49-F238E27FC236}">
                <a16:creationId xmlns:a16="http://schemas.microsoft.com/office/drawing/2014/main" id="{A904EFE9-747C-EE9D-F34C-D9ABDABBFADC}"/>
              </a:ext>
            </a:extLst>
          </p:cNvPr>
          <p:cNvSpPr>
            <a:spLocks/>
          </p:cNvSpPr>
          <p:nvPr/>
        </p:nvSpPr>
        <p:spPr>
          <a:xfrm>
            <a:off x="7868471" y="4605101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8" name="직사각형 797">
            <a:extLst>
              <a:ext uri="{FF2B5EF4-FFF2-40B4-BE49-F238E27FC236}">
                <a16:creationId xmlns:a16="http://schemas.microsoft.com/office/drawing/2014/main" id="{21179079-C055-2275-30DD-3D5DB94F426C}"/>
              </a:ext>
            </a:extLst>
          </p:cNvPr>
          <p:cNvSpPr>
            <a:spLocks/>
          </p:cNvSpPr>
          <p:nvPr/>
        </p:nvSpPr>
        <p:spPr>
          <a:xfrm>
            <a:off x="9148203" y="3708916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799" name="직선 연결선[R] 798">
            <a:extLst>
              <a:ext uri="{FF2B5EF4-FFF2-40B4-BE49-F238E27FC236}">
                <a16:creationId xmlns:a16="http://schemas.microsoft.com/office/drawing/2014/main" id="{1D91A243-8818-8D65-6167-C3BF5D2CF70E}"/>
              </a:ext>
            </a:extLst>
          </p:cNvPr>
          <p:cNvCxnSpPr>
            <a:cxnSpLocks/>
          </p:cNvCxnSpPr>
          <p:nvPr/>
        </p:nvCxnSpPr>
        <p:spPr>
          <a:xfrm flipV="1">
            <a:off x="8441831" y="144171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직선 연결선[R] 801">
            <a:extLst>
              <a:ext uri="{FF2B5EF4-FFF2-40B4-BE49-F238E27FC236}">
                <a16:creationId xmlns:a16="http://schemas.microsoft.com/office/drawing/2014/main" id="{B40FE8C6-CD80-CBA8-1124-164A119A8EB3}"/>
              </a:ext>
            </a:extLst>
          </p:cNvPr>
          <p:cNvCxnSpPr>
            <a:cxnSpLocks/>
          </p:cNvCxnSpPr>
          <p:nvPr/>
        </p:nvCxnSpPr>
        <p:spPr>
          <a:xfrm flipV="1">
            <a:off x="8229573" y="2341450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직선 연결선[R] 802">
            <a:extLst>
              <a:ext uri="{FF2B5EF4-FFF2-40B4-BE49-F238E27FC236}">
                <a16:creationId xmlns:a16="http://schemas.microsoft.com/office/drawing/2014/main" id="{35D66A23-BB03-EE7E-07E6-C006151AE9FC}"/>
              </a:ext>
            </a:extLst>
          </p:cNvPr>
          <p:cNvCxnSpPr>
            <a:cxnSpLocks/>
          </p:cNvCxnSpPr>
          <p:nvPr/>
        </p:nvCxnSpPr>
        <p:spPr>
          <a:xfrm flipV="1">
            <a:off x="8228471" y="324118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직선 연결선[R] 803">
            <a:extLst>
              <a:ext uri="{FF2B5EF4-FFF2-40B4-BE49-F238E27FC236}">
                <a16:creationId xmlns:a16="http://schemas.microsoft.com/office/drawing/2014/main" id="{97B2F029-9EB7-434C-C975-1CF9B2A9D035}"/>
              </a:ext>
            </a:extLst>
          </p:cNvPr>
          <p:cNvCxnSpPr>
            <a:cxnSpLocks/>
          </p:cNvCxnSpPr>
          <p:nvPr/>
        </p:nvCxnSpPr>
        <p:spPr>
          <a:xfrm flipV="1">
            <a:off x="8228471" y="4140916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직선 연결선[R] 804">
            <a:extLst>
              <a:ext uri="{FF2B5EF4-FFF2-40B4-BE49-F238E27FC236}">
                <a16:creationId xmlns:a16="http://schemas.microsoft.com/office/drawing/2014/main" id="{9A6488B1-F589-3676-75D5-38E354827766}"/>
              </a:ext>
            </a:extLst>
          </p:cNvPr>
          <p:cNvCxnSpPr>
            <a:cxnSpLocks/>
          </p:cNvCxnSpPr>
          <p:nvPr/>
        </p:nvCxnSpPr>
        <p:spPr>
          <a:xfrm flipV="1">
            <a:off x="8228471" y="503710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직선 연결선[R] 805">
            <a:extLst>
              <a:ext uri="{FF2B5EF4-FFF2-40B4-BE49-F238E27FC236}">
                <a16:creationId xmlns:a16="http://schemas.microsoft.com/office/drawing/2014/main" id="{1A1AB792-F503-3CD6-0408-147C10DEB8F8}"/>
              </a:ext>
            </a:extLst>
          </p:cNvPr>
          <p:cNvCxnSpPr>
            <a:cxnSpLocks/>
            <a:stCxn id="793" idx="1"/>
            <a:endCxn id="792" idx="3"/>
          </p:cNvCxnSpPr>
          <p:nvPr/>
        </p:nvCxnSpPr>
        <p:spPr>
          <a:xfrm flipH="1">
            <a:off x="8588471" y="3025183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직선 연결선[R] 808">
            <a:extLst>
              <a:ext uri="{FF2B5EF4-FFF2-40B4-BE49-F238E27FC236}">
                <a16:creationId xmlns:a16="http://schemas.microsoft.com/office/drawing/2014/main" id="{B5F1A381-B34B-92C4-4C30-9C77E585194D}"/>
              </a:ext>
            </a:extLst>
          </p:cNvPr>
          <p:cNvCxnSpPr>
            <a:cxnSpLocks/>
          </p:cNvCxnSpPr>
          <p:nvPr/>
        </p:nvCxnSpPr>
        <p:spPr>
          <a:xfrm flipH="1">
            <a:off x="8588471" y="5717286"/>
            <a:ext cx="91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직선 연결선[R] 809">
            <a:extLst>
              <a:ext uri="{FF2B5EF4-FFF2-40B4-BE49-F238E27FC236}">
                <a16:creationId xmlns:a16="http://schemas.microsoft.com/office/drawing/2014/main" id="{1DC1B960-0F4D-3FC6-DBC6-31FB66B6C934}"/>
              </a:ext>
            </a:extLst>
          </p:cNvPr>
          <p:cNvCxnSpPr>
            <a:cxnSpLocks/>
          </p:cNvCxnSpPr>
          <p:nvPr/>
        </p:nvCxnSpPr>
        <p:spPr>
          <a:xfrm flipV="1">
            <a:off x="9509305" y="324118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직선 연결선[R] 810">
            <a:extLst>
              <a:ext uri="{FF2B5EF4-FFF2-40B4-BE49-F238E27FC236}">
                <a16:creationId xmlns:a16="http://schemas.microsoft.com/office/drawing/2014/main" id="{B0431A9A-2C36-866E-9047-75333C70DC55}"/>
              </a:ext>
            </a:extLst>
          </p:cNvPr>
          <p:cNvCxnSpPr>
            <a:cxnSpLocks/>
            <a:endCxn id="798" idx="2"/>
          </p:cNvCxnSpPr>
          <p:nvPr/>
        </p:nvCxnSpPr>
        <p:spPr>
          <a:xfrm flipV="1">
            <a:off x="9508203" y="4140916"/>
            <a:ext cx="0" cy="157637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5" name="직사각형 814">
            <a:extLst>
              <a:ext uri="{FF2B5EF4-FFF2-40B4-BE49-F238E27FC236}">
                <a16:creationId xmlns:a16="http://schemas.microsoft.com/office/drawing/2014/main" id="{08640B3C-DF82-1AEE-97D5-EC68306DB2CB}"/>
              </a:ext>
            </a:extLst>
          </p:cNvPr>
          <p:cNvSpPr/>
          <p:nvPr/>
        </p:nvSpPr>
        <p:spPr>
          <a:xfrm>
            <a:off x="6588739" y="2809183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status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7" name="직사각형 816">
            <a:extLst>
              <a:ext uri="{FF2B5EF4-FFF2-40B4-BE49-F238E27FC236}">
                <a16:creationId xmlns:a16="http://schemas.microsoft.com/office/drawing/2014/main" id="{C0D3499A-3200-22A2-4558-0C16D2383784}"/>
              </a:ext>
            </a:extLst>
          </p:cNvPr>
          <p:cNvSpPr>
            <a:spLocks/>
          </p:cNvSpPr>
          <p:nvPr/>
        </p:nvSpPr>
        <p:spPr>
          <a:xfrm>
            <a:off x="7435151" y="10446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rating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8" name="직사각형 817">
            <a:extLst>
              <a:ext uri="{FF2B5EF4-FFF2-40B4-BE49-F238E27FC236}">
                <a16:creationId xmlns:a16="http://schemas.microsoft.com/office/drawing/2014/main" id="{D7C87244-5E4B-924C-B7E0-E63841E8648F}"/>
              </a:ext>
            </a:extLst>
          </p:cNvPr>
          <p:cNvSpPr>
            <a:spLocks/>
          </p:cNvSpPr>
          <p:nvPr/>
        </p:nvSpPr>
        <p:spPr>
          <a:xfrm>
            <a:off x="8316940" y="10446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distributor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9" name="직사각형 818">
            <a:extLst>
              <a:ext uri="{FF2B5EF4-FFF2-40B4-BE49-F238E27FC236}">
                <a16:creationId xmlns:a16="http://schemas.microsoft.com/office/drawing/2014/main" id="{3D52BC28-4EDD-BC36-A65F-4FE73601AE90}"/>
              </a:ext>
            </a:extLst>
          </p:cNvPr>
          <p:cNvSpPr>
            <a:spLocks/>
          </p:cNvSpPr>
          <p:nvPr/>
        </p:nvSpPr>
        <p:spPr>
          <a:xfrm>
            <a:off x="9148203" y="2146865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language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0" name="직사각형 819">
            <a:extLst>
              <a:ext uri="{FF2B5EF4-FFF2-40B4-BE49-F238E27FC236}">
                <a16:creationId xmlns:a16="http://schemas.microsoft.com/office/drawing/2014/main" id="{6C87B0CD-0549-19FC-0339-A9A46DE716B4}"/>
              </a:ext>
            </a:extLst>
          </p:cNvPr>
          <p:cNvSpPr>
            <a:spLocks/>
          </p:cNvSpPr>
          <p:nvPr/>
        </p:nvSpPr>
        <p:spPr>
          <a:xfrm>
            <a:off x="9148203" y="165489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subtitle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D4B44754-E55B-C1B9-E16D-779D7A981845}"/>
              </a:ext>
            </a:extLst>
          </p:cNvPr>
          <p:cNvSpPr>
            <a:spLocks/>
          </p:cNvSpPr>
          <p:nvPr/>
        </p:nvSpPr>
        <p:spPr>
          <a:xfrm>
            <a:off x="6588739" y="1009717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similarity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22" name="직선 연결선[R] 821">
            <a:extLst>
              <a:ext uri="{FF2B5EF4-FFF2-40B4-BE49-F238E27FC236}">
                <a16:creationId xmlns:a16="http://schemas.microsoft.com/office/drawing/2014/main" id="{C393539F-C444-703E-33B0-FDC430844C4F}"/>
              </a:ext>
            </a:extLst>
          </p:cNvPr>
          <p:cNvCxnSpPr>
            <a:cxnSpLocks/>
          </p:cNvCxnSpPr>
          <p:nvPr/>
        </p:nvCxnSpPr>
        <p:spPr>
          <a:xfrm flipH="1">
            <a:off x="8588471" y="1995052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직선 연결선[R] 825">
            <a:extLst>
              <a:ext uri="{FF2B5EF4-FFF2-40B4-BE49-F238E27FC236}">
                <a16:creationId xmlns:a16="http://schemas.microsoft.com/office/drawing/2014/main" id="{C11E00F0-A72E-3BF7-2382-70F89FB36317}"/>
              </a:ext>
            </a:extLst>
          </p:cNvPr>
          <p:cNvCxnSpPr>
            <a:cxnSpLocks/>
          </p:cNvCxnSpPr>
          <p:nvPr/>
        </p:nvCxnSpPr>
        <p:spPr>
          <a:xfrm flipH="1">
            <a:off x="7308739" y="3024037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직선 연결선[R] 827">
            <a:extLst>
              <a:ext uri="{FF2B5EF4-FFF2-40B4-BE49-F238E27FC236}">
                <a16:creationId xmlns:a16="http://schemas.microsoft.com/office/drawing/2014/main" id="{4190CA47-2DE9-7C2E-01BA-94D40BD8D79D}"/>
              </a:ext>
            </a:extLst>
          </p:cNvPr>
          <p:cNvCxnSpPr>
            <a:cxnSpLocks/>
          </p:cNvCxnSpPr>
          <p:nvPr/>
        </p:nvCxnSpPr>
        <p:spPr>
          <a:xfrm flipH="1">
            <a:off x="8588471" y="2234815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직선 연결선[R] 828">
            <a:extLst>
              <a:ext uri="{FF2B5EF4-FFF2-40B4-BE49-F238E27FC236}">
                <a16:creationId xmlns:a16="http://schemas.microsoft.com/office/drawing/2014/main" id="{6DE8CB05-4758-9489-E377-A8DE6C316615}"/>
              </a:ext>
            </a:extLst>
          </p:cNvPr>
          <p:cNvCxnSpPr>
            <a:cxnSpLocks/>
          </p:cNvCxnSpPr>
          <p:nvPr/>
        </p:nvCxnSpPr>
        <p:spPr>
          <a:xfrm flipH="1">
            <a:off x="7308739" y="1144151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3" name="직사각형 832">
            <a:extLst>
              <a:ext uri="{FF2B5EF4-FFF2-40B4-BE49-F238E27FC236}">
                <a16:creationId xmlns:a16="http://schemas.microsoft.com/office/drawing/2014/main" id="{3B7872F3-E865-FFCB-7885-9B80AB35640B}"/>
              </a:ext>
            </a:extLst>
          </p:cNvPr>
          <p:cNvSpPr>
            <a:spLocks/>
          </p:cNvSpPr>
          <p:nvPr/>
        </p:nvSpPr>
        <p:spPr>
          <a:xfrm>
            <a:off x="5307906" y="3704222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4" name="직사각형 833">
            <a:extLst>
              <a:ext uri="{FF2B5EF4-FFF2-40B4-BE49-F238E27FC236}">
                <a16:creationId xmlns:a16="http://schemas.microsoft.com/office/drawing/2014/main" id="{33D6312F-1941-C0E2-0AA2-7BD801DEAED6}"/>
              </a:ext>
            </a:extLst>
          </p:cNvPr>
          <p:cNvSpPr>
            <a:spLocks/>
          </p:cNvSpPr>
          <p:nvPr/>
        </p:nvSpPr>
        <p:spPr>
          <a:xfrm>
            <a:off x="1147624" y="370205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store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CC8643A1-ABF9-7720-0A6F-A213A1D88C42}"/>
              </a:ext>
            </a:extLst>
          </p:cNvPr>
          <p:cNvSpPr>
            <a:spLocks/>
          </p:cNvSpPr>
          <p:nvPr/>
        </p:nvSpPr>
        <p:spPr>
          <a:xfrm>
            <a:off x="5307906" y="2808037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city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region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6" name="직사각형 835">
            <a:extLst>
              <a:ext uri="{FF2B5EF4-FFF2-40B4-BE49-F238E27FC236}">
                <a16:creationId xmlns:a16="http://schemas.microsoft.com/office/drawing/2014/main" id="{DE520E0A-039A-7620-215B-0DECDF4226F4}"/>
              </a:ext>
            </a:extLst>
          </p:cNvPr>
          <p:cNvSpPr>
            <a:spLocks/>
          </p:cNvSpPr>
          <p:nvPr/>
        </p:nvSpPr>
        <p:spPr>
          <a:xfrm>
            <a:off x="6588739" y="5501286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2017D448-8DFB-3E3B-ED80-865D9211AAC4}"/>
              </a:ext>
            </a:extLst>
          </p:cNvPr>
          <p:cNvSpPr>
            <a:spLocks/>
          </p:cNvSpPr>
          <p:nvPr/>
        </p:nvSpPr>
        <p:spPr>
          <a:xfrm>
            <a:off x="3867906" y="5496592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74750387-C0AD-C781-8EF6-815D071F29C8}"/>
              </a:ext>
            </a:extLst>
          </p:cNvPr>
          <p:cNvSpPr>
            <a:spLocks/>
          </p:cNvSpPr>
          <p:nvPr/>
        </p:nvSpPr>
        <p:spPr>
          <a:xfrm>
            <a:off x="10427934" y="5496592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ko-KR" sz="700" dirty="0" err="1"/>
              <a:t>maintenanceticket</a:t>
            </a:r>
            <a:endParaRPr lang="ko-KR" altLang="en-US" sz="7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43" name="직선 연결선[R] 842">
            <a:extLst>
              <a:ext uri="{FF2B5EF4-FFF2-40B4-BE49-F238E27FC236}">
                <a16:creationId xmlns:a16="http://schemas.microsoft.com/office/drawing/2014/main" id="{29DCBC4F-57AB-F3B5-C17F-A50F1F78EC3F}"/>
              </a:ext>
            </a:extLst>
          </p:cNvPr>
          <p:cNvCxnSpPr>
            <a:cxnSpLocks/>
            <a:stCxn id="833" idx="0"/>
            <a:endCxn id="835" idx="2"/>
          </p:cNvCxnSpPr>
          <p:nvPr/>
        </p:nvCxnSpPr>
        <p:spPr>
          <a:xfrm flipV="1">
            <a:off x="5667906" y="3240037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4" name="직선 연결선[R] 843">
            <a:extLst>
              <a:ext uri="{FF2B5EF4-FFF2-40B4-BE49-F238E27FC236}">
                <a16:creationId xmlns:a16="http://schemas.microsoft.com/office/drawing/2014/main" id="{5ED08D15-A24B-4C4A-E0BE-08C6D6971085}"/>
              </a:ext>
            </a:extLst>
          </p:cNvPr>
          <p:cNvCxnSpPr>
            <a:cxnSpLocks/>
            <a:stCxn id="834" idx="3"/>
            <a:endCxn id="833" idx="1"/>
          </p:cNvCxnSpPr>
          <p:nvPr/>
        </p:nvCxnSpPr>
        <p:spPr>
          <a:xfrm>
            <a:off x="1867624" y="3918051"/>
            <a:ext cx="3440282" cy="21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9" name="직선 연결선[R] 848">
            <a:extLst>
              <a:ext uri="{FF2B5EF4-FFF2-40B4-BE49-F238E27FC236}">
                <a16:creationId xmlns:a16="http://schemas.microsoft.com/office/drawing/2014/main" id="{78A4860A-B5BC-0868-95F4-4986261A05D8}"/>
              </a:ext>
            </a:extLst>
          </p:cNvPr>
          <p:cNvCxnSpPr>
            <a:cxnSpLocks/>
            <a:stCxn id="794" idx="1"/>
            <a:endCxn id="833" idx="3"/>
          </p:cNvCxnSpPr>
          <p:nvPr/>
        </p:nvCxnSpPr>
        <p:spPr>
          <a:xfrm flipH="1" flipV="1">
            <a:off x="6027906" y="3920222"/>
            <a:ext cx="1840565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2" name="직선 연결선[R] 851">
            <a:extLst>
              <a:ext uri="{FF2B5EF4-FFF2-40B4-BE49-F238E27FC236}">
                <a16:creationId xmlns:a16="http://schemas.microsoft.com/office/drawing/2014/main" id="{7AB6CDD9-727B-BD57-1D41-B8306D0D4781}"/>
              </a:ext>
            </a:extLst>
          </p:cNvPr>
          <p:cNvCxnSpPr>
            <a:cxnSpLocks/>
            <a:stCxn id="836" idx="1"/>
            <a:endCxn id="840" idx="3"/>
          </p:cNvCxnSpPr>
          <p:nvPr/>
        </p:nvCxnSpPr>
        <p:spPr>
          <a:xfrm flipH="1" flipV="1">
            <a:off x="4587906" y="5712592"/>
            <a:ext cx="2000833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5" name="직선 연결선[R] 854">
            <a:extLst>
              <a:ext uri="{FF2B5EF4-FFF2-40B4-BE49-F238E27FC236}">
                <a16:creationId xmlns:a16="http://schemas.microsoft.com/office/drawing/2014/main" id="{BEDF4BB3-6743-DBF9-FAE2-4D9140BC5C16}"/>
              </a:ext>
            </a:extLst>
          </p:cNvPr>
          <p:cNvCxnSpPr>
            <a:cxnSpLocks/>
            <a:stCxn id="795" idx="1"/>
            <a:endCxn id="836" idx="3"/>
          </p:cNvCxnSpPr>
          <p:nvPr/>
        </p:nvCxnSpPr>
        <p:spPr>
          <a:xfrm flipH="1">
            <a:off x="7308739" y="5717286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8" name="직선 연결선[R] 857">
            <a:extLst>
              <a:ext uri="{FF2B5EF4-FFF2-40B4-BE49-F238E27FC236}">
                <a16:creationId xmlns:a16="http://schemas.microsoft.com/office/drawing/2014/main" id="{3BECFD1C-5F6D-9BF6-0792-3AFE9E0E9D06}"/>
              </a:ext>
            </a:extLst>
          </p:cNvPr>
          <p:cNvCxnSpPr>
            <a:cxnSpLocks/>
          </p:cNvCxnSpPr>
          <p:nvPr/>
        </p:nvCxnSpPr>
        <p:spPr>
          <a:xfrm flipH="1">
            <a:off x="8588471" y="5834852"/>
            <a:ext cx="183946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직선 연결선[R] 860">
            <a:extLst>
              <a:ext uri="{FF2B5EF4-FFF2-40B4-BE49-F238E27FC236}">
                <a16:creationId xmlns:a16="http://schemas.microsoft.com/office/drawing/2014/main" id="{346056F5-272B-55FA-6CA9-6F0519E5E516}"/>
              </a:ext>
            </a:extLst>
          </p:cNvPr>
          <p:cNvCxnSpPr>
            <a:cxnSpLocks/>
          </p:cNvCxnSpPr>
          <p:nvPr/>
        </p:nvCxnSpPr>
        <p:spPr>
          <a:xfrm flipH="1">
            <a:off x="7588605" y="3126486"/>
            <a:ext cx="2798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직선 연결선[R] 861">
            <a:extLst>
              <a:ext uri="{FF2B5EF4-FFF2-40B4-BE49-F238E27FC236}">
                <a16:creationId xmlns:a16="http://schemas.microsoft.com/office/drawing/2014/main" id="{EF62BD6B-9E24-FC4F-8DF2-B539A3FFCFBB}"/>
              </a:ext>
            </a:extLst>
          </p:cNvPr>
          <p:cNvCxnSpPr>
            <a:cxnSpLocks/>
          </p:cNvCxnSpPr>
          <p:nvPr/>
        </p:nvCxnSpPr>
        <p:spPr>
          <a:xfrm flipH="1" flipV="1">
            <a:off x="7588605" y="3126486"/>
            <a:ext cx="0" cy="24547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6" name="직선 연결선[R] 865">
            <a:extLst>
              <a:ext uri="{FF2B5EF4-FFF2-40B4-BE49-F238E27FC236}">
                <a16:creationId xmlns:a16="http://schemas.microsoft.com/office/drawing/2014/main" id="{28FE1BC0-2A53-484E-4CB9-9151461B65C8}"/>
              </a:ext>
            </a:extLst>
          </p:cNvPr>
          <p:cNvCxnSpPr>
            <a:cxnSpLocks/>
          </p:cNvCxnSpPr>
          <p:nvPr/>
        </p:nvCxnSpPr>
        <p:spPr>
          <a:xfrm flipH="1">
            <a:off x="7319941" y="5581249"/>
            <a:ext cx="2686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9" name="직선 연결선[R] 868">
            <a:extLst>
              <a:ext uri="{FF2B5EF4-FFF2-40B4-BE49-F238E27FC236}">
                <a16:creationId xmlns:a16="http://schemas.microsoft.com/office/drawing/2014/main" id="{AEAAA73C-9E6E-A190-7CA5-1137B3602AD5}"/>
              </a:ext>
            </a:extLst>
          </p:cNvPr>
          <p:cNvCxnSpPr>
            <a:cxnSpLocks/>
          </p:cNvCxnSpPr>
          <p:nvPr/>
        </p:nvCxnSpPr>
        <p:spPr>
          <a:xfrm flipV="1">
            <a:off x="8441831" y="541984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0" name="직선 연결선[R] 869">
            <a:extLst>
              <a:ext uri="{FF2B5EF4-FFF2-40B4-BE49-F238E27FC236}">
                <a16:creationId xmlns:a16="http://schemas.microsoft.com/office/drawing/2014/main" id="{078011F8-1D5F-C2A7-945C-99D98151FA6E}"/>
              </a:ext>
            </a:extLst>
          </p:cNvPr>
          <p:cNvCxnSpPr>
            <a:cxnSpLocks/>
          </p:cNvCxnSpPr>
          <p:nvPr/>
        </p:nvCxnSpPr>
        <p:spPr>
          <a:xfrm flipV="1">
            <a:off x="8030465" y="53646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1" name="직사각형 870">
            <a:extLst>
              <a:ext uri="{FF2B5EF4-FFF2-40B4-BE49-F238E27FC236}">
                <a16:creationId xmlns:a16="http://schemas.microsoft.com/office/drawing/2014/main" id="{B6D77364-BDD9-D0F3-67E7-6456973553D2}"/>
              </a:ext>
            </a:extLst>
          </p:cNvPr>
          <p:cNvSpPr>
            <a:spLocks/>
          </p:cNvSpPr>
          <p:nvPr/>
        </p:nvSpPr>
        <p:spPr>
          <a:xfrm>
            <a:off x="10427934" y="4176727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72" name="직사각형 871">
            <a:extLst>
              <a:ext uri="{FF2B5EF4-FFF2-40B4-BE49-F238E27FC236}">
                <a16:creationId xmlns:a16="http://schemas.microsoft.com/office/drawing/2014/main" id="{E2951A38-6E4C-84BD-939A-C868E5D34872}"/>
              </a:ext>
            </a:extLst>
          </p:cNvPr>
          <p:cNvSpPr>
            <a:spLocks/>
          </p:cNvSpPr>
          <p:nvPr/>
        </p:nvSpPr>
        <p:spPr>
          <a:xfrm>
            <a:off x="10427934" y="3280542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 rule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73" name="직선 연결선[R] 872">
            <a:extLst>
              <a:ext uri="{FF2B5EF4-FFF2-40B4-BE49-F238E27FC236}">
                <a16:creationId xmlns:a16="http://schemas.microsoft.com/office/drawing/2014/main" id="{E89EFD7B-A497-6CD8-1371-EFABE7C46E07}"/>
              </a:ext>
            </a:extLst>
          </p:cNvPr>
          <p:cNvCxnSpPr>
            <a:cxnSpLocks/>
            <a:stCxn id="871" idx="0"/>
            <a:endCxn id="872" idx="2"/>
          </p:cNvCxnSpPr>
          <p:nvPr/>
        </p:nvCxnSpPr>
        <p:spPr>
          <a:xfrm flipV="1">
            <a:off x="10787934" y="3712542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직선 연결선[R] 875">
            <a:extLst>
              <a:ext uri="{FF2B5EF4-FFF2-40B4-BE49-F238E27FC236}">
                <a16:creationId xmlns:a16="http://schemas.microsoft.com/office/drawing/2014/main" id="{A64BA13D-B781-CCCA-A6A6-3107AC74EEB1}"/>
              </a:ext>
            </a:extLst>
          </p:cNvPr>
          <p:cNvCxnSpPr>
            <a:cxnSpLocks/>
          </p:cNvCxnSpPr>
          <p:nvPr/>
        </p:nvCxnSpPr>
        <p:spPr>
          <a:xfrm flipV="1">
            <a:off x="5856270" y="3472129"/>
            <a:ext cx="0" cy="23209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9" name="직선 연결선[R] 878">
            <a:extLst>
              <a:ext uri="{FF2B5EF4-FFF2-40B4-BE49-F238E27FC236}">
                <a16:creationId xmlns:a16="http://schemas.microsoft.com/office/drawing/2014/main" id="{FDECF8D8-E410-359E-5C44-8CA8C8CAC389}"/>
              </a:ext>
            </a:extLst>
          </p:cNvPr>
          <p:cNvCxnSpPr>
            <a:cxnSpLocks/>
            <a:stCxn id="872" idx="1"/>
          </p:cNvCxnSpPr>
          <p:nvPr/>
        </p:nvCxnSpPr>
        <p:spPr>
          <a:xfrm flipH="1" flipV="1">
            <a:off x="5853439" y="3464363"/>
            <a:ext cx="457449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3" name="직선 연결선[R] 882">
            <a:extLst>
              <a:ext uri="{FF2B5EF4-FFF2-40B4-BE49-F238E27FC236}">
                <a16:creationId xmlns:a16="http://schemas.microsoft.com/office/drawing/2014/main" id="{D80F6C81-F853-227A-15F5-566078B6AC87}"/>
              </a:ext>
            </a:extLst>
          </p:cNvPr>
          <p:cNvCxnSpPr>
            <a:cxnSpLocks/>
          </p:cNvCxnSpPr>
          <p:nvPr/>
        </p:nvCxnSpPr>
        <p:spPr>
          <a:xfrm flipH="1">
            <a:off x="9868203" y="3919932"/>
            <a:ext cx="70843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6" name="직선 연결선[R] 885">
            <a:extLst>
              <a:ext uri="{FF2B5EF4-FFF2-40B4-BE49-F238E27FC236}">
                <a16:creationId xmlns:a16="http://schemas.microsoft.com/office/drawing/2014/main" id="{2FF43808-DA87-D219-8B6F-5C73E94F3BB0}"/>
              </a:ext>
            </a:extLst>
          </p:cNvPr>
          <p:cNvCxnSpPr>
            <a:cxnSpLocks/>
          </p:cNvCxnSpPr>
          <p:nvPr/>
        </p:nvCxnSpPr>
        <p:spPr>
          <a:xfrm>
            <a:off x="10589079" y="3718992"/>
            <a:ext cx="0" cy="2009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9" name="직선 연결선[R] 888">
            <a:extLst>
              <a:ext uri="{FF2B5EF4-FFF2-40B4-BE49-F238E27FC236}">
                <a16:creationId xmlns:a16="http://schemas.microsoft.com/office/drawing/2014/main" id="{6EAD8296-5641-3731-C2DC-103F2F807841}"/>
              </a:ext>
            </a:extLst>
          </p:cNvPr>
          <p:cNvCxnSpPr>
            <a:cxnSpLocks/>
          </p:cNvCxnSpPr>
          <p:nvPr/>
        </p:nvCxnSpPr>
        <p:spPr>
          <a:xfrm flipV="1">
            <a:off x="8441831" y="3576751"/>
            <a:ext cx="0" cy="1197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1" name="직선 연결선[R] 890">
            <a:extLst>
              <a:ext uri="{FF2B5EF4-FFF2-40B4-BE49-F238E27FC236}">
                <a16:creationId xmlns:a16="http://schemas.microsoft.com/office/drawing/2014/main" id="{F5B4B534-CAAF-11E1-0889-055801D6849A}"/>
              </a:ext>
            </a:extLst>
          </p:cNvPr>
          <p:cNvCxnSpPr>
            <a:cxnSpLocks/>
          </p:cNvCxnSpPr>
          <p:nvPr/>
        </p:nvCxnSpPr>
        <p:spPr>
          <a:xfrm flipH="1">
            <a:off x="8441831" y="3576751"/>
            <a:ext cx="198610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4" name="직사각형 893">
            <a:extLst>
              <a:ext uri="{FF2B5EF4-FFF2-40B4-BE49-F238E27FC236}">
                <a16:creationId xmlns:a16="http://schemas.microsoft.com/office/drawing/2014/main" id="{2A029252-0629-2E69-34AB-9BC6D2D51FAC}"/>
              </a:ext>
            </a:extLst>
          </p:cNvPr>
          <p:cNvSpPr>
            <a:spLocks/>
          </p:cNvSpPr>
          <p:nvPr/>
        </p:nvSpPr>
        <p:spPr>
          <a:xfrm>
            <a:off x="5307906" y="590533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5" name="직사각형 894">
            <a:extLst>
              <a:ext uri="{FF2B5EF4-FFF2-40B4-BE49-F238E27FC236}">
                <a16:creationId xmlns:a16="http://schemas.microsoft.com/office/drawing/2014/main" id="{B740D776-18C3-9692-EDAC-3C9EA3EAD887}"/>
              </a:ext>
            </a:extLst>
          </p:cNvPr>
          <p:cNvSpPr>
            <a:spLocks/>
          </p:cNvSpPr>
          <p:nvPr/>
        </p:nvSpPr>
        <p:spPr>
          <a:xfrm>
            <a:off x="2507490" y="5903508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 login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history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6" name="직사각형 895">
            <a:extLst>
              <a:ext uri="{FF2B5EF4-FFF2-40B4-BE49-F238E27FC236}">
                <a16:creationId xmlns:a16="http://schemas.microsoft.com/office/drawing/2014/main" id="{2D8FAA84-BA21-056B-E673-62D584DA93FC}"/>
              </a:ext>
            </a:extLst>
          </p:cNvPr>
          <p:cNvSpPr>
            <a:spLocks/>
          </p:cNvSpPr>
          <p:nvPr/>
        </p:nvSpPr>
        <p:spPr>
          <a:xfrm>
            <a:off x="2507490" y="5365249"/>
            <a:ext cx="720000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7" name="직사각형 896">
            <a:extLst>
              <a:ext uri="{FF2B5EF4-FFF2-40B4-BE49-F238E27FC236}">
                <a16:creationId xmlns:a16="http://schemas.microsoft.com/office/drawing/2014/main" id="{1BC5948E-F69C-4CF0-F50D-097F68ABA728}"/>
              </a:ext>
            </a:extLst>
          </p:cNvPr>
          <p:cNvSpPr>
            <a:spLocks/>
          </p:cNvSpPr>
          <p:nvPr/>
        </p:nvSpPr>
        <p:spPr>
          <a:xfrm>
            <a:off x="2507490" y="4826990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block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list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8" name="직사각형 897">
            <a:extLst>
              <a:ext uri="{FF2B5EF4-FFF2-40B4-BE49-F238E27FC236}">
                <a16:creationId xmlns:a16="http://schemas.microsoft.com/office/drawing/2014/main" id="{8BDA2136-24F1-32A7-54A5-56CB7688E5EF}"/>
              </a:ext>
            </a:extLst>
          </p:cNvPr>
          <p:cNvSpPr>
            <a:spLocks/>
          </p:cNvSpPr>
          <p:nvPr/>
        </p:nvSpPr>
        <p:spPr>
          <a:xfrm>
            <a:off x="2501223" y="3994735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preference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99" name="직선 연결선[R] 898">
            <a:extLst>
              <a:ext uri="{FF2B5EF4-FFF2-40B4-BE49-F238E27FC236}">
                <a16:creationId xmlns:a16="http://schemas.microsoft.com/office/drawing/2014/main" id="{4691869E-A15F-C23E-32E0-994E0C0AC66C}"/>
              </a:ext>
            </a:extLst>
          </p:cNvPr>
          <p:cNvCxnSpPr>
            <a:cxnSpLocks/>
            <a:stCxn id="894" idx="1"/>
          </p:cNvCxnSpPr>
          <p:nvPr/>
        </p:nvCxnSpPr>
        <p:spPr>
          <a:xfrm flipH="1">
            <a:off x="4442780" y="6121330"/>
            <a:ext cx="86512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3" name="직선 연결선[R] 902">
            <a:extLst>
              <a:ext uri="{FF2B5EF4-FFF2-40B4-BE49-F238E27FC236}">
                <a16:creationId xmlns:a16="http://schemas.microsoft.com/office/drawing/2014/main" id="{5A21AA91-53CE-048F-D29A-064C68E28D01}"/>
              </a:ext>
            </a:extLst>
          </p:cNvPr>
          <p:cNvCxnSpPr>
            <a:cxnSpLocks/>
          </p:cNvCxnSpPr>
          <p:nvPr/>
        </p:nvCxnSpPr>
        <p:spPr>
          <a:xfrm flipV="1">
            <a:off x="4442780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6" name="직선 연결선[R] 905">
            <a:extLst>
              <a:ext uri="{FF2B5EF4-FFF2-40B4-BE49-F238E27FC236}">
                <a16:creationId xmlns:a16="http://schemas.microsoft.com/office/drawing/2014/main" id="{BDA320C7-4467-858B-F932-1D67C704D35E}"/>
              </a:ext>
            </a:extLst>
          </p:cNvPr>
          <p:cNvCxnSpPr>
            <a:cxnSpLocks/>
          </p:cNvCxnSpPr>
          <p:nvPr/>
        </p:nvCxnSpPr>
        <p:spPr>
          <a:xfrm flipH="1">
            <a:off x="3227490" y="6127546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" name="직선 연결선[R] 906">
            <a:extLst>
              <a:ext uri="{FF2B5EF4-FFF2-40B4-BE49-F238E27FC236}">
                <a16:creationId xmlns:a16="http://schemas.microsoft.com/office/drawing/2014/main" id="{3DFBCDDF-94C2-E892-8BEB-E8AEFBE93AD1}"/>
              </a:ext>
            </a:extLst>
          </p:cNvPr>
          <p:cNvCxnSpPr>
            <a:cxnSpLocks/>
          </p:cNvCxnSpPr>
          <p:nvPr/>
        </p:nvCxnSpPr>
        <p:spPr>
          <a:xfrm flipV="1">
            <a:off x="4010066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9" name="직선 연결선[R] 908">
            <a:extLst>
              <a:ext uri="{FF2B5EF4-FFF2-40B4-BE49-F238E27FC236}">
                <a16:creationId xmlns:a16="http://schemas.microsoft.com/office/drawing/2014/main" id="{56D38025-F820-E8EC-8378-745E213920E0}"/>
              </a:ext>
            </a:extLst>
          </p:cNvPr>
          <p:cNvCxnSpPr>
            <a:cxnSpLocks/>
          </p:cNvCxnSpPr>
          <p:nvPr/>
        </p:nvCxnSpPr>
        <p:spPr>
          <a:xfrm flipH="1" flipV="1">
            <a:off x="3227490" y="5712592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직선 연결선[R] 910">
            <a:extLst>
              <a:ext uri="{FF2B5EF4-FFF2-40B4-BE49-F238E27FC236}">
                <a16:creationId xmlns:a16="http://schemas.microsoft.com/office/drawing/2014/main" id="{C9A883DB-0B12-33DF-9497-D5CD732A47FC}"/>
              </a:ext>
            </a:extLst>
          </p:cNvPr>
          <p:cNvCxnSpPr>
            <a:cxnSpLocks/>
          </p:cNvCxnSpPr>
          <p:nvPr/>
        </p:nvCxnSpPr>
        <p:spPr>
          <a:xfrm flipH="1">
            <a:off x="3227490" y="5126535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2" name="직선 연결선[R] 911">
            <a:extLst>
              <a:ext uri="{FF2B5EF4-FFF2-40B4-BE49-F238E27FC236}">
                <a16:creationId xmlns:a16="http://schemas.microsoft.com/office/drawing/2014/main" id="{B7261062-74A7-63F9-0105-874C42F85CDF}"/>
              </a:ext>
            </a:extLst>
          </p:cNvPr>
          <p:cNvCxnSpPr>
            <a:cxnSpLocks/>
          </p:cNvCxnSpPr>
          <p:nvPr/>
        </p:nvCxnSpPr>
        <p:spPr>
          <a:xfrm flipV="1">
            <a:off x="3547698" y="5126535"/>
            <a:ext cx="0" cy="4547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9" name="직선 연결선[R] 918">
            <a:extLst>
              <a:ext uri="{FF2B5EF4-FFF2-40B4-BE49-F238E27FC236}">
                <a16:creationId xmlns:a16="http://schemas.microsoft.com/office/drawing/2014/main" id="{72A44C02-61E0-F71E-6344-5AD5F35737F1}"/>
              </a:ext>
            </a:extLst>
          </p:cNvPr>
          <p:cNvCxnSpPr>
            <a:cxnSpLocks/>
          </p:cNvCxnSpPr>
          <p:nvPr/>
        </p:nvCxnSpPr>
        <p:spPr>
          <a:xfrm flipH="1">
            <a:off x="3547698" y="5581484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1" name="직선 연결선[R] 920">
            <a:extLst>
              <a:ext uri="{FF2B5EF4-FFF2-40B4-BE49-F238E27FC236}">
                <a16:creationId xmlns:a16="http://schemas.microsoft.com/office/drawing/2014/main" id="{7037DA5A-ECD3-BDEA-367D-9E76C6997228}"/>
              </a:ext>
            </a:extLst>
          </p:cNvPr>
          <p:cNvCxnSpPr>
            <a:cxnSpLocks/>
            <a:endCxn id="898" idx="3"/>
          </p:cNvCxnSpPr>
          <p:nvPr/>
        </p:nvCxnSpPr>
        <p:spPr>
          <a:xfrm flipH="1">
            <a:off x="3221223" y="4210735"/>
            <a:ext cx="92018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4" name="직선 연결선[R] 923">
            <a:extLst>
              <a:ext uri="{FF2B5EF4-FFF2-40B4-BE49-F238E27FC236}">
                <a16:creationId xmlns:a16="http://schemas.microsoft.com/office/drawing/2014/main" id="{4094CBCE-7684-12AE-B74B-3B0F64DDD135}"/>
              </a:ext>
            </a:extLst>
          </p:cNvPr>
          <p:cNvCxnSpPr>
            <a:cxnSpLocks/>
          </p:cNvCxnSpPr>
          <p:nvPr/>
        </p:nvCxnSpPr>
        <p:spPr>
          <a:xfrm flipH="1" flipV="1">
            <a:off x="4141406" y="4202008"/>
            <a:ext cx="6267" cy="12940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8" name="직사각형 927">
            <a:extLst>
              <a:ext uri="{FF2B5EF4-FFF2-40B4-BE49-F238E27FC236}">
                <a16:creationId xmlns:a16="http://schemas.microsoft.com/office/drawing/2014/main" id="{0AED9246-E4C6-21CA-2BCF-83005330A5EB}"/>
              </a:ext>
            </a:extLst>
          </p:cNvPr>
          <p:cNvSpPr>
            <a:spLocks/>
          </p:cNvSpPr>
          <p:nvPr/>
        </p:nvSpPr>
        <p:spPr>
          <a:xfrm>
            <a:off x="3867906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29" name="직선 연결선[R] 928">
            <a:extLst>
              <a:ext uri="{FF2B5EF4-FFF2-40B4-BE49-F238E27FC236}">
                <a16:creationId xmlns:a16="http://schemas.microsoft.com/office/drawing/2014/main" id="{BCB886E3-FE8E-480C-FC15-1630AA535FB2}"/>
              </a:ext>
            </a:extLst>
          </p:cNvPr>
          <p:cNvCxnSpPr>
            <a:cxnSpLocks/>
          </p:cNvCxnSpPr>
          <p:nvPr/>
        </p:nvCxnSpPr>
        <p:spPr>
          <a:xfrm flipV="1">
            <a:off x="4314306" y="2772480"/>
            <a:ext cx="0" cy="27231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2" name="직사각형 931">
            <a:extLst>
              <a:ext uri="{FF2B5EF4-FFF2-40B4-BE49-F238E27FC236}">
                <a16:creationId xmlns:a16="http://schemas.microsoft.com/office/drawing/2014/main" id="{7F6F90DD-7493-8D83-D63B-5F562DF26CEF}"/>
              </a:ext>
            </a:extLst>
          </p:cNvPr>
          <p:cNvSpPr>
            <a:spLocks/>
          </p:cNvSpPr>
          <p:nvPr/>
        </p:nvSpPr>
        <p:spPr>
          <a:xfrm>
            <a:off x="2507490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3" name="직사각형 932">
            <a:extLst>
              <a:ext uri="{FF2B5EF4-FFF2-40B4-BE49-F238E27FC236}">
                <a16:creationId xmlns:a16="http://schemas.microsoft.com/office/drawing/2014/main" id="{6D36CA85-789D-B886-D916-57828BD92ED6}"/>
              </a:ext>
            </a:extLst>
          </p:cNvPr>
          <p:cNvSpPr>
            <a:spLocks/>
          </p:cNvSpPr>
          <p:nvPr/>
        </p:nvSpPr>
        <p:spPr>
          <a:xfrm>
            <a:off x="2495572" y="3258117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4" name="직사각형 933">
            <a:extLst>
              <a:ext uri="{FF2B5EF4-FFF2-40B4-BE49-F238E27FC236}">
                <a16:creationId xmlns:a16="http://schemas.microsoft.com/office/drawing/2014/main" id="{D2B7B728-D05A-42D7-F20C-AC58C96634F8}"/>
              </a:ext>
            </a:extLst>
          </p:cNvPr>
          <p:cNvSpPr>
            <a:spLocks/>
          </p:cNvSpPr>
          <p:nvPr/>
        </p:nvSpPr>
        <p:spPr>
          <a:xfrm>
            <a:off x="3867906" y="6336791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role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35" name="직선 연결선[R] 934">
            <a:extLst>
              <a:ext uri="{FF2B5EF4-FFF2-40B4-BE49-F238E27FC236}">
                <a16:creationId xmlns:a16="http://schemas.microsoft.com/office/drawing/2014/main" id="{0F6FD35B-2549-95D4-9755-62E4205C7AE7}"/>
              </a:ext>
            </a:extLst>
          </p:cNvPr>
          <p:cNvCxnSpPr>
            <a:cxnSpLocks/>
            <a:stCxn id="934" idx="0"/>
            <a:endCxn id="840" idx="2"/>
          </p:cNvCxnSpPr>
          <p:nvPr/>
        </p:nvCxnSpPr>
        <p:spPr>
          <a:xfrm flipV="1">
            <a:off x="4227906" y="5928592"/>
            <a:ext cx="0" cy="4081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8" name="직선 연결선[R] 937">
            <a:extLst>
              <a:ext uri="{FF2B5EF4-FFF2-40B4-BE49-F238E27FC236}">
                <a16:creationId xmlns:a16="http://schemas.microsoft.com/office/drawing/2014/main" id="{5D9C5526-7724-C31E-77A5-D8BD32A8C4DA}"/>
              </a:ext>
            </a:extLst>
          </p:cNvPr>
          <p:cNvCxnSpPr>
            <a:cxnSpLocks/>
          </p:cNvCxnSpPr>
          <p:nvPr/>
        </p:nvCxnSpPr>
        <p:spPr>
          <a:xfrm flipV="1">
            <a:off x="2873427" y="279016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9" name="직사각형 938">
            <a:extLst>
              <a:ext uri="{FF2B5EF4-FFF2-40B4-BE49-F238E27FC236}">
                <a16:creationId xmlns:a16="http://schemas.microsoft.com/office/drawing/2014/main" id="{A44E7D95-2A9E-0B23-2980-086F5713E7BE}"/>
              </a:ext>
            </a:extLst>
          </p:cNvPr>
          <p:cNvSpPr>
            <a:spLocks/>
          </p:cNvSpPr>
          <p:nvPr/>
        </p:nvSpPr>
        <p:spPr>
          <a:xfrm>
            <a:off x="6588188" y="460864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0" name="직사각형 939">
            <a:extLst>
              <a:ext uri="{FF2B5EF4-FFF2-40B4-BE49-F238E27FC236}">
                <a16:creationId xmlns:a16="http://schemas.microsoft.com/office/drawing/2014/main" id="{73087034-AD17-9A9B-1A3C-0595AD1D8B15}"/>
              </a:ext>
            </a:extLst>
          </p:cNvPr>
          <p:cNvSpPr>
            <a:spLocks/>
          </p:cNvSpPr>
          <p:nvPr/>
        </p:nvSpPr>
        <p:spPr>
          <a:xfrm>
            <a:off x="2507490" y="1797431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1" name="직사각형 940">
            <a:extLst>
              <a:ext uri="{FF2B5EF4-FFF2-40B4-BE49-F238E27FC236}">
                <a16:creationId xmlns:a16="http://schemas.microsoft.com/office/drawing/2014/main" id="{4101479A-2726-001B-BFA6-AA7E88B1482F}"/>
              </a:ext>
            </a:extLst>
          </p:cNvPr>
          <p:cNvSpPr>
            <a:spLocks/>
          </p:cNvSpPr>
          <p:nvPr/>
        </p:nvSpPr>
        <p:spPr>
          <a:xfrm>
            <a:off x="1147624" y="179743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2" name="직사각형 941">
            <a:extLst>
              <a:ext uri="{FF2B5EF4-FFF2-40B4-BE49-F238E27FC236}">
                <a16:creationId xmlns:a16="http://schemas.microsoft.com/office/drawing/2014/main" id="{9E5F583A-1914-556D-AE2D-37DC05AF45EA}"/>
              </a:ext>
            </a:extLst>
          </p:cNvPr>
          <p:cNvSpPr>
            <a:spLocks/>
          </p:cNvSpPr>
          <p:nvPr/>
        </p:nvSpPr>
        <p:spPr>
          <a:xfrm>
            <a:off x="2513427" y="880764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3" name="직사각형 942">
            <a:extLst>
              <a:ext uri="{FF2B5EF4-FFF2-40B4-BE49-F238E27FC236}">
                <a16:creationId xmlns:a16="http://schemas.microsoft.com/office/drawing/2014/main" id="{17A58319-3861-8C05-5188-B75D7C5EF899}"/>
              </a:ext>
            </a:extLst>
          </p:cNvPr>
          <p:cNvSpPr>
            <a:spLocks/>
          </p:cNvSpPr>
          <p:nvPr/>
        </p:nvSpPr>
        <p:spPr>
          <a:xfrm>
            <a:off x="4363194" y="1009717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ticket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4" name="직사각형 943">
            <a:extLst>
              <a:ext uri="{FF2B5EF4-FFF2-40B4-BE49-F238E27FC236}">
                <a16:creationId xmlns:a16="http://schemas.microsoft.com/office/drawing/2014/main" id="{5FFB5773-40E7-8632-9125-F69AEC9EB547}"/>
              </a:ext>
            </a:extLst>
          </p:cNvPr>
          <p:cNvSpPr>
            <a:spLocks/>
          </p:cNvSpPr>
          <p:nvPr/>
        </p:nvSpPr>
        <p:spPr>
          <a:xfrm>
            <a:off x="4155343" y="105669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5" name="직사각형 944">
            <a:extLst>
              <a:ext uri="{FF2B5EF4-FFF2-40B4-BE49-F238E27FC236}">
                <a16:creationId xmlns:a16="http://schemas.microsoft.com/office/drawing/2014/main" id="{597FF33B-2BF8-027C-F2AF-6AE889DFB964}"/>
              </a:ext>
            </a:extLst>
          </p:cNvPr>
          <p:cNvSpPr>
            <a:spLocks/>
          </p:cNvSpPr>
          <p:nvPr/>
        </p:nvSpPr>
        <p:spPr>
          <a:xfrm>
            <a:off x="5307906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6" name="직사각형 945">
            <a:extLst>
              <a:ext uri="{FF2B5EF4-FFF2-40B4-BE49-F238E27FC236}">
                <a16:creationId xmlns:a16="http://schemas.microsoft.com/office/drawing/2014/main" id="{CCC696BC-42BB-72FC-7899-8A45F9866C3D}"/>
              </a:ext>
            </a:extLst>
          </p:cNvPr>
          <p:cNvSpPr>
            <a:spLocks/>
          </p:cNvSpPr>
          <p:nvPr/>
        </p:nvSpPr>
        <p:spPr>
          <a:xfrm>
            <a:off x="5307906" y="10203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47" name="직선 연결선[R] 946">
            <a:extLst>
              <a:ext uri="{FF2B5EF4-FFF2-40B4-BE49-F238E27FC236}">
                <a16:creationId xmlns:a16="http://schemas.microsoft.com/office/drawing/2014/main" id="{65EB60EE-F555-BDBE-602C-5FD8EF186C67}"/>
              </a:ext>
            </a:extLst>
          </p:cNvPr>
          <p:cNvCxnSpPr>
            <a:cxnSpLocks/>
            <a:endCxn id="928" idx="3"/>
          </p:cNvCxnSpPr>
          <p:nvPr/>
        </p:nvCxnSpPr>
        <p:spPr>
          <a:xfrm flipH="1" flipV="1">
            <a:off x="4587906" y="2557450"/>
            <a:ext cx="3442559" cy="5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1" name="직선 연결선[R] 950">
            <a:extLst>
              <a:ext uri="{FF2B5EF4-FFF2-40B4-BE49-F238E27FC236}">
                <a16:creationId xmlns:a16="http://schemas.microsoft.com/office/drawing/2014/main" id="{B25C8C85-803D-DAEC-6323-787AF8ECA471}"/>
              </a:ext>
            </a:extLst>
          </p:cNvPr>
          <p:cNvCxnSpPr>
            <a:cxnSpLocks/>
          </p:cNvCxnSpPr>
          <p:nvPr/>
        </p:nvCxnSpPr>
        <p:spPr>
          <a:xfrm flipV="1">
            <a:off x="8030465" y="2557450"/>
            <a:ext cx="0" cy="2617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4" name="직선 연결선[R] 953">
            <a:extLst>
              <a:ext uri="{FF2B5EF4-FFF2-40B4-BE49-F238E27FC236}">
                <a16:creationId xmlns:a16="http://schemas.microsoft.com/office/drawing/2014/main" id="{74FCC42C-A528-1D94-D4FD-88002566E720}"/>
              </a:ext>
            </a:extLst>
          </p:cNvPr>
          <p:cNvCxnSpPr>
            <a:cxnSpLocks/>
          </p:cNvCxnSpPr>
          <p:nvPr/>
        </p:nvCxnSpPr>
        <p:spPr>
          <a:xfrm flipV="1">
            <a:off x="4491484" y="2775573"/>
            <a:ext cx="1514" cy="159553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7" name="직선 연결선[R] 956">
            <a:extLst>
              <a:ext uri="{FF2B5EF4-FFF2-40B4-BE49-F238E27FC236}">
                <a16:creationId xmlns:a16="http://schemas.microsoft.com/office/drawing/2014/main" id="{8B1A745E-0CD6-1792-C503-D97BA1BABF7F}"/>
              </a:ext>
            </a:extLst>
          </p:cNvPr>
          <p:cNvCxnSpPr>
            <a:cxnSpLocks/>
          </p:cNvCxnSpPr>
          <p:nvPr/>
        </p:nvCxnSpPr>
        <p:spPr>
          <a:xfrm flipH="1" flipV="1">
            <a:off x="4500263" y="4374782"/>
            <a:ext cx="2236051" cy="1794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0" name="직선 연결선[R] 959">
            <a:extLst>
              <a:ext uri="{FF2B5EF4-FFF2-40B4-BE49-F238E27FC236}">
                <a16:creationId xmlns:a16="http://schemas.microsoft.com/office/drawing/2014/main" id="{4FB34E5B-C976-F9F1-A708-A4EA6523F3C5}"/>
              </a:ext>
            </a:extLst>
          </p:cNvPr>
          <p:cNvCxnSpPr>
            <a:cxnSpLocks/>
          </p:cNvCxnSpPr>
          <p:nvPr/>
        </p:nvCxnSpPr>
        <p:spPr>
          <a:xfrm flipV="1">
            <a:off x="6737138" y="4392727"/>
            <a:ext cx="0" cy="215922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2" name="직선 연결선[R] 961">
            <a:extLst>
              <a:ext uri="{FF2B5EF4-FFF2-40B4-BE49-F238E27FC236}">
                <a16:creationId xmlns:a16="http://schemas.microsoft.com/office/drawing/2014/main" id="{DB9FCF67-5675-E0D2-537E-E0542334CB74}"/>
              </a:ext>
            </a:extLst>
          </p:cNvPr>
          <p:cNvCxnSpPr>
            <a:cxnSpLocks/>
          </p:cNvCxnSpPr>
          <p:nvPr/>
        </p:nvCxnSpPr>
        <p:spPr>
          <a:xfrm flipV="1">
            <a:off x="7116130" y="3588175"/>
            <a:ext cx="0" cy="10204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5" name="직선 연결선[R] 964">
            <a:extLst>
              <a:ext uri="{FF2B5EF4-FFF2-40B4-BE49-F238E27FC236}">
                <a16:creationId xmlns:a16="http://schemas.microsoft.com/office/drawing/2014/main" id="{417925B4-E3B2-9C3C-D917-9EF81EDA98C1}"/>
              </a:ext>
            </a:extLst>
          </p:cNvPr>
          <p:cNvCxnSpPr>
            <a:cxnSpLocks/>
          </p:cNvCxnSpPr>
          <p:nvPr/>
        </p:nvCxnSpPr>
        <p:spPr>
          <a:xfrm flipH="1">
            <a:off x="7116130" y="3588175"/>
            <a:ext cx="91433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" name="직선 연결선[R] 967">
            <a:extLst>
              <a:ext uri="{FF2B5EF4-FFF2-40B4-BE49-F238E27FC236}">
                <a16:creationId xmlns:a16="http://schemas.microsoft.com/office/drawing/2014/main" id="{02AFDD99-4CDF-18C3-6E08-087FE54FEEBB}"/>
              </a:ext>
            </a:extLst>
          </p:cNvPr>
          <p:cNvCxnSpPr>
            <a:cxnSpLocks/>
          </p:cNvCxnSpPr>
          <p:nvPr/>
        </p:nvCxnSpPr>
        <p:spPr>
          <a:xfrm flipV="1">
            <a:off x="8030465" y="3257900"/>
            <a:ext cx="0" cy="3302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2" name="직선 연결선[R] 971">
            <a:extLst>
              <a:ext uri="{FF2B5EF4-FFF2-40B4-BE49-F238E27FC236}">
                <a16:creationId xmlns:a16="http://schemas.microsoft.com/office/drawing/2014/main" id="{27F97DCB-F2E3-A0D5-25EB-48AC78AADA3B}"/>
              </a:ext>
            </a:extLst>
          </p:cNvPr>
          <p:cNvCxnSpPr>
            <a:cxnSpLocks/>
            <a:endCxn id="939" idx="2"/>
          </p:cNvCxnSpPr>
          <p:nvPr/>
        </p:nvCxnSpPr>
        <p:spPr>
          <a:xfrm flipV="1">
            <a:off x="6948188" y="5040649"/>
            <a:ext cx="0" cy="21834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5" name="직선 연결선[R] 974">
            <a:extLst>
              <a:ext uri="{FF2B5EF4-FFF2-40B4-BE49-F238E27FC236}">
                <a16:creationId xmlns:a16="http://schemas.microsoft.com/office/drawing/2014/main" id="{59DF69A8-BD1D-2C9B-726A-775DA97140BC}"/>
              </a:ext>
            </a:extLst>
          </p:cNvPr>
          <p:cNvCxnSpPr>
            <a:cxnSpLocks/>
          </p:cNvCxnSpPr>
          <p:nvPr/>
        </p:nvCxnSpPr>
        <p:spPr>
          <a:xfrm flipH="1" flipV="1">
            <a:off x="6948188" y="5258990"/>
            <a:ext cx="1082277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8" name="직선 연결선[R] 977">
            <a:extLst>
              <a:ext uri="{FF2B5EF4-FFF2-40B4-BE49-F238E27FC236}">
                <a16:creationId xmlns:a16="http://schemas.microsoft.com/office/drawing/2014/main" id="{8CE1EC9F-69B7-CF45-6830-11344C3CC164}"/>
              </a:ext>
            </a:extLst>
          </p:cNvPr>
          <p:cNvCxnSpPr>
            <a:cxnSpLocks/>
          </p:cNvCxnSpPr>
          <p:nvPr/>
        </p:nvCxnSpPr>
        <p:spPr>
          <a:xfrm flipV="1">
            <a:off x="8030465" y="5262725"/>
            <a:ext cx="0" cy="233867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직선 연결선[R] 981">
            <a:extLst>
              <a:ext uri="{FF2B5EF4-FFF2-40B4-BE49-F238E27FC236}">
                <a16:creationId xmlns:a16="http://schemas.microsoft.com/office/drawing/2014/main" id="{59928197-B8E1-C4FB-297F-C86F09CE8487}"/>
              </a:ext>
            </a:extLst>
          </p:cNvPr>
          <p:cNvCxnSpPr>
            <a:cxnSpLocks/>
            <a:stCxn id="928" idx="1"/>
            <a:endCxn id="932" idx="3"/>
          </p:cNvCxnSpPr>
          <p:nvPr/>
        </p:nvCxnSpPr>
        <p:spPr>
          <a:xfrm flipH="1">
            <a:off x="3227490" y="2557450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5" name="직선 연결선[R] 984">
            <a:extLst>
              <a:ext uri="{FF2B5EF4-FFF2-40B4-BE49-F238E27FC236}">
                <a16:creationId xmlns:a16="http://schemas.microsoft.com/office/drawing/2014/main" id="{85B8E308-E212-ACE2-A29A-65D01C188E9B}"/>
              </a:ext>
            </a:extLst>
          </p:cNvPr>
          <p:cNvCxnSpPr>
            <a:cxnSpLocks/>
          </p:cNvCxnSpPr>
          <p:nvPr/>
        </p:nvCxnSpPr>
        <p:spPr>
          <a:xfrm flipH="1">
            <a:off x="1867074" y="1995052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6" name="직선 연결선[R] 985">
            <a:extLst>
              <a:ext uri="{FF2B5EF4-FFF2-40B4-BE49-F238E27FC236}">
                <a16:creationId xmlns:a16="http://schemas.microsoft.com/office/drawing/2014/main" id="{E25BD99E-5375-95A2-4435-8E84044207EC}"/>
              </a:ext>
            </a:extLst>
          </p:cNvPr>
          <p:cNvCxnSpPr>
            <a:cxnSpLocks/>
          </p:cNvCxnSpPr>
          <p:nvPr/>
        </p:nvCxnSpPr>
        <p:spPr>
          <a:xfrm flipV="1">
            <a:off x="4141406" y="1093004"/>
            <a:ext cx="0" cy="124844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9" name="직선 연결선[R] 988">
            <a:extLst>
              <a:ext uri="{FF2B5EF4-FFF2-40B4-BE49-F238E27FC236}">
                <a16:creationId xmlns:a16="http://schemas.microsoft.com/office/drawing/2014/main" id="{399F24E2-54E7-9063-2E09-37CC6A5522D3}"/>
              </a:ext>
            </a:extLst>
          </p:cNvPr>
          <p:cNvCxnSpPr>
            <a:cxnSpLocks/>
            <a:endCxn id="942" idx="3"/>
          </p:cNvCxnSpPr>
          <p:nvPr/>
        </p:nvCxnSpPr>
        <p:spPr>
          <a:xfrm flipH="1">
            <a:off x="3233427" y="1096764"/>
            <a:ext cx="9079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2" name="직선 연결선[R] 991">
            <a:extLst>
              <a:ext uri="{FF2B5EF4-FFF2-40B4-BE49-F238E27FC236}">
                <a16:creationId xmlns:a16="http://schemas.microsoft.com/office/drawing/2014/main" id="{8196688E-7CAE-C60D-AF04-BBFCD66D747E}"/>
              </a:ext>
            </a:extLst>
          </p:cNvPr>
          <p:cNvCxnSpPr>
            <a:cxnSpLocks/>
            <a:stCxn id="940" idx="0"/>
            <a:endCxn id="942" idx="2"/>
          </p:cNvCxnSpPr>
          <p:nvPr/>
        </p:nvCxnSpPr>
        <p:spPr>
          <a:xfrm flipV="1">
            <a:off x="2867490" y="1312764"/>
            <a:ext cx="0" cy="4846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9" name="직선 연결선[R] 998">
            <a:extLst>
              <a:ext uri="{FF2B5EF4-FFF2-40B4-BE49-F238E27FC236}">
                <a16:creationId xmlns:a16="http://schemas.microsoft.com/office/drawing/2014/main" id="{20968FBB-54B2-15E0-B58B-F0A023725838}"/>
              </a:ext>
            </a:extLst>
          </p:cNvPr>
          <p:cNvCxnSpPr>
            <a:cxnSpLocks/>
          </p:cNvCxnSpPr>
          <p:nvPr/>
        </p:nvCxnSpPr>
        <p:spPr>
          <a:xfrm flipV="1">
            <a:off x="4309430" y="536461"/>
            <a:ext cx="0" cy="18049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1" name="직선 연결선[R] 1000">
            <a:extLst>
              <a:ext uri="{FF2B5EF4-FFF2-40B4-BE49-F238E27FC236}">
                <a16:creationId xmlns:a16="http://schemas.microsoft.com/office/drawing/2014/main" id="{95CDDB58-7267-9AC6-2D84-43E457FF055A}"/>
              </a:ext>
            </a:extLst>
          </p:cNvPr>
          <p:cNvCxnSpPr>
            <a:cxnSpLocks/>
          </p:cNvCxnSpPr>
          <p:nvPr/>
        </p:nvCxnSpPr>
        <p:spPr>
          <a:xfrm flipV="1">
            <a:off x="4468180" y="1441717"/>
            <a:ext cx="0" cy="8996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4" name="직선 연결선[R] 1003">
            <a:extLst>
              <a:ext uri="{FF2B5EF4-FFF2-40B4-BE49-F238E27FC236}">
                <a16:creationId xmlns:a16="http://schemas.microsoft.com/office/drawing/2014/main" id="{2E8C39B9-1A64-B8F5-931C-C259D8999DC0}"/>
              </a:ext>
            </a:extLst>
          </p:cNvPr>
          <p:cNvCxnSpPr>
            <a:cxnSpLocks/>
            <a:stCxn id="945" idx="1"/>
            <a:endCxn id="944" idx="3"/>
          </p:cNvCxnSpPr>
          <p:nvPr/>
        </p:nvCxnSpPr>
        <p:spPr>
          <a:xfrm flipH="1">
            <a:off x="4875343" y="320461"/>
            <a:ext cx="432563" cy="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7" name="직선 연결선[R] 1006">
            <a:extLst>
              <a:ext uri="{FF2B5EF4-FFF2-40B4-BE49-F238E27FC236}">
                <a16:creationId xmlns:a16="http://schemas.microsoft.com/office/drawing/2014/main" id="{23BED84B-B954-96C1-76E0-5AC4B22B5D66}"/>
              </a:ext>
            </a:extLst>
          </p:cNvPr>
          <p:cNvCxnSpPr>
            <a:cxnSpLocks/>
            <a:stCxn id="945" idx="2"/>
            <a:endCxn id="946" idx="0"/>
          </p:cNvCxnSpPr>
          <p:nvPr/>
        </p:nvCxnSpPr>
        <p:spPr>
          <a:xfrm>
            <a:off x="5667906" y="536461"/>
            <a:ext cx="0" cy="4839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8" name="직사각형 1017">
            <a:extLst>
              <a:ext uri="{FF2B5EF4-FFF2-40B4-BE49-F238E27FC236}">
                <a16:creationId xmlns:a16="http://schemas.microsoft.com/office/drawing/2014/main" id="{7131E697-5380-2B5A-8932-A3EDF7DC95E0}"/>
              </a:ext>
            </a:extLst>
          </p:cNvPr>
          <p:cNvSpPr>
            <a:spLocks/>
          </p:cNvSpPr>
          <p:nvPr/>
        </p:nvSpPr>
        <p:spPr>
          <a:xfrm>
            <a:off x="1147624" y="458737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1" name="직사각형 1020">
            <a:extLst>
              <a:ext uri="{FF2B5EF4-FFF2-40B4-BE49-F238E27FC236}">
                <a16:creationId xmlns:a16="http://schemas.microsoft.com/office/drawing/2014/main" id="{691C95C7-D706-998E-53CE-A1338F288048}"/>
              </a:ext>
            </a:extLst>
          </p:cNvPr>
          <p:cNvSpPr>
            <a:spLocks/>
          </p:cNvSpPr>
          <p:nvPr/>
        </p:nvSpPr>
        <p:spPr>
          <a:xfrm>
            <a:off x="1147074" y="549659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item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2" name="직사각형 1021">
            <a:extLst>
              <a:ext uri="{FF2B5EF4-FFF2-40B4-BE49-F238E27FC236}">
                <a16:creationId xmlns:a16="http://schemas.microsoft.com/office/drawing/2014/main" id="{17C99A5F-B99A-CD61-45D1-C412302FADA6}"/>
              </a:ext>
            </a:extLst>
          </p:cNvPr>
          <p:cNvSpPr>
            <a:spLocks/>
          </p:cNvSpPr>
          <p:nvPr/>
        </p:nvSpPr>
        <p:spPr>
          <a:xfrm>
            <a:off x="1147624" y="627919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menu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3" name="직사각형 1022">
            <a:extLst>
              <a:ext uri="{FF2B5EF4-FFF2-40B4-BE49-F238E27FC236}">
                <a16:creationId xmlns:a16="http://schemas.microsoft.com/office/drawing/2014/main" id="{8A89EBA8-ABED-DDA2-A38E-5888B8CF0C55}"/>
              </a:ext>
            </a:extLst>
          </p:cNvPr>
          <p:cNvSpPr>
            <a:spLocks/>
          </p:cNvSpPr>
          <p:nvPr/>
        </p:nvSpPr>
        <p:spPr>
          <a:xfrm>
            <a:off x="5745306" y="4600407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4" name="직사각형 1023">
            <a:extLst>
              <a:ext uri="{FF2B5EF4-FFF2-40B4-BE49-F238E27FC236}">
                <a16:creationId xmlns:a16="http://schemas.microsoft.com/office/drawing/2014/main" id="{F3FD9BB3-F435-7677-7294-A06CBAE58567}"/>
              </a:ext>
            </a:extLst>
          </p:cNvPr>
          <p:cNvSpPr>
            <a:spLocks/>
          </p:cNvSpPr>
          <p:nvPr/>
        </p:nvSpPr>
        <p:spPr>
          <a:xfrm>
            <a:off x="5001156" y="5172592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like</a:t>
            </a:r>
          </a:p>
        </p:txBody>
      </p:sp>
      <p:sp>
        <p:nvSpPr>
          <p:cNvPr id="1025" name="직사각형 1024">
            <a:extLst>
              <a:ext uri="{FF2B5EF4-FFF2-40B4-BE49-F238E27FC236}">
                <a16:creationId xmlns:a16="http://schemas.microsoft.com/office/drawing/2014/main" id="{1B79D477-6860-6D2C-BCEF-6E85A968E028}"/>
              </a:ext>
            </a:extLst>
          </p:cNvPr>
          <p:cNvSpPr>
            <a:spLocks/>
          </p:cNvSpPr>
          <p:nvPr/>
        </p:nvSpPr>
        <p:spPr>
          <a:xfrm>
            <a:off x="4647981" y="1909450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recommendation</a:t>
            </a:r>
            <a:endParaRPr lang="ko-KR" altLang="en-US" sz="5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6" name="직사각형 1025">
            <a:extLst>
              <a:ext uri="{FF2B5EF4-FFF2-40B4-BE49-F238E27FC236}">
                <a16:creationId xmlns:a16="http://schemas.microsoft.com/office/drawing/2014/main" id="{EA6A0B95-358A-AB13-F090-5342DCB194D0}"/>
              </a:ext>
            </a:extLst>
          </p:cNvPr>
          <p:cNvSpPr>
            <a:spLocks/>
          </p:cNvSpPr>
          <p:nvPr/>
        </p:nvSpPr>
        <p:spPr>
          <a:xfrm>
            <a:off x="10427934" y="2226369"/>
            <a:ext cx="720000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audit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log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027" name="직선 연결선[R] 1026">
            <a:extLst>
              <a:ext uri="{FF2B5EF4-FFF2-40B4-BE49-F238E27FC236}">
                <a16:creationId xmlns:a16="http://schemas.microsoft.com/office/drawing/2014/main" id="{26917DEA-2537-376E-0896-353A37AE95C8}"/>
              </a:ext>
            </a:extLst>
          </p:cNvPr>
          <p:cNvCxnSpPr>
            <a:cxnSpLocks/>
            <a:stCxn id="1018" idx="0"/>
            <a:endCxn id="834" idx="2"/>
          </p:cNvCxnSpPr>
          <p:nvPr/>
        </p:nvCxnSpPr>
        <p:spPr>
          <a:xfrm flipV="1">
            <a:off x="1507624" y="4134051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직선 연결선[R] 1029">
            <a:extLst>
              <a:ext uri="{FF2B5EF4-FFF2-40B4-BE49-F238E27FC236}">
                <a16:creationId xmlns:a16="http://schemas.microsoft.com/office/drawing/2014/main" id="{FE3B82B6-E279-A74E-1F1F-1E07BC4163D1}"/>
              </a:ext>
            </a:extLst>
          </p:cNvPr>
          <p:cNvCxnSpPr>
            <a:cxnSpLocks/>
          </p:cNvCxnSpPr>
          <p:nvPr/>
        </p:nvCxnSpPr>
        <p:spPr>
          <a:xfrm flipV="1">
            <a:off x="1507624" y="5032329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직선 연결선[R] 1030">
            <a:extLst>
              <a:ext uri="{FF2B5EF4-FFF2-40B4-BE49-F238E27FC236}">
                <a16:creationId xmlns:a16="http://schemas.microsoft.com/office/drawing/2014/main" id="{7E0CD36A-BE6D-4FF0-89A6-0AF133D3D791}"/>
              </a:ext>
            </a:extLst>
          </p:cNvPr>
          <p:cNvCxnSpPr>
            <a:cxnSpLocks/>
          </p:cNvCxnSpPr>
          <p:nvPr/>
        </p:nvCxnSpPr>
        <p:spPr>
          <a:xfrm flipH="1">
            <a:off x="1867624" y="4669991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직선 연결선[R] 1033">
            <a:extLst>
              <a:ext uri="{FF2B5EF4-FFF2-40B4-BE49-F238E27FC236}">
                <a16:creationId xmlns:a16="http://schemas.microsoft.com/office/drawing/2014/main" id="{2F2AD53D-3220-A1B9-3B8E-4D5CF6CF6195}"/>
              </a:ext>
            </a:extLst>
          </p:cNvPr>
          <p:cNvCxnSpPr>
            <a:cxnSpLocks/>
          </p:cNvCxnSpPr>
          <p:nvPr/>
        </p:nvCxnSpPr>
        <p:spPr>
          <a:xfrm>
            <a:off x="4008982" y="4678646"/>
            <a:ext cx="0" cy="8169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직선 연결선[R] 1038">
            <a:extLst>
              <a:ext uri="{FF2B5EF4-FFF2-40B4-BE49-F238E27FC236}">
                <a16:creationId xmlns:a16="http://schemas.microsoft.com/office/drawing/2014/main" id="{20FF2180-AD79-11E7-0426-92384AD7BA97}"/>
              </a:ext>
            </a:extLst>
          </p:cNvPr>
          <p:cNvCxnSpPr>
            <a:cxnSpLocks/>
            <a:stCxn id="1022" idx="0"/>
            <a:endCxn id="1021" idx="2"/>
          </p:cNvCxnSpPr>
          <p:nvPr/>
        </p:nvCxnSpPr>
        <p:spPr>
          <a:xfrm flipH="1" flipV="1">
            <a:off x="1507074" y="5928592"/>
            <a:ext cx="550" cy="3505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2" name="직선 연결선[R] 1041">
            <a:extLst>
              <a:ext uri="{FF2B5EF4-FFF2-40B4-BE49-F238E27FC236}">
                <a16:creationId xmlns:a16="http://schemas.microsoft.com/office/drawing/2014/main" id="{8F494B86-E479-AC8C-5F0D-6E47FDC48E03}"/>
              </a:ext>
            </a:extLst>
          </p:cNvPr>
          <p:cNvCxnSpPr>
            <a:cxnSpLocks/>
          </p:cNvCxnSpPr>
          <p:nvPr/>
        </p:nvCxnSpPr>
        <p:spPr>
          <a:xfrm flipV="1">
            <a:off x="8218271" y="1441717"/>
            <a:ext cx="0" cy="23386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직선 연결선[R] 1043">
            <a:extLst>
              <a:ext uri="{FF2B5EF4-FFF2-40B4-BE49-F238E27FC236}">
                <a16:creationId xmlns:a16="http://schemas.microsoft.com/office/drawing/2014/main" id="{F818F792-84C8-A599-C83D-63F665797B6D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20098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직선 연결선[R] 1046">
            <a:extLst>
              <a:ext uri="{FF2B5EF4-FFF2-40B4-BE49-F238E27FC236}">
                <a16:creationId xmlns:a16="http://schemas.microsoft.com/office/drawing/2014/main" id="{CE99C5AB-EAD4-F33D-AFE6-C661780D1260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0" cy="29211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0" name="직선 연결선[R] 1049">
            <a:extLst>
              <a:ext uri="{FF2B5EF4-FFF2-40B4-BE49-F238E27FC236}">
                <a16:creationId xmlns:a16="http://schemas.microsoft.com/office/drawing/2014/main" id="{77F9FEAF-827A-8A0A-E1D0-386B5D14BD13}"/>
              </a:ext>
            </a:extLst>
          </p:cNvPr>
          <p:cNvCxnSpPr>
            <a:cxnSpLocks/>
            <a:stCxn id="1023" idx="1"/>
          </p:cNvCxnSpPr>
          <p:nvPr/>
        </p:nvCxnSpPr>
        <p:spPr>
          <a:xfrm flipH="1">
            <a:off x="4480940" y="4816407"/>
            <a:ext cx="12643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직선 연결선[R] 1052">
            <a:extLst>
              <a:ext uri="{FF2B5EF4-FFF2-40B4-BE49-F238E27FC236}">
                <a16:creationId xmlns:a16="http://schemas.microsoft.com/office/drawing/2014/main" id="{746ACD4E-F293-4710-CAA4-F35DF8AA9D5C}"/>
              </a:ext>
            </a:extLst>
          </p:cNvPr>
          <p:cNvCxnSpPr>
            <a:cxnSpLocks/>
          </p:cNvCxnSpPr>
          <p:nvPr/>
        </p:nvCxnSpPr>
        <p:spPr>
          <a:xfrm flipV="1">
            <a:off x="4464380" y="4821101"/>
            <a:ext cx="0" cy="683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직선 연결선[R] 1058">
            <a:extLst>
              <a:ext uri="{FF2B5EF4-FFF2-40B4-BE49-F238E27FC236}">
                <a16:creationId xmlns:a16="http://schemas.microsoft.com/office/drawing/2014/main" id="{C32259F5-BFA6-C211-AEAE-CB06DB7DD04E}"/>
              </a:ext>
            </a:extLst>
          </p:cNvPr>
          <p:cNvCxnSpPr>
            <a:cxnSpLocks/>
            <a:endCxn id="1024" idx="3"/>
          </p:cNvCxnSpPr>
          <p:nvPr/>
        </p:nvCxnSpPr>
        <p:spPr>
          <a:xfrm flipH="1">
            <a:off x="5721156" y="5388592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직선 연결선[R] 1061">
            <a:extLst>
              <a:ext uri="{FF2B5EF4-FFF2-40B4-BE49-F238E27FC236}">
                <a16:creationId xmlns:a16="http://schemas.microsoft.com/office/drawing/2014/main" id="{582FDB39-6A53-11F9-7D61-1178D1403369}"/>
              </a:ext>
            </a:extLst>
          </p:cNvPr>
          <p:cNvCxnSpPr>
            <a:cxnSpLocks/>
            <a:endCxn id="1023" idx="2"/>
          </p:cNvCxnSpPr>
          <p:nvPr/>
        </p:nvCxnSpPr>
        <p:spPr>
          <a:xfrm flipV="1">
            <a:off x="6105306" y="5032407"/>
            <a:ext cx="0" cy="3328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직선 연결선[R] 1066">
            <a:extLst>
              <a:ext uri="{FF2B5EF4-FFF2-40B4-BE49-F238E27FC236}">
                <a16:creationId xmlns:a16="http://schemas.microsoft.com/office/drawing/2014/main" id="{A7A3EAD8-5F5C-813F-E8CB-C5BC21A065F4}"/>
              </a:ext>
            </a:extLst>
          </p:cNvPr>
          <p:cNvCxnSpPr>
            <a:cxnSpLocks/>
          </p:cNvCxnSpPr>
          <p:nvPr/>
        </p:nvCxnSpPr>
        <p:spPr>
          <a:xfrm flipH="1">
            <a:off x="4587906" y="5554569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9" name="직선 연결선[R] 1068">
            <a:extLst>
              <a:ext uri="{FF2B5EF4-FFF2-40B4-BE49-F238E27FC236}">
                <a16:creationId xmlns:a16="http://schemas.microsoft.com/office/drawing/2014/main" id="{42BD3981-8BA7-2EF3-DF43-D40070A6CF99}"/>
              </a:ext>
            </a:extLst>
          </p:cNvPr>
          <p:cNvCxnSpPr>
            <a:cxnSpLocks/>
          </p:cNvCxnSpPr>
          <p:nvPr/>
        </p:nvCxnSpPr>
        <p:spPr>
          <a:xfrm flipV="1">
            <a:off x="4822003" y="2355053"/>
            <a:ext cx="0" cy="34797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3" name="직선 연결선[R] 1072">
            <a:extLst>
              <a:ext uri="{FF2B5EF4-FFF2-40B4-BE49-F238E27FC236}">
                <a16:creationId xmlns:a16="http://schemas.microsoft.com/office/drawing/2014/main" id="{F69E2A86-154C-1804-ACF6-078156EC2844}"/>
              </a:ext>
            </a:extLst>
          </p:cNvPr>
          <p:cNvCxnSpPr>
            <a:cxnSpLocks/>
          </p:cNvCxnSpPr>
          <p:nvPr/>
        </p:nvCxnSpPr>
        <p:spPr>
          <a:xfrm flipH="1">
            <a:off x="4587906" y="5842878"/>
            <a:ext cx="23934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5" name="직사각형 1074">
            <a:extLst>
              <a:ext uri="{FF2B5EF4-FFF2-40B4-BE49-F238E27FC236}">
                <a16:creationId xmlns:a16="http://schemas.microsoft.com/office/drawing/2014/main" id="{98D04BB0-2438-3E96-0C1D-32AF2607D418}"/>
              </a:ext>
            </a:extLst>
          </p:cNvPr>
          <p:cNvSpPr>
            <a:spLocks/>
          </p:cNvSpPr>
          <p:nvPr/>
        </p:nvSpPr>
        <p:spPr>
          <a:xfrm>
            <a:off x="10427934" y="1648412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tax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6F371F4-0688-857B-80B7-935F124D4AE6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413287" y="1826905"/>
            <a:ext cx="57088" cy="108000"/>
            <a:chOff x="7604467" y="2108611"/>
            <a:chExt cx="122239" cy="239471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05DC7E9D-0F1F-F75A-EF85-3F2D3ED91192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23" name="직선 연결선 359">
                <a:extLst>
                  <a:ext uri="{FF2B5EF4-FFF2-40B4-BE49-F238E27FC236}">
                    <a16:creationId xmlns:a16="http://schemas.microsoft.com/office/drawing/2014/main" id="{CADEFF40-0589-2FB8-81CC-84BC5C6F115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직선 연결선 360">
                <a:extLst>
                  <a:ext uri="{FF2B5EF4-FFF2-40B4-BE49-F238E27FC236}">
                    <a16:creationId xmlns:a16="http://schemas.microsoft.com/office/drawing/2014/main" id="{E6A5A6EA-7C49-F761-7263-87117A318E7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" name="직선 연결선 361">
                <a:extLst>
                  <a:ext uri="{FF2B5EF4-FFF2-40B4-BE49-F238E27FC236}">
                    <a16:creationId xmlns:a16="http://schemas.microsoft.com/office/drawing/2014/main" id="{0A8A17F1-FA36-EE79-302D-3B9F130253B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2" name="직선 연결선 363">
              <a:extLst>
                <a:ext uri="{FF2B5EF4-FFF2-40B4-BE49-F238E27FC236}">
                  <a16:creationId xmlns:a16="http://schemas.microsoft.com/office/drawing/2014/main" id="{803B3213-1A6F-6837-51AA-3A5ABF747490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직선 연결선 351">
            <a:extLst>
              <a:ext uri="{FF2B5EF4-FFF2-40B4-BE49-F238E27FC236}">
                <a16:creationId xmlns:a16="http://schemas.microsoft.com/office/drawing/2014/main" id="{5679E70F-1E9B-F811-DFE6-66EF86E44AED}"/>
              </a:ext>
            </a:extLst>
          </p:cNvPr>
          <p:cNvCxnSpPr>
            <a:cxnSpLocks/>
          </p:cNvCxnSpPr>
          <p:nvPr/>
        </p:nvCxnSpPr>
        <p:spPr>
          <a:xfrm>
            <a:off x="8386702" y="149591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0F17E46-EB19-14B2-D7FD-DFCB73DE73AB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92729" y="2715902"/>
            <a:ext cx="70242" cy="108000"/>
            <a:chOff x="7604467" y="2108611"/>
            <a:chExt cx="122239" cy="239471"/>
          </a:xfrm>
        </p:grpSpPr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1BD8B102-95D3-50E0-A816-D72AE0991472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30" name="직선 연결선 359">
                <a:extLst>
                  <a:ext uri="{FF2B5EF4-FFF2-40B4-BE49-F238E27FC236}">
                    <a16:creationId xmlns:a16="http://schemas.microsoft.com/office/drawing/2014/main" id="{7D36DC30-A823-9520-9AA0-53AFAF589A2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직선 연결선 360">
                <a:extLst>
                  <a:ext uri="{FF2B5EF4-FFF2-40B4-BE49-F238E27FC236}">
                    <a16:creationId xmlns:a16="http://schemas.microsoft.com/office/drawing/2014/main" id="{D1D545FF-4EF8-C115-63EB-7BF29995C2C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직선 연결선 361">
                <a:extLst>
                  <a:ext uri="{FF2B5EF4-FFF2-40B4-BE49-F238E27FC236}">
                    <a16:creationId xmlns:a16="http://schemas.microsoft.com/office/drawing/2014/main" id="{0C79B29C-4ED6-9112-B92B-3C2756D67E3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9" name="직선 연결선 363">
              <a:extLst>
                <a:ext uri="{FF2B5EF4-FFF2-40B4-BE49-F238E27FC236}">
                  <a16:creationId xmlns:a16="http://schemas.microsoft.com/office/drawing/2014/main" id="{3F9A7C24-EBC6-262E-4ADC-12D30A454B6F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29997957-217C-A35C-5514-1B82878AE4A7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8197701" y="3220735"/>
            <a:ext cx="57088" cy="108000"/>
            <a:chOff x="7604467" y="2108611"/>
            <a:chExt cx="122239" cy="239471"/>
          </a:xfrm>
        </p:grpSpPr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FFABEAA4-A898-D1D0-D47C-798AAA69057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37" name="직선 연결선 359">
                <a:extLst>
                  <a:ext uri="{FF2B5EF4-FFF2-40B4-BE49-F238E27FC236}">
                    <a16:creationId xmlns:a16="http://schemas.microsoft.com/office/drawing/2014/main" id="{96D35C2A-E19C-CC69-7AD7-ED7575FB847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" name="직선 연결선 360">
                <a:extLst>
                  <a:ext uri="{FF2B5EF4-FFF2-40B4-BE49-F238E27FC236}">
                    <a16:creationId xmlns:a16="http://schemas.microsoft.com/office/drawing/2014/main" id="{0E9CB87D-B697-028B-DF51-8E3283F9841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직선 연결선 361">
                <a:extLst>
                  <a:ext uri="{FF2B5EF4-FFF2-40B4-BE49-F238E27FC236}">
                    <a16:creationId xmlns:a16="http://schemas.microsoft.com/office/drawing/2014/main" id="{B92F2A83-F92A-9C22-2C47-9993AC19C53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6" name="직선 연결선 363">
              <a:extLst>
                <a:ext uri="{FF2B5EF4-FFF2-40B4-BE49-F238E27FC236}">
                  <a16:creationId xmlns:a16="http://schemas.microsoft.com/office/drawing/2014/main" id="{7057A88C-D814-6C0E-C14B-E704B5229B99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0" name="직선 연결선 351">
            <a:extLst>
              <a:ext uri="{FF2B5EF4-FFF2-40B4-BE49-F238E27FC236}">
                <a16:creationId xmlns:a16="http://schemas.microsoft.com/office/drawing/2014/main" id="{29F32BCD-8DFD-3F6E-4128-4EBFD08332D9}"/>
              </a:ext>
            </a:extLst>
          </p:cNvPr>
          <p:cNvCxnSpPr>
            <a:cxnSpLocks/>
          </p:cNvCxnSpPr>
          <p:nvPr/>
        </p:nvCxnSpPr>
        <p:spPr>
          <a:xfrm>
            <a:off x="8170475" y="36462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AB9971BB-D9BA-B64E-5664-2970874F9F20}"/>
              </a:ext>
            </a:extLst>
          </p:cNvPr>
          <p:cNvGrpSpPr>
            <a:grpSpLocks noChangeAspect="1"/>
          </p:cNvGrpSpPr>
          <p:nvPr/>
        </p:nvGrpSpPr>
        <p:grpSpPr>
          <a:xfrm>
            <a:off x="7810475" y="2970989"/>
            <a:ext cx="57088" cy="108000"/>
            <a:chOff x="7604467" y="2108611"/>
            <a:chExt cx="122239" cy="23947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3A44F7BB-25EC-96F7-D568-78C9CD3611A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45" name="직선 연결선 359">
                <a:extLst>
                  <a:ext uri="{FF2B5EF4-FFF2-40B4-BE49-F238E27FC236}">
                    <a16:creationId xmlns:a16="http://schemas.microsoft.com/office/drawing/2014/main" id="{F9390E26-7F58-61B8-20E0-81D4FC459F1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직선 연결선 360">
                <a:extLst>
                  <a:ext uri="{FF2B5EF4-FFF2-40B4-BE49-F238E27FC236}">
                    <a16:creationId xmlns:a16="http://schemas.microsoft.com/office/drawing/2014/main" id="{95C3CCB8-B7B9-2E0C-8904-FBB5B561562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직선 연결선 361">
                <a:extLst>
                  <a:ext uri="{FF2B5EF4-FFF2-40B4-BE49-F238E27FC236}">
                    <a16:creationId xmlns:a16="http://schemas.microsoft.com/office/drawing/2014/main" id="{BEAA4D0E-302E-F77E-842E-A8571E805DC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4" name="직선 연결선 363">
              <a:extLst>
                <a:ext uri="{FF2B5EF4-FFF2-40B4-BE49-F238E27FC236}">
                  <a16:creationId xmlns:a16="http://schemas.microsoft.com/office/drawing/2014/main" id="{DE1AE50C-489A-5A51-2485-993408470B1A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9" name="직선 연결선 351">
            <a:extLst>
              <a:ext uri="{FF2B5EF4-FFF2-40B4-BE49-F238E27FC236}">
                <a16:creationId xmlns:a16="http://schemas.microsoft.com/office/drawing/2014/main" id="{A4F839E8-E242-58EE-87F6-8D97D6AC3303}"/>
              </a:ext>
            </a:extLst>
          </p:cNvPr>
          <p:cNvCxnSpPr>
            <a:cxnSpLocks/>
          </p:cNvCxnSpPr>
          <p:nvPr/>
        </p:nvCxnSpPr>
        <p:spPr>
          <a:xfrm>
            <a:off x="7357364" y="29676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BE52FBD-F5D6-6D08-8F17-625CC09DB72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202152" y="4518394"/>
            <a:ext cx="57088" cy="108000"/>
            <a:chOff x="7604467" y="2108611"/>
            <a:chExt cx="122239" cy="239471"/>
          </a:xfrm>
        </p:grpSpPr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9DB3E435-F136-1C95-4B35-5CEBD6123D3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53" name="직선 연결선 359">
                <a:extLst>
                  <a:ext uri="{FF2B5EF4-FFF2-40B4-BE49-F238E27FC236}">
                    <a16:creationId xmlns:a16="http://schemas.microsoft.com/office/drawing/2014/main" id="{50E5B7E8-B8D0-58B7-6607-6DBBA030FBA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직선 연결선 360">
                <a:extLst>
                  <a:ext uri="{FF2B5EF4-FFF2-40B4-BE49-F238E27FC236}">
                    <a16:creationId xmlns:a16="http://schemas.microsoft.com/office/drawing/2014/main" id="{5551DAF3-AC0E-EAA1-D685-4A5F0BFC691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361">
                <a:extLst>
                  <a:ext uri="{FF2B5EF4-FFF2-40B4-BE49-F238E27FC236}">
                    <a16:creationId xmlns:a16="http://schemas.microsoft.com/office/drawing/2014/main" id="{FC006496-892F-4BBE-649F-7DCC9AC94B9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2" name="직선 연결선 363">
              <a:extLst>
                <a:ext uri="{FF2B5EF4-FFF2-40B4-BE49-F238E27FC236}">
                  <a16:creationId xmlns:a16="http://schemas.microsoft.com/office/drawing/2014/main" id="{E80629E7-1172-C444-BE04-F9A9118D7FF4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56" name="직선 연결선 351">
            <a:extLst>
              <a:ext uri="{FF2B5EF4-FFF2-40B4-BE49-F238E27FC236}">
                <a16:creationId xmlns:a16="http://schemas.microsoft.com/office/drawing/2014/main" id="{2BD31201-B771-3C3F-7FA4-C451A6AD0293}"/>
              </a:ext>
            </a:extLst>
          </p:cNvPr>
          <p:cNvCxnSpPr>
            <a:cxnSpLocks/>
          </p:cNvCxnSpPr>
          <p:nvPr/>
        </p:nvCxnSpPr>
        <p:spPr>
          <a:xfrm>
            <a:off x="8177195" y="420200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7352729B-1FCF-E63D-578B-9C326CBD338D}"/>
              </a:ext>
            </a:extLst>
          </p:cNvPr>
          <p:cNvGrpSpPr/>
          <p:nvPr/>
        </p:nvGrpSpPr>
        <p:grpSpPr>
          <a:xfrm rot="5400000">
            <a:off x="8193349" y="5411553"/>
            <a:ext cx="70242" cy="108000"/>
            <a:chOff x="7604467" y="2108611"/>
            <a:chExt cx="122239" cy="239471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F097F6F8-CD85-3E4E-BC52-272513156A39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60" name="직선 연결선 359">
                <a:extLst>
                  <a:ext uri="{FF2B5EF4-FFF2-40B4-BE49-F238E27FC236}">
                    <a16:creationId xmlns:a16="http://schemas.microsoft.com/office/drawing/2014/main" id="{35843295-0033-6614-D040-F6F9929F5EC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1" name="직선 연결선 360">
                <a:extLst>
                  <a:ext uri="{FF2B5EF4-FFF2-40B4-BE49-F238E27FC236}">
                    <a16:creationId xmlns:a16="http://schemas.microsoft.com/office/drawing/2014/main" id="{91A69113-2DF2-DC37-ABD6-B767DF8B54D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직선 연결선 361">
                <a:extLst>
                  <a:ext uri="{FF2B5EF4-FFF2-40B4-BE49-F238E27FC236}">
                    <a16:creationId xmlns:a16="http://schemas.microsoft.com/office/drawing/2014/main" id="{2D1F37B2-6B79-9F1F-650C-44AC7DE401D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9" name="직선 연결선 363">
              <a:extLst>
                <a:ext uri="{FF2B5EF4-FFF2-40B4-BE49-F238E27FC236}">
                  <a16:creationId xmlns:a16="http://schemas.microsoft.com/office/drawing/2014/main" id="{E4026D47-C146-6EAB-6EEF-09CB3DAB208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63" name="직선 연결선 351">
            <a:extLst>
              <a:ext uri="{FF2B5EF4-FFF2-40B4-BE49-F238E27FC236}">
                <a16:creationId xmlns:a16="http://schemas.microsoft.com/office/drawing/2014/main" id="{3E3FC16C-8A51-A492-CA7A-B1F631B85AFA}"/>
              </a:ext>
            </a:extLst>
          </p:cNvPr>
          <p:cNvCxnSpPr>
            <a:cxnSpLocks/>
          </p:cNvCxnSpPr>
          <p:nvPr/>
        </p:nvCxnSpPr>
        <p:spPr>
          <a:xfrm>
            <a:off x="8174471" y="507606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00" name="그룹 899">
            <a:extLst>
              <a:ext uri="{FF2B5EF4-FFF2-40B4-BE49-F238E27FC236}">
                <a16:creationId xmlns:a16="http://schemas.microsoft.com/office/drawing/2014/main" id="{25CD432D-4E2B-9478-F5A5-AB7A0A22989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470" y="5661452"/>
            <a:ext cx="70242" cy="108000"/>
            <a:chOff x="7604467" y="2108611"/>
            <a:chExt cx="122239" cy="239471"/>
          </a:xfrm>
        </p:grpSpPr>
        <p:grpSp>
          <p:nvGrpSpPr>
            <p:cNvPr id="901" name="그룹 900">
              <a:extLst>
                <a:ext uri="{FF2B5EF4-FFF2-40B4-BE49-F238E27FC236}">
                  <a16:creationId xmlns:a16="http://schemas.microsoft.com/office/drawing/2014/main" id="{AA749823-0C5A-AFAC-A2FF-AC61E1ADA13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904" name="직선 연결선 359">
                <a:extLst>
                  <a:ext uri="{FF2B5EF4-FFF2-40B4-BE49-F238E27FC236}">
                    <a16:creationId xmlns:a16="http://schemas.microsoft.com/office/drawing/2014/main" id="{53AB62E5-021A-00BA-06BF-7BFD8AAEDF3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5" name="직선 연결선 360">
                <a:extLst>
                  <a:ext uri="{FF2B5EF4-FFF2-40B4-BE49-F238E27FC236}">
                    <a16:creationId xmlns:a16="http://schemas.microsoft.com/office/drawing/2014/main" id="{C6D76CFC-C57C-39A3-D4DB-B75E73A4ABE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8" name="직선 연결선 361">
                <a:extLst>
                  <a:ext uri="{FF2B5EF4-FFF2-40B4-BE49-F238E27FC236}">
                    <a16:creationId xmlns:a16="http://schemas.microsoft.com/office/drawing/2014/main" id="{2517E08D-63F8-7C3E-D48F-EF692C0FB7D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02" name="직선 연결선 363">
              <a:extLst>
                <a:ext uri="{FF2B5EF4-FFF2-40B4-BE49-F238E27FC236}">
                  <a16:creationId xmlns:a16="http://schemas.microsoft.com/office/drawing/2014/main" id="{2D8ACE4B-2D1B-91F1-16D4-7C3F41625EFB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10" name="직선 연결선 351">
            <a:extLst>
              <a:ext uri="{FF2B5EF4-FFF2-40B4-BE49-F238E27FC236}">
                <a16:creationId xmlns:a16="http://schemas.microsoft.com/office/drawing/2014/main" id="{0AE7C906-6BA4-5148-BD76-5CC8B48DA0C7}"/>
              </a:ext>
            </a:extLst>
          </p:cNvPr>
          <p:cNvCxnSpPr>
            <a:cxnSpLocks/>
          </p:cNvCxnSpPr>
          <p:nvPr/>
        </p:nvCxnSpPr>
        <p:spPr>
          <a:xfrm>
            <a:off x="9453523" y="419330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0" name="직선 연결선 351">
            <a:extLst>
              <a:ext uri="{FF2B5EF4-FFF2-40B4-BE49-F238E27FC236}">
                <a16:creationId xmlns:a16="http://schemas.microsoft.com/office/drawing/2014/main" id="{2DB8962F-0DF5-85B0-2912-C419F8D4AF5D}"/>
              </a:ext>
            </a:extLst>
          </p:cNvPr>
          <p:cNvCxnSpPr>
            <a:cxnSpLocks/>
          </p:cNvCxnSpPr>
          <p:nvPr/>
        </p:nvCxnSpPr>
        <p:spPr>
          <a:xfrm>
            <a:off x="8174471" y="2397253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23" name="그룹 922">
            <a:extLst>
              <a:ext uri="{FF2B5EF4-FFF2-40B4-BE49-F238E27FC236}">
                <a16:creationId xmlns:a16="http://schemas.microsoft.com/office/drawing/2014/main" id="{EEE69D12-BB57-F50D-AA6B-3713566A7CBB}"/>
              </a:ext>
            </a:extLst>
          </p:cNvPr>
          <p:cNvGrpSpPr>
            <a:grpSpLocks noChangeAspect="1"/>
          </p:cNvGrpSpPr>
          <p:nvPr/>
        </p:nvGrpSpPr>
        <p:grpSpPr>
          <a:xfrm>
            <a:off x="9077961" y="2970677"/>
            <a:ext cx="70242" cy="108000"/>
            <a:chOff x="7604467" y="2108611"/>
            <a:chExt cx="122239" cy="239471"/>
          </a:xfrm>
        </p:grpSpPr>
        <p:grpSp>
          <p:nvGrpSpPr>
            <p:cNvPr id="925" name="그룹 924">
              <a:extLst>
                <a:ext uri="{FF2B5EF4-FFF2-40B4-BE49-F238E27FC236}">
                  <a16:creationId xmlns:a16="http://schemas.microsoft.com/office/drawing/2014/main" id="{FD4DCBE4-5DF9-B72C-343B-0B59F30DA53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927" name="직선 연결선 359">
                <a:extLst>
                  <a:ext uri="{FF2B5EF4-FFF2-40B4-BE49-F238E27FC236}">
                    <a16:creationId xmlns:a16="http://schemas.microsoft.com/office/drawing/2014/main" id="{7AEDE89A-CE05-F2DA-3A73-E5AD3B58A8B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0" name="직선 연결선 360">
                <a:extLst>
                  <a:ext uri="{FF2B5EF4-FFF2-40B4-BE49-F238E27FC236}">
                    <a16:creationId xmlns:a16="http://schemas.microsoft.com/office/drawing/2014/main" id="{B838542D-BEC9-B206-3E23-8C8285ED640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1" name="직선 연결선 361">
                <a:extLst>
                  <a:ext uri="{FF2B5EF4-FFF2-40B4-BE49-F238E27FC236}">
                    <a16:creationId xmlns:a16="http://schemas.microsoft.com/office/drawing/2014/main" id="{857C56ED-5CF5-5B18-7171-23F583462AA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26" name="직선 연결선 363">
              <a:extLst>
                <a:ext uri="{FF2B5EF4-FFF2-40B4-BE49-F238E27FC236}">
                  <a16:creationId xmlns:a16="http://schemas.microsoft.com/office/drawing/2014/main" id="{D4A31527-27E8-884E-B98F-95C3D9A8109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74" name="직선 연결선 351">
            <a:extLst>
              <a:ext uri="{FF2B5EF4-FFF2-40B4-BE49-F238E27FC236}">
                <a16:creationId xmlns:a16="http://schemas.microsoft.com/office/drawing/2014/main" id="{44D5D257-A9FE-0AE4-776B-C0094ADC2E9B}"/>
              </a:ext>
            </a:extLst>
          </p:cNvPr>
          <p:cNvCxnSpPr>
            <a:cxnSpLocks/>
          </p:cNvCxnSpPr>
          <p:nvPr/>
        </p:nvCxnSpPr>
        <p:spPr>
          <a:xfrm>
            <a:off x="8643731" y="296738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76" name="그룹 975">
            <a:extLst>
              <a:ext uri="{FF2B5EF4-FFF2-40B4-BE49-F238E27FC236}">
                <a16:creationId xmlns:a16="http://schemas.microsoft.com/office/drawing/2014/main" id="{F7A9014F-C751-3D52-61B8-24C40B546BA4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9478555" y="3221486"/>
            <a:ext cx="57088" cy="108000"/>
            <a:chOff x="7604467" y="2108611"/>
            <a:chExt cx="122239" cy="239471"/>
          </a:xfrm>
        </p:grpSpPr>
        <p:grpSp>
          <p:nvGrpSpPr>
            <p:cNvPr id="977" name="그룹 976">
              <a:extLst>
                <a:ext uri="{FF2B5EF4-FFF2-40B4-BE49-F238E27FC236}">
                  <a16:creationId xmlns:a16="http://schemas.microsoft.com/office/drawing/2014/main" id="{E5C95927-181D-C396-8DB4-61B06CB80FB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980" name="직선 연결선 359">
                <a:extLst>
                  <a:ext uri="{FF2B5EF4-FFF2-40B4-BE49-F238E27FC236}">
                    <a16:creationId xmlns:a16="http://schemas.microsoft.com/office/drawing/2014/main" id="{68FC047A-1F8B-4749-16F3-50C8534EE8D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1" name="직선 연결선 360">
                <a:extLst>
                  <a:ext uri="{FF2B5EF4-FFF2-40B4-BE49-F238E27FC236}">
                    <a16:creationId xmlns:a16="http://schemas.microsoft.com/office/drawing/2014/main" id="{88E35F09-A8C1-EBE8-6D26-59E0FB562FF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3" name="직선 연결선 361">
                <a:extLst>
                  <a:ext uri="{FF2B5EF4-FFF2-40B4-BE49-F238E27FC236}">
                    <a16:creationId xmlns:a16="http://schemas.microsoft.com/office/drawing/2014/main" id="{9DA126D5-94DE-5B1C-E7BD-7211803FA28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79" name="직선 연결선 363">
              <a:extLst>
                <a:ext uri="{FF2B5EF4-FFF2-40B4-BE49-F238E27FC236}">
                  <a16:creationId xmlns:a16="http://schemas.microsoft.com/office/drawing/2014/main" id="{A25C6A4E-693B-538E-3AF0-DBDC0C56EDE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84" name="직선 연결선 351">
            <a:extLst>
              <a:ext uri="{FF2B5EF4-FFF2-40B4-BE49-F238E27FC236}">
                <a16:creationId xmlns:a16="http://schemas.microsoft.com/office/drawing/2014/main" id="{4763F0B0-410B-BA58-E042-FDE0171BCFD8}"/>
              </a:ext>
            </a:extLst>
          </p:cNvPr>
          <p:cNvCxnSpPr>
            <a:cxnSpLocks/>
          </p:cNvCxnSpPr>
          <p:nvPr/>
        </p:nvCxnSpPr>
        <p:spPr>
          <a:xfrm>
            <a:off x="9456834" y="364832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87" name="그룹 986">
            <a:extLst>
              <a:ext uri="{FF2B5EF4-FFF2-40B4-BE49-F238E27FC236}">
                <a16:creationId xmlns:a16="http://schemas.microsoft.com/office/drawing/2014/main" id="{901F0410-4A36-8D1C-7DE2-2649C47C6E18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956431" y="876576"/>
            <a:ext cx="148067" cy="108000"/>
            <a:chOff x="7409659" y="2902132"/>
            <a:chExt cx="317047" cy="239471"/>
          </a:xfrm>
        </p:grpSpPr>
        <p:grpSp>
          <p:nvGrpSpPr>
            <p:cNvPr id="988" name="그룹 987">
              <a:extLst>
                <a:ext uri="{FF2B5EF4-FFF2-40B4-BE49-F238E27FC236}">
                  <a16:creationId xmlns:a16="http://schemas.microsoft.com/office/drawing/2014/main" id="{CC4E3A0E-C2AE-717E-40A9-4867F8BF02F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93" name="직선 연결선 322">
                <a:extLst>
                  <a:ext uri="{FF2B5EF4-FFF2-40B4-BE49-F238E27FC236}">
                    <a16:creationId xmlns:a16="http://schemas.microsoft.com/office/drawing/2014/main" id="{F4455BCF-37D6-9995-9BCE-C59E391EDDF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4" name="직선 연결선 323">
                <a:extLst>
                  <a:ext uri="{FF2B5EF4-FFF2-40B4-BE49-F238E27FC236}">
                    <a16:creationId xmlns:a16="http://schemas.microsoft.com/office/drawing/2014/main" id="{4F7179C6-88DC-6834-D2E1-C61977C970C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5" name="직선 연결선 324">
                <a:extLst>
                  <a:ext uri="{FF2B5EF4-FFF2-40B4-BE49-F238E27FC236}">
                    <a16:creationId xmlns:a16="http://schemas.microsoft.com/office/drawing/2014/main" id="{61503827-53FA-F418-2005-7CEFB2ECB73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0" name="직선 연결선 326">
              <a:extLst>
                <a:ext uri="{FF2B5EF4-FFF2-40B4-BE49-F238E27FC236}">
                  <a16:creationId xmlns:a16="http://schemas.microsoft.com/office/drawing/2014/main" id="{8D06A5D8-9E24-3211-5926-5CEE3E6B1D6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1" name="타원 990">
              <a:extLst>
                <a:ext uri="{FF2B5EF4-FFF2-40B4-BE49-F238E27FC236}">
                  <a16:creationId xmlns:a16="http://schemas.microsoft.com/office/drawing/2014/main" id="{3C2C038B-1EA9-5058-D347-612EE484075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996" name="그룹 995">
            <a:extLst>
              <a:ext uri="{FF2B5EF4-FFF2-40B4-BE49-F238E27FC236}">
                <a16:creationId xmlns:a16="http://schemas.microsoft.com/office/drawing/2014/main" id="{ADD256C4-1ED1-0200-9CD7-CF2A017D139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878922"/>
            <a:ext cx="148067" cy="108000"/>
            <a:chOff x="7409659" y="2902132"/>
            <a:chExt cx="317047" cy="239471"/>
          </a:xfrm>
        </p:grpSpPr>
        <p:grpSp>
          <p:nvGrpSpPr>
            <p:cNvPr id="997" name="그룹 996">
              <a:extLst>
                <a:ext uri="{FF2B5EF4-FFF2-40B4-BE49-F238E27FC236}">
                  <a16:creationId xmlns:a16="http://schemas.microsoft.com/office/drawing/2014/main" id="{60FC968E-BE5E-3CC7-ACC1-16006994ACE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002" name="직선 연결선 322">
                <a:extLst>
                  <a:ext uri="{FF2B5EF4-FFF2-40B4-BE49-F238E27FC236}">
                    <a16:creationId xmlns:a16="http://schemas.microsoft.com/office/drawing/2014/main" id="{EDEA1B63-BEE5-4ECF-7800-DD7583B4E85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3" name="직선 연결선 323">
                <a:extLst>
                  <a:ext uri="{FF2B5EF4-FFF2-40B4-BE49-F238E27FC236}">
                    <a16:creationId xmlns:a16="http://schemas.microsoft.com/office/drawing/2014/main" id="{37FEA0A0-7043-FF31-899D-8CA7134BCDD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5" name="직선 연결선 324">
                <a:extLst>
                  <a:ext uri="{FF2B5EF4-FFF2-40B4-BE49-F238E27FC236}">
                    <a16:creationId xmlns:a16="http://schemas.microsoft.com/office/drawing/2014/main" id="{175111BB-A9E0-167A-AA50-F4981F24218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8" name="직선 연결선 326">
              <a:extLst>
                <a:ext uri="{FF2B5EF4-FFF2-40B4-BE49-F238E27FC236}">
                  <a16:creationId xmlns:a16="http://schemas.microsoft.com/office/drawing/2014/main" id="{67B64B70-3B79-EEC2-1B03-DBBBD853C6A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00" name="타원 999">
              <a:extLst>
                <a:ext uri="{FF2B5EF4-FFF2-40B4-BE49-F238E27FC236}">
                  <a16:creationId xmlns:a16="http://schemas.microsoft.com/office/drawing/2014/main" id="{EEFF3BF7-10D8-775D-1986-360476C7DB3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011" name="직선 연결선 351">
            <a:extLst>
              <a:ext uri="{FF2B5EF4-FFF2-40B4-BE49-F238E27FC236}">
                <a16:creationId xmlns:a16="http://schemas.microsoft.com/office/drawing/2014/main" id="{41DF0439-30BE-1F41-F049-D199052AA33E}"/>
              </a:ext>
            </a:extLst>
          </p:cNvPr>
          <p:cNvCxnSpPr>
            <a:cxnSpLocks/>
          </p:cNvCxnSpPr>
          <p:nvPr/>
        </p:nvCxnSpPr>
        <p:spPr>
          <a:xfrm>
            <a:off x="7976043" y="58703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2" name="직선 연결선 351">
            <a:extLst>
              <a:ext uri="{FF2B5EF4-FFF2-40B4-BE49-F238E27FC236}">
                <a16:creationId xmlns:a16="http://schemas.microsoft.com/office/drawing/2014/main" id="{A5A24C8D-9E1E-57C0-EECB-7DBA09BDACDE}"/>
              </a:ext>
            </a:extLst>
          </p:cNvPr>
          <p:cNvCxnSpPr>
            <a:cxnSpLocks/>
          </p:cNvCxnSpPr>
          <p:nvPr/>
        </p:nvCxnSpPr>
        <p:spPr>
          <a:xfrm>
            <a:off x="8387831" y="59347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13" name="그룹 1012">
            <a:extLst>
              <a:ext uri="{FF2B5EF4-FFF2-40B4-BE49-F238E27FC236}">
                <a16:creationId xmlns:a16="http://schemas.microsoft.com/office/drawing/2014/main" id="{D9292B04-931B-3D1C-641F-F6CF58DCFAE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92902" y="1940556"/>
            <a:ext cx="57088" cy="108000"/>
            <a:chOff x="7604467" y="2108611"/>
            <a:chExt cx="122239" cy="239471"/>
          </a:xfrm>
        </p:grpSpPr>
        <p:grpSp>
          <p:nvGrpSpPr>
            <p:cNvPr id="1014" name="그룹 1013">
              <a:extLst>
                <a:ext uri="{FF2B5EF4-FFF2-40B4-BE49-F238E27FC236}">
                  <a16:creationId xmlns:a16="http://schemas.microsoft.com/office/drawing/2014/main" id="{33140484-1B9A-44B6-8680-17AEA4E8611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16" name="직선 연결선 359">
                <a:extLst>
                  <a:ext uri="{FF2B5EF4-FFF2-40B4-BE49-F238E27FC236}">
                    <a16:creationId xmlns:a16="http://schemas.microsoft.com/office/drawing/2014/main" id="{BEB78873-B6C4-46A1-70BA-BA3CE4CE4F1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7" name="직선 연결선 360">
                <a:extLst>
                  <a:ext uri="{FF2B5EF4-FFF2-40B4-BE49-F238E27FC236}">
                    <a16:creationId xmlns:a16="http://schemas.microsoft.com/office/drawing/2014/main" id="{30AEFAA4-6921-E9E1-3C94-D96EEBC9A99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9" name="직선 연결선 361">
                <a:extLst>
                  <a:ext uri="{FF2B5EF4-FFF2-40B4-BE49-F238E27FC236}">
                    <a16:creationId xmlns:a16="http://schemas.microsoft.com/office/drawing/2014/main" id="{313BF821-17DA-4B67-D3B8-E2BE33B6FD2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15" name="직선 연결선 363">
              <a:extLst>
                <a:ext uri="{FF2B5EF4-FFF2-40B4-BE49-F238E27FC236}">
                  <a16:creationId xmlns:a16="http://schemas.microsoft.com/office/drawing/2014/main" id="{313B1E4D-54BE-B212-8D47-76AA282025DC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20" name="그룹 1019">
            <a:extLst>
              <a:ext uri="{FF2B5EF4-FFF2-40B4-BE49-F238E27FC236}">
                <a16:creationId xmlns:a16="http://schemas.microsoft.com/office/drawing/2014/main" id="{9D2E9E02-F3B8-B7B3-4CFD-0EEC8AD3BB5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94671" y="2181405"/>
            <a:ext cx="57088" cy="108000"/>
            <a:chOff x="7604467" y="2108611"/>
            <a:chExt cx="122239" cy="239471"/>
          </a:xfrm>
        </p:grpSpPr>
        <p:grpSp>
          <p:nvGrpSpPr>
            <p:cNvPr id="1028" name="그룹 1027">
              <a:extLst>
                <a:ext uri="{FF2B5EF4-FFF2-40B4-BE49-F238E27FC236}">
                  <a16:creationId xmlns:a16="http://schemas.microsoft.com/office/drawing/2014/main" id="{7E102716-3361-20B2-7DDE-238870208AD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32" name="직선 연결선 359">
                <a:extLst>
                  <a:ext uri="{FF2B5EF4-FFF2-40B4-BE49-F238E27FC236}">
                    <a16:creationId xmlns:a16="http://schemas.microsoft.com/office/drawing/2014/main" id="{AF5B645C-5659-11AC-1DCD-BC72979561E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3" name="직선 연결선 360">
                <a:extLst>
                  <a:ext uri="{FF2B5EF4-FFF2-40B4-BE49-F238E27FC236}">
                    <a16:creationId xmlns:a16="http://schemas.microsoft.com/office/drawing/2014/main" id="{BBEA9150-6F90-CD89-22EE-CB378F5E1BD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5" name="직선 연결선 361">
                <a:extLst>
                  <a:ext uri="{FF2B5EF4-FFF2-40B4-BE49-F238E27FC236}">
                    <a16:creationId xmlns:a16="http://schemas.microsoft.com/office/drawing/2014/main" id="{F07A42EA-B121-0A3F-39CF-3C23485FAAC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29" name="직선 연결선 363">
              <a:extLst>
                <a:ext uri="{FF2B5EF4-FFF2-40B4-BE49-F238E27FC236}">
                  <a16:creationId xmlns:a16="http://schemas.microsoft.com/office/drawing/2014/main" id="{0B091F9F-0BC4-62A6-8117-EF394A6BCBE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36" name="직선 연결선 351">
            <a:extLst>
              <a:ext uri="{FF2B5EF4-FFF2-40B4-BE49-F238E27FC236}">
                <a16:creationId xmlns:a16="http://schemas.microsoft.com/office/drawing/2014/main" id="{F6FD5DBB-7E94-EAF9-28FA-21799D71C0E7}"/>
              </a:ext>
            </a:extLst>
          </p:cNvPr>
          <p:cNvCxnSpPr>
            <a:cxnSpLocks/>
          </p:cNvCxnSpPr>
          <p:nvPr/>
        </p:nvCxnSpPr>
        <p:spPr>
          <a:xfrm>
            <a:off x="9080043" y="19410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7" name="직선 연결선 351">
            <a:extLst>
              <a:ext uri="{FF2B5EF4-FFF2-40B4-BE49-F238E27FC236}">
                <a16:creationId xmlns:a16="http://schemas.microsoft.com/office/drawing/2014/main" id="{C240F96F-3AEE-6AC6-31EA-692E349FE05F}"/>
              </a:ext>
            </a:extLst>
          </p:cNvPr>
          <p:cNvCxnSpPr>
            <a:cxnSpLocks/>
          </p:cNvCxnSpPr>
          <p:nvPr/>
        </p:nvCxnSpPr>
        <p:spPr>
          <a:xfrm>
            <a:off x="9082190" y="2184017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8" name="직선 연결선[R] 1037">
            <a:extLst>
              <a:ext uri="{FF2B5EF4-FFF2-40B4-BE49-F238E27FC236}">
                <a16:creationId xmlns:a16="http://schemas.microsoft.com/office/drawing/2014/main" id="{FECEE3FA-5A97-891D-CCA9-817E0F891A9D}"/>
              </a:ext>
            </a:extLst>
          </p:cNvPr>
          <p:cNvCxnSpPr>
            <a:cxnSpLocks/>
          </p:cNvCxnSpPr>
          <p:nvPr/>
        </p:nvCxnSpPr>
        <p:spPr>
          <a:xfrm flipH="1">
            <a:off x="7308188" y="1279379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40" name="그룹 1039">
            <a:extLst>
              <a:ext uri="{FF2B5EF4-FFF2-40B4-BE49-F238E27FC236}">
                <a16:creationId xmlns:a16="http://schemas.microsoft.com/office/drawing/2014/main" id="{43250731-D964-FFBF-30B9-05F9360DF05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11355" y="1091006"/>
            <a:ext cx="57088" cy="108000"/>
            <a:chOff x="7604467" y="2108611"/>
            <a:chExt cx="122239" cy="239471"/>
          </a:xfrm>
        </p:grpSpPr>
        <p:grpSp>
          <p:nvGrpSpPr>
            <p:cNvPr id="1041" name="그룹 1040">
              <a:extLst>
                <a:ext uri="{FF2B5EF4-FFF2-40B4-BE49-F238E27FC236}">
                  <a16:creationId xmlns:a16="http://schemas.microsoft.com/office/drawing/2014/main" id="{04A82DB9-45E4-8411-F24B-B1D99FF6D781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45" name="직선 연결선 359">
                <a:extLst>
                  <a:ext uri="{FF2B5EF4-FFF2-40B4-BE49-F238E27FC236}">
                    <a16:creationId xmlns:a16="http://schemas.microsoft.com/office/drawing/2014/main" id="{3959DAB8-C0A0-EE20-D7F1-B4E449B2D06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46" name="직선 연결선 360">
                <a:extLst>
                  <a:ext uri="{FF2B5EF4-FFF2-40B4-BE49-F238E27FC236}">
                    <a16:creationId xmlns:a16="http://schemas.microsoft.com/office/drawing/2014/main" id="{8A2B6F14-467F-11B3-991F-39049FEFE7D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48" name="직선 연결선 361">
                <a:extLst>
                  <a:ext uri="{FF2B5EF4-FFF2-40B4-BE49-F238E27FC236}">
                    <a16:creationId xmlns:a16="http://schemas.microsoft.com/office/drawing/2014/main" id="{727E24E2-13C3-88F2-1242-548CD1E00BF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43" name="직선 연결선 363">
              <a:extLst>
                <a:ext uri="{FF2B5EF4-FFF2-40B4-BE49-F238E27FC236}">
                  <a16:creationId xmlns:a16="http://schemas.microsoft.com/office/drawing/2014/main" id="{47357F8A-660A-6753-CC42-F3B3F308E8E6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49" name="그룹 1048">
            <a:extLst>
              <a:ext uri="{FF2B5EF4-FFF2-40B4-BE49-F238E27FC236}">
                <a16:creationId xmlns:a16="http://schemas.microsoft.com/office/drawing/2014/main" id="{1648758C-6474-0C44-4AB0-1FCB8732983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8188" y="1225717"/>
            <a:ext cx="57088" cy="108000"/>
            <a:chOff x="7604467" y="2108611"/>
            <a:chExt cx="122239" cy="239471"/>
          </a:xfrm>
        </p:grpSpPr>
        <p:grpSp>
          <p:nvGrpSpPr>
            <p:cNvPr id="1051" name="그룹 1050">
              <a:extLst>
                <a:ext uri="{FF2B5EF4-FFF2-40B4-BE49-F238E27FC236}">
                  <a16:creationId xmlns:a16="http://schemas.microsoft.com/office/drawing/2014/main" id="{D7056EC4-DEC0-7509-691A-F414448E8DBB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54" name="직선 연결선 359">
                <a:extLst>
                  <a:ext uri="{FF2B5EF4-FFF2-40B4-BE49-F238E27FC236}">
                    <a16:creationId xmlns:a16="http://schemas.microsoft.com/office/drawing/2014/main" id="{76527818-AC22-1068-8363-9D28EA13DDC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55" name="직선 연결선 360">
                <a:extLst>
                  <a:ext uri="{FF2B5EF4-FFF2-40B4-BE49-F238E27FC236}">
                    <a16:creationId xmlns:a16="http://schemas.microsoft.com/office/drawing/2014/main" id="{67879554-81A2-26AC-D611-C1171F35167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56" name="직선 연결선 361">
                <a:extLst>
                  <a:ext uri="{FF2B5EF4-FFF2-40B4-BE49-F238E27FC236}">
                    <a16:creationId xmlns:a16="http://schemas.microsoft.com/office/drawing/2014/main" id="{D48C68EA-36BC-55F8-1913-CBB2D250442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52" name="직선 연결선 363">
              <a:extLst>
                <a:ext uri="{FF2B5EF4-FFF2-40B4-BE49-F238E27FC236}">
                  <a16:creationId xmlns:a16="http://schemas.microsoft.com/office/drawing/2014/main" id="{0491746A-574F-4B47-BD78-65958B101E61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57" name="직선 연결선 351">
            <a:extLst>
              <a:ext uri="{FF2B5EF4-FFF2-40B4-BE49-F238E27FC236}">
                <a16:creationId xmlns:a16="http://schemas.microsoft.com/office/drawing/2014/main" id="{844F2A29-9490-7043-90CB-D8AD88845D89}"/>
              </a:ext>
            </a:extLst>
          </p:cNvPr>
          <p:cNvCxnSpPr>
            <a:cxnSpLocks/>
          </p:cNvCxnSpPr>
          <p:nvPr/>
        </p:nvCxnSpPr>
        <p:spPr>
          <a:xfrm>
            <a:off x="7799882" y="109015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직선 연결선 351">
            <a:extLst>
              <a:ext uri="{FF2B5EF4-FFF2-40B4-BE49-F238E27FC236}">
                <a16:creationId xmlns:a16="http://schemas.microsoft.com/office/drawing/2014/main" id="{3835506C-97C8-BBB6-EA60-568B1DC610AF}"/>
              </a:ext>
            </a:extLst>
          </p:cNvPr>
          <p:cNvCxnSpPr>
            <a:cxnSpLocks/>
          </p:cNvCxnSpPr>
          <p:nvPr/>
        </p:nvCxnSpPr>
        <p:spPr>
          <a:xfrm>
            <a:off x="7796875" y="1225717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60" name="그룹 1059">
            <a:extLst>
              <a:ext uri="{FF2B5EF4-FFF2-40B4-BE49-F238E27FC236}">
                <a16:creationId xmlns:a16="http://schemas.microsoft.com/office/drawing/2014/main" id="{C1F0C4EC-2E35-E4DB-F4E1-54E8A5CD45B2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5631072" y="3616926"/>
            <a:ext cx="70242" cy="108000"/>
            <a:chOff x="7604467" y="2108611"/>
            <a:chExt cx="122239" cy="239471"/>
          </a:xfrm>
        </p:grpSpPr>
        <p:grpSp>
          <p:nvGrpSpPr>
            <p:cNvPr id="1061" name="그룹 1060">
              <a:extLst>
                <a:ext uri="{FF2B5EF4-FFF2-40B4-BE49-F238E27FC236}">
                  <a16:creationId xmlns:a16="http://schemas.microsoft.com/office/drawing/2014/main" id="{C300D6AE-963B-9737-7A85-24FAD67C62E0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64" name="직선 연결선 359">
                <a:extLst>
                  <a:ext uri="{FF2B5EF4-FFF2-40B4-BE49-F238E27FC236}">
                    <a16:creationId xmlns:a16="http://schemas.microsoft.com/office/drawing/2014/main" id="{F55C4271-FF42-5619-A3F5-2140711A4DF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65" name="직선 연결선 360">
                <a:extLst>
                  <a:ext uri="{FF2B5EF4-FFF2-40B4-BE49-F238E27FC236}">
                    <a16:creationId xmlns:a16="http://schemas.microsoft.com/office/drawing/2014/main" id="{3E463A8F-DED7-E4C7-3FC0-48B57407EB0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66" name="직선 연결선 361">
                <a:extLst>
                  <a:ext uri="{FF2B5EF4-FFF2-40B4-BE49-F238E27FC236}">
                    <a16:creationId xmlns:a16="http://schemas.microsoft.com/office/drawing/2014/main" id="{A3C9D630-5C6A-14C8-1F41-0807A64E365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63" name="직선 연결선 363">
              <a:extLst>
                <a:ext uri="{FF2B5EF4-FFF2-40B4-BE49-F238E27FC236}">
                  <a16:creationId xmlns:a16="http://schemas.microsoft.com/office/drawing/2014/main" id="{2EFC8293-5B0F-C202-C8D5-8E2E83E91DA9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68" name="직선 연결선 351">
            <a:extLst>
              <a:ext uri="{FF2B5EF4-FFF2-40B4-BE49-F238E27FC236}">
                <a16:creationId xmlns:a16="http://schemas.microsoft.com/office/drawing/2014/main" id="{21733485-E76A-C946-A59C-38AABF858CC0}"/>
              </a:ext>
            </a:extLst>
          </p:cNvPr>
          <p:cNvCxnSpPr>
            <a:cxnSpLocks/>
          </p:cNvCxnSpPr>
          <p:nvPr/>
        </p:nvCxnSpPr>
        <p:spPr>
          <a:xfrm>
            <a:off x="5613906" y="329055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71" name="그룹 1070">
            <a:extLst>
              <a:ext uri="{FF2B5EF4-FFF2-40B4-BE49-F238E27FC236}">
                <a16:creationId xmlns:a16="http://schemas.microsoft.com/office/drawing/2014/main" id="{F728B802-081E-6B08-900B-2029EA3721CF}"/>
              </a:ext>
            </a:extLst>
          </p:cNvPr>
          <p:cNvGrpSpPr>
            <a:grpSpLocks noChangeAspect="1"/>
          </p:cNvGrpSpPr>
          <p:nvPr/>
        </p:nvGrpSpPr>
        <p:grpSpPr>
          <a:xfrm>
            <a:off x="7795317" y="3870916"/>
            <a:ext cx="70242" cy="108000"/>
            <a:chOff x="7604467" y="2108611"/>
            <a:chExt cx="122239" cy="239471"/>
          </a:xfrm>
        </p:grpSpPr>
        <p:grpSp>
          <p:nvGrpSpPr>
            <p:cNvPr id="1072" name="그룹 1071">
              <a:extLst>
                <a:ext uri="{FF2B5EF4-FFF2-40B4-BE49-F238E27FC236}">
                  <a16:creationId xmlns:a16="http://schemas.microsoft.com/office/drawing/2014/main" id="{C92CEC7F-64DA-5FFD-054D-C14E586868C6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76" name="직선 연결선 359">
                <a:extLst>
                  <a:ext uri="{FF2B5EF4-FFF2-40B4-BE49-F238E27FC236}">
                    <a16:creationId xmlns:a16="http://schemas.microsoft.com/office/drawing/2014/main" id="{CB7C25A9-1DC8-8CAB-B9F9-8F830DE3639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77" name="직선 연결선 360">
                <a:extLst>
                  <a:ext uri="{FF2B5EF4-FFF2-40B4-BE49-F238E27FC236}">
                    <a16:creationId xmlns:a16="http://schemas.microsoft.com/office/drawing/2014/main" id="{859D209E-7490-DCE4-C187-4821548D8CF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78" name="직선 연결선 361">
                <a:extLst>
                  <a:ext uri="{FF2B5EF4-FFF2-40B4-BE49-F238E27FC236}">
                    <a16:creationId xmlns:a16="http://schemas.microsoft.com/office/drawing/2014/main" id="{75616082-BF59-33A1-AEDE-28012BB7BC1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74" name="직선 연결선 363">
              <a:extLst>
                <a:ext uri="{FF2B5EF4-FFF2-40B4-BE49-F238E27FC236}">
                  <a16:creationId xmlns:a16="http://schemas.microsoft.com/office/drawing/2014/main" id="{9831C45F-72D8-8DCB-74CE-49090BFA828A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79" name="직선 연결선 351">
            <a:extLst>
              <a:ext uri="{FF2B5EF4-FFF2-40B4-BE49-F238E27FC236}">
                <a16:creationId xmlns:a16="http://schemas.microsoft.com/office/drawing/2014/main" id="{F6DB62A8-0217-0705-3721-388C01B7A111}"/>
              </a:ext>
            </a:extLst>
          </p:cNvPr>
          <p:cNvCxnSpPr>
            <a:cxnSpLocks/>
          </p:cNvCxnSpPr>
          <p:nvPr/>
        </p:nvCxnSpPr>
        <p:spPr>
          <a:xfrm>
            <a:off x="6086474" y="387041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80" name="그룹 1079">
            <a:extLst>
              <a:ext uri="{FF2B5EF4-FFF2-40B4-BE49-F238E27FC236}">
                <a16:creationId xmlns:a16="http://schemas.microsoft.com/office/drawing/2014/main" id="{EB5989C4-5948-4AB1-E55F-8C4374B0A12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10414" y="5526708"/>
            <a:ext cx="57088" cy="108000"/>
            <a:chOff x="7604467" y="2108611"/>
            <a:chExt cx="122239" cy="239471"/>
          </a:xfrm>
        </p:grpSpPr>
        <p:grpSp>
          <p:nvGrpSpPr>
            <p:cNvPr id="1081" name="그룹 1080">
              <a:extLst>
                <a:ext uri="{FF2B5EF4-FFF2-40B4-BE49-F238E27FC236}">
                  <a16:creationId xmlns:a16="http://schemas.microsoft.com/office/drawing/2014/main" id="{A04A5992-ED10-4DD4-D15E-8FC1AEBC0334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83" name="직선 연결선 359">
                <a:extLst>
                  <a:ext uri="{FF2B5EF4-FFF2-40B4-BE49-F238E27FC236}">
                    <a16:creationId xmlns:a16="http://schemas.microsoft.com/office/drawing/2014/main" id="{3B878F1B-B4AA-33C6-F354-474133B9FB1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4" name="직선 연결선 360">
                <a:extLst>
                  <a:ext uri="{FF2B5EF4-FFF2-40B4-BE49-F238E27FC236}">
                    <a16:creationId xmlns:a16="http://schemas.microsoft.com/office/drawing/2014/main" id="{33A32DB9-4167-238D-47F9-3CF01A17B5E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5" name="직선 연결선 361">
                <a:extLst>
                  <a:ext uri="{FF2B5EF4-FFF2-40B4-BE49-F238E27FC236}">
                    <a16:creationId xmlns:a16="http://schemas.microsoft.com/office/drawing/2014/main" id="{6D98B760-D33B-2C43-D3AB-2432AEBD798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82" name="직선 연결선 363">
              <a:extLst>
                <a:ext uri="{FF2B5EF4-FFF2-40B4-BE49-F238E27FC236}">
                  <a16:creationId xmlns:a16="http://schemas.microsoft.com/office/drawing/2014/main" id="{F5D61641-B82D-00A6-C90F-391C6514A231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86" name="그룹 1085">
            <a:extLst>
              <a:ext uri="{FF2B5EF4-FFF2-40B4-BE49-F238E27FC236}">
                <a16:creationId xmlns:a16="http://schemas.microsoft.com/office/drawing/2014/main" id="{F95B391E-A98D-75F1-CC58-4EBF4C4150B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8188" y="5665619"/>
            <a:ext cx="57088" cy="108000"/>
            <a:chOff x="7604467" y="2108611"/>
            <a:chExt cx="122239" cy="239471"/>
          </a:xfrm>
        </p:grpSpPr>
        <p:grpSp>
          <p:nvGrpSpPr>
            <p:cNvPr id="1087" name="그룹 1086">
              <a:extLst>
                <a:ext uri="{FF2B5EF4-FFF2-40B4-BE49-F238E27FC236}">
                  <a16:creationId xmlns:a16="http://schemas.microsoft.com/office/drawing/2014/main" id="{DA27E11C-82C1-7865-7FA2-02817F720CDD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769" name="직선 연결선 359">
                <a:extLst>
                  <a:ext uri="{FF2B5EF4-FFF2-40B4-BE49-F238E27FC236}">
                    <a16:creationId xmlns:a16="http://schemas.microsoft.com/office/drawing/2014/main" id="{61367701-67CB-4A0E-6D66-4F099513934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0" name="직선 연결선 360">
                <a:extLst>
                  <a:ext uri="{FF2B5EF4-FFF2-40B4-BE49-F238E27FC236}">
                    <a16:creationId xmlns:a16="http://schemas.microsoft.com/office/drawing/2014/main" id="{254F6C95-4147-74D2-3A6C-6BA62A61446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1" name="직선 연결선 361">
                <a:extLst>
                  <a:ext uri="{FF2B5EF4-FFF2-40B4-BE49-F238E27FC236}">
                    <a16:creationId xmlns:a16="http://schemas.microsoft.com/office/drawing/2014/main" id="{A109840D-B96C-2F26-7B9F-D247D473699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68" name="직선 연결선 363">
              <a:extLst>
                <a:ext uri="{FF2B5EF4-FFF2-40B4-BE49-F238E27FC236}">
                  <a16:creationId xmlns:a16="http://schemas.microsoft.com/office/drawing/2014/main" id="{76736FE6-E5D5-286B-AD3E-C486C4E2FAA6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72" name="직선 연결선 351">
            <a:extLst>
              <a:ext uri="{FF2B5EF4-FFF2-40B4-BE49-F238E27FC236}">
                <a16:creationId xmlns:a16="http://schemas.microsoft.com/office/drawing/2014/main" id="{EB33863B-A230-AA49-D047-A17BE3B0E7AE}"/>
              </a:ext>
            </a:extLst>
          </p:cNvPr>
          <p:cNvCxnSpPr>
            <a:cxnSpLocks/>
          </p:cNvCxnSpPr>
          <p:nvPr/>
        </p:nvCxnSpPr>
        <p:spPr>
          <a:xfrm>
            <a:off x="7809440" y="3074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3" name="직선 연결선 351">
            <a:extLst>
              <a:ext uri="{FF2B5EF4-FFF2-40B4-BE49-F238E27FC236}">
                <a16:creationId xmlns:a16="http://schemas.microsoft.com/office/drawing/2014/main" id="{50CFB1CA-244A-9EC4-6363-9734102D59E4}"/>
              </a:ext>
            </a:extLst>
          </p:cNvPr>
          <p:cNvCxnSpPr>
            <a:cxnSpLocks/>
          </p:cNvCxnSpPr>
          <p:nvPr/>
        </p:nvCxnSpPr>
        <p:spPr>
          <a:xfrm>
            <a:off x="7815022" y="566811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74" name="그룹 773">
            <a:extLst>
              <a:ext uri="{FF2B5EF4-FFF2-40B4-BE49-F238E27FC236}">
                <a16:creationId xmlns:a16="http://schemas.microsoft.com/office/drawing/2014/main" id="{9E8D285F-87FD-480F-C9B1-5B952356B4B0}"/>
              </a:ext>
            </a:extLst>
          </p:cNvPr>
          <p:cNvGrpSpPr>
            <a:grpSpLocks noChangeAspect="1"/>
          </p:cNvGrpSpPr>
          <p:nvPr/>
        </p:nvGrpSpPr>
        <p:grpSpPr>
          <a:xfrm>
            <a:off x="6531100" y="5663355"/>
            <a:ext cx="57088" cy="108000"/>
            <a:chOff x="7604467" y="2108611"/>
            <a:chExt cx="122239" cy="239471"/>
          </a:xfrm>
        </p:grpSpPr>
        <p:grpSp>
          <p:nvGrpSpPr>
            <p:cNvPr id="775" name="그룹 774">
              <a:extLst>
                <a:ext uri="{FF2B5EF4-FFF2-40B4-BE49-F238E27FC236}">
                  <a16:creationId xmlns:a16="http://schemas.microsoft.com/office/drawing/2014/main" id="{70D7D10A-E819-4102-A0E7-82161038A01B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777" name="직선 연결선 359">
                <a:extLst>
                  <a:ext uri="{FF2B5EF4-FFF2-40B4-BE49-F238E27FC236}">
                    <a16:creationId xmlns:a16="http://schemas.microsoft.com/office/drawing/2014/main" id="{1099C51F-41BC-BEE3-742E-6C7A658C966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8" name="직선 연결선 360">
                <a:extLst>
                  <a:ext uri="{FF2B5EF4-FFF2-40B4-BE49-F238E27FC236}">
                    <a16:creationId xmlns:a16="http://schemas.microsoft.com/office/drawing/2014/main" id="{E2C12381-065E-171D-5EA0-76D8686C180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9" name="직선 연결선 361">
                <a:extLst>
                  <a:ext uri="{FF2B5EF4-FFF2-40B4-BE49-F238E27FC236}">
                    <a16:creationId xmlns:a16="http://schemas.microsoft.com/office/drawing/2014/main" id="{CCCCD90F-A56F-3784-7448-6B98DA0D272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76" name="직선 연결선 363">
              <a:extLst>
                <a:ext uri="{FF2B5EF4-FFF2-40B4-BE49-F238E27FC236}">
                  <a16:creationId xmlns:a16="http://schemas.microsoft.com/office/drawing/2014/main" id="{C5A5B367-3F6F-5D4F-863F-FDDED126E485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80" name="직선 연결선 351">
            <a:extLst>
              <a:ext uri="{FF2B5EF4-FFF2-40B4-BE49-F238E27FC236}">
                <a16:creationId xmlns:a16="http://schemas.microsoft.com/office/drawing/2014/main" id="{57A2B17B-7078-F387-6335-2439DDC7EF54}"/>
              </a:ext>
            </a:extLst>
          </p:cNvPr>
          <p:cNvCxnSpPr>
            <a:cxnSpLocks/>
          </p:cNvCxnSpPr>
          <p:nvPr/>
        </p:nvCxnSpPr>
        <p:spPr>
          <a:xfrm>
            <a:off x="4637536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81" name="그룹 780">
            <a:extLst>
              <a:ext uri="{FF2B5EF4-FFF2-40B4-BE49-F238E27FC236}">
                <a16:creationId xmlns:a16="http://schemas.microsoft.com/office/drawing/2014/main" id="{3F52E18F-D74C-38BE-32DD-E8501289F4DE}"/>
              </a:ext>
            </a:extLst>
          </p:cNvPr>
          <p:cNvGrpSpPr>
            <a:grpSpLocks noChangeAspect="1"/>
          </p:cNvGrpSpPr>
          <p:nvPr/>
        </p:nvGrpSpPr>
        <p:grpSpPr>
          <a:xfrm>
            <a:off x="10357692" y="5780852"/>
            <a:ext cx="70242" cy="108000"/>
            <a:chOff x="7604467" y="2108611"/>
            <a:chExt cx="122239" cy="239471"/>
          </a:xfrm>
        </p:grpSpPr>
        <p:grpSp>
          <p:nvGrpSpPr>
            <p:cNvPr id="782" name="그룹 781">
              <a:extLst>
                <a:ext uri="{FF2B5EF4-FFF2-40B4-BE49-F238E27FC236}">
                  <a16:creationId xmlns:a16="http://schemas.microsoft.com/office/drawing/2014/main" id="{A16F803F-8216-4D68-7B27-B20133FC0640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784" name="직선 연결선 359">
                <a:extLst>
                  <a:ext uri="{FF2B5EF4-FFF2-40B4-BE49-F238E27FC236}">
                    <a16:creationId xmlns:a16="http://schemas.microsoft.com/office/drawing/2014/main" id="{CE3C5F06-5654-C846-9156-BA1AB087591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5" name="직선 연결선 360">
                <a:extLst>
                  <a:ext uri="{FF2B5EF4-FFF2-40B4-BE49-F238E27FC236}">
                    <a16:creationId xmlns:a16="http://schemas.microsoft.com/office/drawing/2014/main" id="{D859FB02-BF4C-C176-233B-23BC4473E97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8" name="직선 연결선 361">
                <a:extLst>
                  <a:ext uri="{FF2B5EF4-FFF2-40B4-BE49-F238E27FC236}">
                    <a16:creationId xmlns:a16="http://schemas.microsoft.com/office/drawing/2014/main" id="{AEB6EF64-6AC0-5052-20C3-0BD53E77702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83" name="직선 연결선 363">
              <a:extLst>
                <a:ext uri="{FF2B5EF4-FFF2-40B4-BE49-F238E27FC236}">
                  <a16:creationId xmlns:a16="http://schemas.microsoft.com/office/drawing/2014/main" id="{1F43A906-80BA-9CAE-CB20-430467ED4A7B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89" name="직선 연결선 351">
            <a:extLst>
              <a:ext uri="{FF2B5EF4-FFF2-40B4-BE49-F238E27FC236}">
                <a16:creationId xmlns:a16="http://schemas.microsoft.com/office/drawing/2014/main" id="{3A93327E-2A0B-C08D-51F8-C92C284F0C27}"/>
              </a:ext>
            </a:extLst>
          </p:cNvPr>
          <p:cNvCxnSpPr>
            <a:cxnSpLocks/>
          </p:cNvCxnSpPr>
          <p:nvPr/>
        </p:nvCxnSpPr>
        <p:spPr>
          <a:xfrm>
            <a:off x="8657888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8" name="직선 연결선 351">
            <a:extLst>
              <a:ext uri="{FF2B5EF4-FFF2-40B4-BE49-F238E27FC236}">
                <a16:creationId xmlns:a16="http://schemas.microsoft.com/office/drawing/2014/main" id="{68A7D2D5-AE83-2F09-B046-E5036E7A60DC}"/>
              </a:ext>
            </a:extLst>
          </p:cNvPr>
          <p:cNvCxnSpPr>
            <a:cxnSpLocks/>
          </p:cNvCxnSpPr>
          <p:nvPr/>
        </p:nvCxnSpPr>
        <p:spPr>
          <a:xfrm>
            <a:off x="5253037" y="386892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12" name="그룹 811">
            <a:extLst>
              <a:ext uri="{FF2B5EF4-FFF2-40B4-BE49-F238E27FC236}">
                <a16:creationId xmlns:a16="http://schemas.microsoft.com/office/drawing/2014/main" id="{A59AA38C-E460-DB92-8B5B-76F1EBE0D518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0759390" y="3691847"/>
            <a:ext cx="57088" cy="108000"/>
            <a:chOff x="7604467" y="2108611"/>
            <a:chExt cx="122239" cy="239471"/>
          </a:xfrm>
        </p:grpSpPr>
        <p:grpSp>
          <p:nvGrpSpPr>
            <p:cNvPr id="813" name="그룹 812">
              <a:extLst>
                <a:ext uri="{FF2B5EF4-FFF2-40B4-BE49-F238E27FC236}">
                  <a16:creationId xmlns:a16="http://schemas.microsoft.com/office/drawing/2014/main" id="{B7E0F81A-D49C-1AFE-5F68-69AC20C5F84B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816" name="직선 연결선 359">
                <a:extLst>
                  <a:ext uri="{FF2B5EF4-FFF2-40B4-BE49-F238E27FC236}">
                    <a16:creationId xmlns:a16="http://schemas.microsoft.com/office/drawing/2014/main" id="{345BDDBF-2CC9-5406-9C18-CC62C52547E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23" name="직선 연결선 360">
                <a:extLst>
                  <a:ext uri="{FF2B5EF4-FFF2-40B4-BE49-F238E27FC236}">
                    <a16:creationId xmlns:a16="http://schemas.microsoft.com/office/drawing/2014/main" id="{C8D6EF56-A321-977F-E517-179A8CBE246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24" name="직선 연결선 361">
                <a:extLst>
                  <a:ext uri="{FF2B5EF4-FFF2-40B4-BE49-F238E27FC236}">
                    <a16:creationId xmlns:a16="http://schemas.microsoft.com/office/drawing/2014/main" id="{2A87A6A4-0EB0-E64B-A1FC-E8BCB022891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14" name="직선 연결선 363">
              <a:extLst>
                <a:ext uri="{FF2B5EF4-FFF2-40B4-BE49-F238E27FC236}">
                  <a16:creationId xmlns:a16="http://schemas.microsoft.com/office/drawing/2014/main" id="{E1C0650D-99F6-FBB5-5588-C3942F77120D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25" name="직선 연결선 351">
            <a:extLst>
              <a:ext uri="{FF2B5EF4-FFF2-40B4-BE49-F238E27FC236}">
                <a16:creationId xmlns:a16="http://schemas.microsoft.com/office/drawing/2014/main" id="{A8A4BA27-A6BF-1A74-A298-85AC795241C4}"/>
              </a:ext>
            </a:extLst>
          </p:cNvPr>
          <p:cNvCxnSpPr>
            <a:cxnSpLocks/>
          </p:cNvCxnSpPr>
          <p:nvPr/>
        </p:nvCxnSpPr>
        <p:spPr>
          <a:xfrm>
            <a:off x="10733934" y="412452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27" name="그룹 826">
            <a:extLst>
              <a:ext uri="{FF2B5EF4-FFF2-40B4-BE49-F238E27FC236}">
                <a16:creationId xmlns:a16="http://schemas.microsoft.com/office/drawing/2014/main" id="{EE44AE4B-414B-570A-A440-12FED1943C5B}"/>
              </a:ext>
            </a:extLst>
          </p:cNvPr>
          <p:cNvGrpSpPr>
            <a:grpSpLocks noChangeAspect="1"/>
          </p:cNvGrpSpPr>
          <p:nvPr/>
        </p:nvGrpSpPr>
        <p:grpSpPr>
          <a:xfrm>
            <a:off x="10279867" y="3407717"/>
            <a:ext cx="148067" cy="108000"/>
            <a:chOff x="7409659" y="2902132"/>
            <a:chExt cx="317047" cy="239471"/>
          </a:xfrm>
        </p:grpSpPr>
        <p:grpSp>
          <p:nvGrpSpPr>
            <p:cNvPr id="830" name="그룹 829">
              <a:extLst>
                <a:ext uri="{FF2B5EF4-FFF2-40B4-BE49-F238E27FC236}">
                  <a16:creationId xmlns:a16="http://schemas.microsoft.com/office/drawing/2014/main" id="{F48EC670-809B-D02F-C996-B3C88D27F38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37" name="직선 연결선 322">
                <a:extLst>
                  <a:ext uri="{FF2B5EF4-FFF2-40B4-BE49-F238E27FC236}">
                    <a16:creationId xmlns:a16="http://schemas.microsoft.com/office/drawing/2014/main" id="{5AA5C069-B74B-7237-1AE1-911A4F5066F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8" name="직선 연결선 323">
                <a:extLst>
                  <a:ext uri="{FF2B5EF4-FFF2-40B4-BE49-F238E27FC236}">
                    <a16:creationId xmlns:a16="http://schemas.microsoft.com/office/drawing/2014/main" id="{AA4A08CB-CD9D-8DA7-DD72-FE662F601C8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9" name="직선 연결선 324">
                <a:extLst>
                  <a:ext uri="{FF2B5EF4-FFF2-40B4-BE49-F238E27FC236}">
                    <a16:creationId xmlns:a16="http://schemas.microsoft.com/office/drawing/2014/main" id="{511C2BFD-DFFA-B39E-03A8-E8A360BA788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31" name="직선 연결선 326">
              <a:extLst>
                <a:ext uri="{FF2B5EF4-FFF2-40B4-BE49-F238E27FC236}">
                  <a16:creationId xmlns:a16="http://schemas.microsoft.com/office/drawing/2014/main" id="{0C5205F5-A3DA-05E0-5A99-571649C4A02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32" name="타원 831">
              <a:extLst>
                <a:ext uri="{FF2B5EF4-FFF2-40B4-BE49-F238E27FC236}">
                  <a16:creationId xmlns:a16="http://schemas.microsoft.com/office/drawing/2014/main" id="{668399A6-8EB8-3D0A-ECCC-4590AF6B4BF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41" name="그룹 840">
            <a:extLst>
              <a:ext uri="{FF2B5EF4-FFF2-40B4-BE49-F238E27FC236}">
                <a16:creationId xmlns:a16="http://schemas.microsoft.com/office/drawing/2014/main" id="{24730F9D-4702-8FC4-F72C-C2E44B412901}"/>
              </a:ext>
            </a:extLst>
          </p:cNvPr>
          <p:cNvGrpSpPr>
            <a:grpSpLocks noChangeAspect="1"/>
          </p:cNvGrpSpPr>
          <p:nvPr/>
        </p:nvGrpSpPr>
        <p:grpSpPr>
          <a:xfrm>
            <a:off x="10281455" y="3522751"/>
            <a:ext cx="148067" cy="108000"/>
            <a:chOff x="7409659" y="2902132"/>
            <a:chExt cx="317047" cy="239471"/>
          </a:xfrm>
        </p:grpSpPr>
        <p:grpSp>
          <p:nvGrpSpPr>
            <p:cNvPr id="845" name="그룹 844">
              <a:extLst>
                <a:ext uri="{FF2B5EF4-FFF2-40B4-BE49-F238E27FC236}">
                  <a16:creationId xmlns:a16="http://schemas.microsoft.com/office/drawing/2014/main" id="{69233687-7372-C224-E5E2-C2F5E28B2D8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48" name="직선 연결선 322">
                <a:extLst>
                  <a:ext uri="{FF2B5EF4-FFF2-40B4-BE49-F238E27FC236}">
                    <a16:creationId xmlns:a16="http://schemas.microsoft.com/office/drawing/2014/main" id="{B44073FE-EC11-5D07-FD1C-C8903A297E5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0" name="직선 연결선 323">
                <a:extLst>
                  <a:ext uri="{FF2B5EF4-FFF2-40B4-BE49-F238E27FC236}">
                    <a16:creationId xmlns:a16="http://schemas.microsoft.com/office/drawing/2014/main" id="{411D1FBF-BB20-A8AA-E0F4-E5521A1A60E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1" name="직선 연결선 324">
                <a:extLst>
                  <a:ext uri="{FF2B5EF4-FFF2-40B4-BE49-F238E27FC236}">
                    <a16:creationId xmlns:a16="http://schemas.microsoft.com/office/drawing/2014/main" id="{7BE0EEBE-2114-BC66-B9AE-DA2DCA0A5AE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46" name="직선 연결선 326">
              <a:extLst>
                <a:ext uri="{FF2B5EF4-FFF2-40B4-BE49-F238E27FC236}">
                  <a16:creationId xmlns:a16="http://schemas.microsoft.com/office/drawing/2014/main" id="{09B35484-C9FE-0D70-31EF-C424DA0BC27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7" name="타원 846">
              <a:extLst>
                <a:ext uri="{FF2B5EF4-FFF2-40B4-BE49-F238E27FC236}">
                  <a16:creationId xmlns:a16="http://schemas.microsoft.com/office/drawing/2014/main" id="{734EB1F8-8A6B-2AD1-587E-760C1E94641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56" name="그룹 855">
            <a:extLst>
              <a:ext uri="{FF2B5EF4-FFF2-40B4-BE49-F238E27FC236}">
                <a16:creationId xmlns:a16="http://schemas.microsoft.com/office/drawing/2014/main" id="{3399A91C-6D83-BD84-4BDA-E65A291D6832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0515046" y="3739392"/>
            <a:ext cx="148067" cy="108000"/>
            <a:chOff x="7409659" y="2902132"/>
            <a:chExt cx="317047" cy="239471"/>
          </a:xfrm>
        </p:grpSpPr>
        <p:grpSp>
          <p:nvGrpSpPr>
            <p:cNvPr id="857" name="그룹 856">
              <a:extLst>
                <a:ext uri="{FF2B5EF4-FFF2-40B4-BE49-F238E27FC236}">
                  <a16:creationId xmlns:a16="http://schemas.microsoft.com/office/drawing/2014/main" id="{CF0912DB-4C5F-1EA1-10E2-58E957F0D73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63" name="직선 연결선 322">
                <a:extLst>
                  <a:ext uri="{FF2B5EF4-FFF2-40B4-BE49-F238E27FC236}">
                    <a16:creationId xmlns:a16="http://schemas.microsoft.com/office/drawing/2014/main" id="{C67F598D-CDA6-2827-530B-F6B2DF2AA9D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4" name="직선 연결선 323">
                <a:extLst>
                  <a:ext uri="{FF2B5EF4-FFF2-40B4-BE49-F238E27FC236}">
                    <a16:creationId xmlns:a16="http://schemas.microsoft.com/office/drawing/2014/main" id="{766A7983-DA95-9F7B-2234-67B28A132E2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5" name="직선 연결선 324">
                <a:extLst>
                  <a:ext uri="{FF2B5EF4-FFF2-40B4-BE49-F238E27FC236}">
                    <a16:creationId xmlns:a16="http://schemas.microsoft.com/office/drawing/2014/main" id="{0FD4D44E-E233-71D8-E348-CD119192724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59" name="직선 연결선 326">
              <a:extLst>
                <a:ext uri="{FF2B5EF4-FFF2-40B4-BE49-F238E27FC236}">
                  <a16:creationId xmlns:a16="http://schemas.microsoft.com/office/drawing/2014/main" id="{06A00005-B574-6352-EA17-DB723838226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60" name="타원 859">
              <a:extLst>
                <a:ext uri="{FF2B5EF4-FFF2-40B4-BE49-F238E27FC236}">
                  <a16:creationId xmlns:a16="http://schemas.microsoft.com/office/drawing/2014/main" id="{6848EB7A-2756-4E56-7FD8-AA9DCC5E643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867" name="직선 연결선 351">
            <a:extLst>
              <a:ext uri="{FF2B5EF4-FFF2-40B4-BE49-F238E27FC236}">
                <a16:creationId xmlns:a16="http://schemas.microsoft.com/office/drawing/2014/main" id="{00773F75-2377-14B0-1010-8135FAED61BB}"/>
              </a:ext>
            </a:extLst>
          </p:cNvPr>
          <p:cNvCxnSpPr>
            <a:cxnSpLocks/>
          </p:cNvCxnSpPr>
          <p:nvPr/>
        </p:nvCxnSpPr>
        <p:spPr>
          <a:xfrm>
            <a:off x="9916414" y="386686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8" name="직선 연결선 351">
            <a:extLst>
              <a:ext uri="{FF2B5EF4-FFF2-40B4-BE49-F238E27FC236}">
                <a16:creationId xmlns:a16="http://schemas.microsoft.com/office/drawing/2014/main" id="{44C02509-935F-2FA1-53E1-9140B46C69B7}"/>
              </a:ext>
            </a:extLst>
          </p:cNvPr>
          <p:cNvCxnSpPr>
            <a:cxnSpLocks/>
          </p:cNvCxnSpPr>
          <p:nvPr/>
        </p:nvCxnSpPr>
        <p:spPr>
          <a:xfrm>
            <a:off x="8387831" y="364638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4" name="직선 연결선 351">
            <a:extLst>
              <a:ext uri="{FF2B5EF4-FFF2-40B4-BE49-F238E27FC236}">
                <a16:creationId xmlns:a16="http://schemas.microsoft.com/office/drawing/2014/main" id="{FA51D5FB-87FF-8A82-8242-A265527C7E6D}"/>
              </a:ext>
            </a:extLst>
          </p:cNvPr>
          <p:cNvCxnSpPr>
            <a:cxnSpLocks/>
          </p:cNvCxnSpPr>
          <p:nvPr/>
        </p:nvCxnSpPr>
        <p:spPr>
          <a:xfrm>
            <a:off x="5799439" y="36473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75" name="그룹 874">
            <a:extLst>
              <a:ext uri="{FF2B5EF4-FFF2-40B4-BE49-F238E27FC236}">
                <a16:creationId xmlns:a16="http://schemas.microsoft.com/office/drawing/2014/main" id="{ACBECE94-28E3-1CFF-2873-901CFA552537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68747" y="5955362"/>
            <a:ext cx="148067" cy="108000"/>
            <a:chOff x="7409659" y="2902132"/>
            <a:chExt cx="317047" cy="239471"/>
          </a:xfrm>
        </p:grpSpPr>
        <p:grpSp>
          <p:nvGrpSpPr>
            <p:cNvPr id="877" name="그룹 876">
              <a:extLst>
                <a:ext uri="{FF2B5EF4-FFF2-40B4-BE49-F238E27FC236}">
                  <a16:creationId xmlns:a16="http://schemas.microsoft.com/office/drawing/2014/main" id="{E5299FB1-DC95-E316-897F-AEB1AFEA302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81" name="직선 연결선 322">
                <a:extLst>
                  <a:ext uri="{FF2B5EF4-FFF2-40B4-BE49-F238E27FC236}">
                    <a16:creationId xmlns:a16="http://schemas.microsoft.com/office/drawing/2014/main" id="{A8D19AF4-B076-6DF1-6845-6C5480F3522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2" name="직선 연결선 323">
                <a:extLst>
                  <a:ext uri="{FF2B5EF4-FFF2-40B4-BE49-F238E27FC236}">
                    <a16:creationId xmlns:a16="http://schemas.microsoft.com/office/drawing/2014/main" id="{EF19EFEB-24CB-8E41-46A4-FE7954BDA2F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4" name="직선 연결선 324">
                <a:extLst>
                  <a:ext uri="{FF2B5EF4-FFF2-40B4-BE49-F238E27FC236}">
                    <a16:creationId xmlns:a16="http://schemas.microsoft.com/office/drawing/2014/main" id="{DEA6F0E3-CA20-D197-B488-CCCBD769BBA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78" name="직선 연결선 326">
              <a:extLst>
                <a:ext uri="{FF2B5EF4-FFF2-40B4-BE49-F238E27FC236}">
                  <a16:creationId xmlns:a16="http://schemas.microsoft.com/office/drawing/2014/main" id="{4DAC576B-C023-0BBE-EED0-6A94CB0D679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80" name="타원 879">
              <a:extLst>
                <a:ext uri="{FF2B5EF4-FFF2-40B4-BE49-F238E27FC236}">
                  <a16:creationId xmlns:a16="http://schemas.microsoft.com/office/drawing/2014/main" id="{4BEBADBE-F600-A9ED-1E6D-953FEF91D2E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885" name="직선 연결선 351">
            <a:extLst>
              <a:ext uri="{FF2B5EF4-FFF2-40B4-BE49-F238E27FC236}">
                <a16:creationId xmlns:a16="http://schemas.microsoft.com/office/drawing/2014/main" id="{41A2FEF0-ED6F-898E-BB3D-80549E2BC755}"/>
              </a:ext>
            </a:extLst>
          </p:cNvPr>
          <p:cNvCxnSpPr>
            <a:cxnSpLocks/>
          </p:cNvCxnSpPr>
          <p:nvPr/>
        </p:nvCxnSpPr>
        <p:spPr>
          <a:xfrm>
            <a:off x="3955710" y="597732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7" name="직선 연결선 351">
            <a:extLst>
              <a:ext uri="{FF2B5EF4-FFF2-40B4-BE49-F238E27FC236}">
                <a16:creationId xmlns:a16="http://schemas.microsoft.com/office/drawing/2014/main" id="{CD6D76F9-2589-8CDC-132B-80F6B414A15A}"/>
              </a:ext>
            </a:extLst>
          </p:cNvPr>
          <p:cNvCxnSpPr>
            <a:cxnSpLocks/>
          </p:cNvCxnSpPr>
          <p:nvPr/>
        </p:nvCxnSpPr>
        <p:spPr>
          <a:xfrm>
            <a:off x="5258830" y="606263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88" name="그룹 887">
            <a:extLst>
              <a:ext uri="{FF2B5EF4-FFF2-40B4-BE49-F238E27FC236}">
                <a16:creationId xmlns:a16="http://schemas.microsoft.com/office/drawing/2014/main" id="{4E1BC2A1-2AFF-CC6A-9822-A968E9F0477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8151" y="4158316"/>
            <a:ext cx="57088" cy="108000"/>
            <a:chOff x="7604467" y="2108611"/>
            <a:chExt cx="122239" cy="239471"/>
          </a:xfrm>
        </p:grpSpPr>
        <p:grpSp>
          <p:nvGrpSpPr>
            <p:cNvPr id="890" name="그룹 889">
              <a:extLst>
                <a:ext uri="{FF2B5EF4-FFF2-40B4-BE49-F238E27FC236}">
                  <a16:creationId xmlns:a16="http://schemas.microsoft.com/office/drawing/2014/main" id="{54DDE0F2-A895-17FF-67C2-5D1745BFDD5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893" name="직선 연결선 359">
                <a:extLst>
                  <a:ext uri="{FF2B5EF4-FFF2-40B4-BE49-F238E27FC236}">
                    <a16:creationId xmlns:a16="http://schemas.microsoft.com/office/drawing/2014/main" id="{724EF330-5F87-15DA-8DD3-BB3821C104F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8" name="직선 연결선 360">
                <a:extLst>
                  <a:ext uri="{FF2B5EF4-FFF2-40B4-BE49-F238E27FC236}">
                    <a16:creationId xmlns:a16="http://schemas.microsoft.com/office/drawing/2014/main" id="{936D96CD-EF0A-7887-8988-C74B825438D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9" name="직선 연결선 361">
                <a:extLst>
                  <a:ext uri="{FF2B5EF4-FFF2-40B4-BE49-F238E27FC236}">
                    <a16:creationId xmlns:a16="http://schemas.microsoft.com/office/drawing/2014/main" id="{582E29E0-95C7-F17A-1634-30C313C1AC3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92" name="직선 연결선 363">
              <a:extLst>
                <a:ext uri="{FF2B5EF4-FFF2-40B4-BE49-F238E27FC236}">
                  <a16:creationId xmlns:a16="http://schemas.microsoft.com/office/drawing/2014/main" id="{D9FC8C00-BF6B-DB4B-8DB7-7BC00BAF0E1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90" name="그룹 1089">
            <a:extLst>
              <a:ext uri="{FF2B5EF4-FFF2-40B4-BE49-F238E27FC236}">
                <a16:creationId xmlns:a16="http://schemas.microsoft.com/office/drawing/2014/main" id="{F3DEB857-5B91-B971-F163-94EF0E30F1C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35080" y="5658592"/>
            <a:ext cx="57088" cy="108000"/>
            <a:chOff x="7604467" y="2108611"/>
            <a:chExt cx="122239" cy="239471"/>
          </a:xfrm>
        </p:grpSpPr>
        <p:grpSp>
          <p:nvGrpSpPr>
            <p:cNvPr id="1091" name="그룹 1090">
              <a:extLst>
                <a:ext uri="{FF2B5EF4-FFF2-40B4-BE49-F238E27FC236}">
                  <a16:creationId xmlns:a16="http://schemas.microsoft.com/office/drawing/2014/main" id="{C403AA7D-2904-1893-D990-B2CF899360A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93" name="직선 연결선 359">
                <a:extLst>
                  <a:ext uri="{FF2B5EF4-FFF2-40B4-BE49-F238E27FC236}">
                    <a16:creationId xmlns:a16="http://schemas.microsoft.com/office/drawing/2014/main" id="{1B091C2E-94E0-8699-99FB-A97E905E489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4" name="직선 연결선 360">
                <a:extLst>
                  <a:ext uri="{FF2B5EF4-FFF2-40B4-BE49-F238E27FC236}">
                    <a16:creationId xmlns:a16="http://schemas.microsoft.com/office/drawing/2014/main" id="{25436F1F-5373-4475-8AE5-64E1AF5448C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5" name="직선 연결선 361">
                <a:extLst>
                  <a:ext uri="{FF2B5EF4-FFF2-40B4-BE49-F238E27FC236}">
                    <a16:creationId xmlns:a16="http://schemas.microsoft.com/office/drawing/2014/main" id="{EB320A01-FD6B-6CF4-58E1-00829A29581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92" name="직선 연결선 363">
              <a:extLst>
                <a:ext uri="{FF2B5EF4-FFF2-40B4-BE49-F238E27FC236}">
                  <a16:creationId xmlns:a16="http://schemas.microsoft.com/office/drawing/2014/main" id="{D870385C-F806-4C7D-B778-7AEB69A54A4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96" name="그룹 1095">
            <a:extLst>
              <a:ext uri="{FF2B5EF4-FFF2-40B4-BE49-F238E27FC236}">
                <a16:creationId xmlns:a16="http://schemas.microsoft.com/office/drawing/2014/main" id="{D3FDF982-456C-2AD8-0DAA-982BF844C1FC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32978" y="6075176"/>
            <a:ext cx="57088" cy="108000"/>
            <a:chOff x="7604467" y="2108611"/>
            <a:chExt cx="122239" cy="239471"/>
          </a:xfrm>
        </p:grpSpPr>
        <p:grpSp>
          <p:nvGrpSpPr>
            <p:cNvPr id="1097" name="그룹 1096">
              <a:extLst>
                <a:ext uri="{FF2B5EF4-FFF2-40B4-BE49-F238E27FC236}">
                  <a16:creationId xmlns:a16="http://schemas.microsoft.com/office/drawing/2014/main" id="{2753D0C9-EA3F-07C9-8B1F-A535F4D1F65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99" name="직선 연결선 359">
                <a:extLst>
                  <a:ext uri="{FF2B5EF4-FFF2-40B4-BE49-F238E27FC236}">
                    <a16:creationId xmlns:a16="http://schemas.microsoft.com/office/drawing/2014/main" id="{8AE549A6-AD69-A963-F2BA-90BA97729E0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0" name="직선 연결선 360">
                <a:extLst>
                  <a:ext uri="{FF2B5EF4-FFF2-40B4-BE49-F238E27FC236}">
                    <a16:creationId xmlns:a16="http://schemas.microsoft.com/office/drawing/2014/main" id="{3F79D469-D347-E02A-CDEB-6F1B5A36BFC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1" name="직선 연결선 361">
                <a:extLst>
                  <a:ext uri="{FF2B5EF4-FFF2-40B4-BE49-F238E27FC236}">
                    <a16:creationId xmlns:a16="http://schemas.microsoft.com/office/drawing/2014/main" id="{D45EE016-4085-0555-72C3-F776E5EE274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98" name="직선 연결선 363">
              <a:extLst>
                <a:ext uri="{FF2B5EF4-FFF2-40B4-BE49-F238E27FC236}">
                  <a16:creationId xmlns:a16="http://schemas.microsoft.com/office/drawing/2014/main" id="{1316FE30-2268-ED69-6F88-7A07146EAD7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02" name="그룹 1101">
            <a:extLst>
              <a:ext uri="{FF2B5EF4-FFF2-40B4-BE49-F238E27FC236}">
                <a16:creationId xmlns:a16="http://schemas.microsoft.com/office/drawing/2014/main" id="{D51818E7-1E6A-B284-3DD7-66424964711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31539" y="5072535"/>
            <a:ext cx="57088" cy="108000"/>
            <a:chOff x="7604467" y="2108611"/>
            <a:chExt cx="122239" cy="239471"/>
          </a:xfrm>
        </p:grpSpPr>
        <p:grpSp>
          <p:nvGrpSpPr>
            <p:cNvPr id="1103" name="그룹 1102">
              <a:extLst>
                <a:ext uri="{FF2B5EF4-FFF2-40B4-BE49-F238E27FC236}">
                  <a16:creationId xmlns:a16="http://schemas.microsoft.com/office/drawing/2014/main" id="{4AB35968-7F5D-419E-9206-A232DA9C98A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05" name="직선 연결선 359">
                <a:extLst>
                  <a:ext uri="{FF2B5EF4-FFF2-40B4-BE49-F238E27FC236}">
                    <a16:creationId xmlns:a16="http://schemas.microsoft.com/office/drawing/2014/main" id="{7FF147E0-13FD-D5FF-A65A-4FE30306764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6" name="직선 연결선 360">
                <a:extLst>
                  <a:ext uri="{FF2B5EF4-FFF2-40B4-BE49-F238E27FC236}">
                    <a16:creationId xmlns:a16="http://schemas.microsoft.com/office/drawing/2014/main" id="{A0C03F86-F272-23C2-7073-CB2E5F85195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7" name="직선 연결선 361">
                <a:extLst>
                  <a:ext uri="{FF2B5EF4-FFF2-40B4-BE49-F238E27FC236}">
                    <a16:creationId xmlns:a16="http://schemas.microsoft.com/office/drawing/2014/main" id="{7B2BC0FA-581B-2607-245D-11404EB535B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04" name="직선 연결선 363">
              <a:extLst>
                <a:ext uri="{FF2B5EF4-FFF2-40B4-BE49-F238E27FC236}">
                  <a16:creationId xmlns:a16="http://schemas.microsoft.com/office/drawing/2014/main" id="{EA871989-B4C4-FD33-F7BE-4DACBDDE1F9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09" name="직선 연결선 351">
            <a:extLst>
              <a:ext uri="{FF2B5EF4-FFF2-40B4-BE49-F238E27FC236}">
                <a16:creationId xmlns:a16="http://schemas.microsoft.com/office/drawing/2014/main" id="{07652872-5173-3F9D-3F70-BA1C3FE24544}"/>
              </a:ext>
            </a:extLst>
          </p:cNvPr>
          <p:cNvCxnSpPr>
            <a:cxnSpLocks/>
          </p:cNvCxnSpPr>
          <p:nvPr/>
        </p:nvCxnSpPr>
        <p:spPr>
          <a:xfrm>
            <a:off x="3821190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0" name="직선 연결선 351">
            <a:extLst>
              <a:ext uri="{FF2B5EF4-FFF2-40B4-BE49-F238E27FC236}">
                <a16:creationId xmlns:a16="http://schemas.microsoft.com/office/drawing/2014/main" id="{3A5DE634-C5DD-C5D9-49CD-E6BCD9BDA8C5}"/>
              </a:ext>
            </a:extLst>
          </p:cNvPr>
          <p:cNvCxnSpPr>
            <a:cxnSpLocks/>
          </p:cNvCxnSpPr>
          <p:nvPr/>
        </p:nvCxnSpPr>
        <p:spPr>
          <a:xfrm>
            <a:off x="3821190" y="55272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3" name="직선 연결선 351">
            <a:extLst>
              <a:ext uri="{FF2B5EF4-FFF2-40B4-BE49-F238E27FC236}">
                <a16:creationId xmlns:a16="http://schemas.microsoft.com/office/drawing/2014/main" id="{897F3C8B-F6BD-12F6-2402-3CED47489AE5}"/>
              </a:ext>
            </a:extLst>
          </p:cNvPr>
          <p:cNvCxnSpPr>
            <a:cxnSpLocks/>
          </p:cNvCxnSpPr>
          <p:nvPr/>
        </p:nvCxnSpPr>
        <p:spPr>
          <a:xfrm>
            <a:off x="4094229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14" name="그룹 1113">
            <a:extLst>
              <a:ext uri="{FF2B5EF4-FFF2-40B4-BE49-F238E27FC236}">
                <a16:creationId xmlns:a16="http://schemas.microsoft.com/office/drawing/2014/main" id="{15D0CDBE-7887-12E9-E89B-6EBA0381EA9B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196462" y="5911526"/>
            <a:ext cx="57088" cy="108000"/>
            <a:chOff x="7604467" y="2108611"/>
            <a:chExt cx="122239" cy="239471"/>
          </a:xfrm>
        </p:grpSpPr>
        <p:grpSp>
          <p:nvGrpSpPr>
            <p:cNvPr id="1115" name="그룹 1114">
              <a:extLst>
                <a:ext uri="{FF2B5EF4-FFF2-40B4-BE49-F238E27FC236}">
                  <a16:creationId xmlns:a16="http://schemas.microsoft.com/office/drawing/2014/main" id="{A71D38D2-D232-21B2-2537-47441BA67309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17" name="직선 연결선 359">
                <a:extLst>
                  <a:ext uri="{FF2B5EF4-FFF2-40B4-BE49-F238E27FC236}">
                    <a16:creationId xmlns:a16="http://schemas.microsoft.com/office/drawing/2014/main" id="{517D1AF2-5FC7-AC2B-09BB-425A58BC89D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8" name="직선 연결선 360">
                <a:extLst>
                  <a:ext uri="{FF2B5EF4-FFF2-40B4-BE49-F238E27FC236}">
                    <a16:creationId xmlns:a16="http://schemas.microsoft.com/office/drawing/2014/main" id="{8B5D78C1-B8D3-87A6-A609-B6E6F658990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9" name="직선 연결선 361">
                <a:extLst>
                  <a:ext uri="{FF2B5EF4-FFF2-40B4-BE49-F238E27FC236}">
                    <a16:creationId xmlns:a16="http://schemas.microsoft.com/office/drawing/2014/main" id="{CDBC83E1-D993-0E0B-D63E-B5E2D7F27AB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16" name="직선 연결선 363">
              <a:extLst>
                <a:ext uri="{FF2B5EF4-FFF2-40B4-BE49-F238E27FC236}">
                  <a16:creationId xmlns:a16="http://schemas.microsoft.com/office/drawing/2014/main" id="{0D45F9A2-623E-4BB1-26C6-E145F142FC2A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20" name="직선 연결선 351">
            <a:extLst>
              <a:ext uri="{FF2B5EF4-FFF2-40B4-BE49-F238E27FC236}">
                <a16:creationId xmlns:a16="http://schemas.microsoft.com/office/drawing/2014/main" id="{E2655A8A-ADEC-B4E2-74F5-6DDEFDA141A2}"/>
              </a:ext>
            </a:extLst>
          </p:cNvPr>
          <p:cNvCxnSpPr>
            <a:cxnSpLocks/>
          </p:cNvCxnSpPr>
          <p:nvPr/>
        </p:nvCxnSpPr>
        <p:spPr>
          <a:xfrm>
            <a:off x="4176855" y="629228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1" name="직선 연결선 351">
            <a:extLst>
              <a:ext uri="{FF2B5EF4-FFF2-40B4-BE49-F238E27FC236}">
                <a16:creationId xmlns:a16="http://schemas.microsoft.com/office/drawing/2014/main" id="{C9E45247-38A9-2D4A-CB6B-E09F95F26959}"/>
              </a:ext>
            </a:extLst>
          </p:cNvPr>
          <p:cNvCxnSpPr>
            <a:cxnSpLocks/>
          </p:cNvCxnSpPr>
          <p:nvPr/>
        </p:nvCxnSpPr>
        <p:spPr>
          <a:xfrm>
            <a:off x="4263255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22" name="그룹 1121">
            <a:extLst>
              <a:ext uri="{FF2B5EF4-FFF2-40B4-BE49-F238E27FC236}">
                <a16:creationId xmlns:a16="http://schemas.microsoft.com/office/drawing/2014/main" id="{68B6A0CF-E9D7-A0A7-5C26-B05C1759703D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85762" y="2756384"/>
            <a:ext cx="57088" cy="108000"/>
            <a:chOff x="7604467" y="2108611"/>
            <a:chExt cx="122239" cy="239471"/>
          </a:xfrm>
        </p:grpSpPr>
        <p:grpSp>
          <p:nvGrpSpPr>
            <p:cNvPr id="1123" name="그룹 1122">
              <a:extLst>
                <a:ext uri="{FF2B5EF4-FFF2-40B4-BE49-F238E27FC236}">
                  <a16:creationId xmlns:a16="http://schemas.microsoft.com/office/drawing/2014/main" id="{00BB6B38-F0F2-C0CD-5522-FF5310CCBAC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25" name="직선 연결선 359">
                <a:extLst>
                  <a:ext uri="{FF2B5EF4-FFF2-40B4-BE49-F238E27FC236}">
                    <a16:creationId xmlns:a16="http://schemas.microsoft.com/office/drawing/2014/main" id="{99CDD9DD-8D8C-D510-6D18-4AD33A5B2A6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26" name="직선 연결선 360">
                <a:extLst>
                  <a:ext uri="{FF2B5EF4-FFF2-40B4-BE49-F238E27FC236}">
                    <a16:creationId xmlns:a16="http://schemas.microsoft.com/office/drawing/2014/main" id="{6FB5C044-B5DF-20BD-9991-757A4D4208E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27" name="직선 연결선 361">
                <a:extLst>
                  <a:ext uri="{FF2B5EF4-FFF2-40B4-BE49-F238E27FC236}">
                    <a16:creationId xmlns:a16="http://schemas.microsoft.com/office/drawing/2014/main" id="{687368B1-C656-E948-1A7A-0D53960C068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24" name="직선 연결선 363">
              <a:extLst>
                <a:ext uri="{FF2B5EF4-FFF2-40B4-BE49-F238E27FC236}">
                  <a16:creationId xmlns:a16="http://schemas.microsoft.com/office/drawing/2014/main" id="{98D01061-036A-8572-4D4F-04E108EEC46A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28" name="그룹 1127">
            <a:extLst>
              <a:ext uri="{FF2B5EF4-FFF2-40B4-BE49-F238E27FC236}">
                <a16:creationId xmlns:a16="http://schemas.microsoft.com/office/drawing/2014/main" id="{81793577-56BE-EF31-0ADE-9A0776F90D7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590766" y="2503450"/>
            <a:ext cx="57088" cy="108000"/>
            <a:chOff x="7604467" y="2108611"/>
            <a:chExt cx="122239" cy="239471"/>
          </a:xfrm>
        </p:grpSpPr>
        <p:grpSp>
          <p:nvGrpSpPr>
            <p:cNvPr id="1129" name="그룹 1128">
              <a:extLst>
                <a:ext uri="{FF2B5EF4-FFF2-40B4-BE49-F238E27FC236}">
                  <a16:creationId xmlns:a16="http://schemas.microsoft.com/office/drawing/2014/main" id="{4EE1F2F2-894E-8830-E9C0-1594EFBA075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31" name="직선 연결선 359">
                <a:extLst>
                  <a:ext uri="{FF2B5EF4-FFF2-40B4-BE49-F238E27FC236}">
                    <a16:creationId xmlns:a16="http://schemas.microsoft.com/office/drawing/2014/main" id="{E606E745-0123-29B9-0FF5-1F3EF46453A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32" name="직선 연결선 360">
                <a:extLst>
                  <a:ext uri="{FF2B5EF4-FFF2-40B4-BE49-F238E27FC236}">
                    <a16:creationId xmlns:a16="http://schemas.microsoft.com/office/drawing/2014/main" id="{1F2763C5-6F9D-A03F-9F5A-5BC6597DFFE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33" name="직선 연결선 361">
                <a:extLst>
                  <a:ext uri="{FF2B5EF4-FFF2-40B4-BE49-F238E27FC236}">
                    <a16:creationId xmlns:a16="http://schemas.microsoft.com/office/drawing/2014/main" id="{0AAA28C4-7AEF-EE4A-B92A-C80FA64607F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0" name="직선 연결선 363">
              <a:extLst>
                <a:ext uri="{FF2B5EF4-FFF2-40B4-BE49-F238E27FC236}">
                  <a16:creationId xmlns:a16="http://schemas.microsoft.com/office/drawing/2014/main" id="{33FA2792-81FD-24D9-0805-EB8498CE3ED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34" name="직선 연결선 351">
            <a:extLst>
              <a:ext uri="{FF2B5EF4-FFF2-40B4-BE49-F238E27FC236}">
                <a16:creationId xmlns:a16="http://schemas.microsoft.com/office/drawing/2014/main" id="{C795CA89-8B81-E953-8677-7DFEA6DD610D}"/>
              </a:ext>
            </a:extLst>
          </p:cNvPr>
          <p:cNvCxnSpPr>
            <a:cxnSpLocks/>
          </p:cNvCxnSpPr>
          <p:nvPr/>
        </p:nvCxnSpPr>
        <p:spPr>
          <a:xfrm>
            <a:off x="7976465" y="27318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36" name="그룹 1135">
            <a:extLst>
              <a:ext uri="{FF2B5EF4-FFF2-40B4-BE49-F238E27FC236}">
                <a16:creationId xmlns:a16="http://schemas.microsoft.com/office/drawing/2014/main" id="{04122A82-9B06-AE00-A2F0-4E367379E7CD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707718" y="4523273"/>
            <a:ext cx="57088" cy="108000"/>
            <a:chOff x="7604467" y="2108611"/>
            <a:chExt cx="122239" cy="239471"/>
          </a:xfrm>
        </p:grpSpPr>
        <p:grpSp>
          <p:nvGrpSpPr>
            <p:cNvPr id="1137" name="그룹 1136">
              <a:extLst>
                <a:ext uri="{FF2B5EF4-FFF2-40B4-BE49-F238E27FC236}">
                  <a16:creationId xmlns:a16="http://schemas.microsoft.com/office/drawing/2014/main" id="{2254CB15-CC90-A52D-AF0D-B6063F1CC75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39" name="직선 연결선 359">
                <a:extLst>
                  <a:ext uri="{FF2B5EF4-FFF2-40B4-BE49-F238E27FC236}">
                    <a16:creationId xmlns:a16="http://schemas.microsoft.com/office/drawing/2014/main" id="{2C60C3C3-BA39-5732-59DC-1F46BF58783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0" name="직선 연결선 360">
                <a:extLst>
                  <a:ext uri="{FF2B5EF4-FFF2-40B4-BE49-F238E27FC236}">
                    <a16:creationId xmlns:a16="http://schemas.microsoft.com/office/drawing/2014/main" id="{154B9F2F-F92C-AB43-2170-86D8800957A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1" name="직선 연결선 361">
                <a:extLst>
                  <a:ext uri="{FF2B5EF4-FFF2-40B4-BE49-F238E27FC236}">
                    <a16:creationId xmlns:a16="http://schemas.microsoft.com/office/drawing/2014/main" id="{170EF4A0-62D1-77B6-CE29-0BC36346438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8" name="직선 연결선 363">
              <a:extLst>
                <a:ext uri="{FF2B5EF4-FFF2-40B4-BE49-F238E27FC236}">
                  <a16:creationId xmlns:a16="http://schemas.microsoft.com/office/drawing/2014/main" id="{D24F9BDA-766D-5F41-03BE-CC1E8F1C5DAF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42" name="직선 연결선 351">
            <a:extLst>
              <a:ext uri="{FF2B5EF4-FFF2-40B4-BE49-F238E27FC236}">
                <a16:creationId xmlns:a16="http://schemas.microsoft.com/office/drawing/2014/main" id="{03361364-384E-95F0-A6FE-B661516E71D9}"/>
              </a:ext>
            </a:extLst>
          </p:cNvPr>
          <p:cNvCxnSpPr>
            <a:cxnSpLocks/>
          </p:cNvCxnSpPr>
          <p:nvPr/>
        </p:nvCxnSpPr>
        <p:spPr>
          <a:xfrm>
            <a:off x="4442780" y="283966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46" name="그룹 1145">
            <a:extLst>
              <a:ext uri="{FF2B5EF4-FFF2-40B4-BE49-F238E27FC236}">
                <a16:creationId xmlns:a16="http://schemas.microsoft.com/office/drawing/2014/main" id="{18D955A6-CAEF-D454-A04D-FD0C5AC2F82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6919644" y="5011645"/>
            <a:ext cx="57088" cy="108000"/>
            <a:chOff x="7604467" y="2108611"/>
            <a:chExt cx="122239" cy="239471"/>
          </a:xfrm>
        </p:grpSpPr>
        <p:grpSp>
          <p:nvGrpSpPr>
            <p:cNvPr id="1147" name="그룹 1146">
              <a:extLst>
                <a:ext uri="{FF2B5EF4-FFF2-40B4-BE49-F238E27FC236}">
                  <a16:creationId xmlns:a16="http://schemas.microsoft.com/office/drawing/2014/main" id="{1AA3CF74-6881-54DA-403F-829170DFAD4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49" name="직선 연결선 359">
                <a:extLst>
                  <a:ext uri="{FF2B5EF4-FFF2-40B4-BE49-F238E27FC236}">
                    <a16:creationId xmlns:a16="http://schemas.microsoft.com/office/drawing/2014/main" id="{809B5D38-C1B3-5D66-E64A-70060D7A3E4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0" name="직선 연결선 360">
                <a:extLst>
                  <a:ext uri="{FF2B5EF4-FFF2-40B4-BE49-F238E27FC236}">
                    <a16:creationId xmlns:a16="http://schemas.microsoft.com/office/drawing/2014/main" id="{B954D9D6-5532-8842-36E2-1315900A8CA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1" name="직선 연결선 361">
                <a:extLst>
                  <a:ext uri="{FF2B5EF4-FFF2-40B4-BE49-F238E27FC236}">
                    <a16:creationId xmlns:a16="http://schemas.microsoft.com/office/drawing/2014/main" id="{EB341619-08AF-E838-9BD5-5DC78446212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48" name="직선 연결선 363">
              <a:extLst>
                <a:ext uri="{FF2B5EF4-FFF2-40B4-BE49-F238E27FC236}">
                  <a16:creationId xmlns:a16="http://schemas.microsoft.com/office/drawing/2014/main" id="{BD91EF40-496A-A924-F803-7F76F18D036F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52" name="직선 연결선 351">
            <a:extLst>
              <a:ext uri="{FF2B5EF4-FFF2-40B4-BE49-F238E27FC236}">
                <a16:creationId xmlns:a16="http://schemas.microsoft.com/office/drawing/2014/main" id="{2915488D-F57E-D992-6457-10BC80F748D2}"/>
              </a:ext>
            </a:extLst>
          </p:cNvPr>
          <p:cNvCxnSpPr>
            <a:cxnSpLocks/>
          </p:cNvCxnSpPr>
          <p:nvPr/>
        </p:nvCxnSpPr>
        <p:spPr>
          <a:xfrm>
            <a:off x="7980416" y="545198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53" name="그룹 1152">
            <a:extLst>
              <a:ext uri="{FF2B5EF4-FFF2-40B4-BE49-F238E27FC236}">
                <a16:creationId xmlns:a16="http://schemas.microsoft.com/office/drawing/2014/main" id="{EAEC08E8-B79E-F376-A159-DB72E8F7A375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086982" y="4522557"/>
            <a:ext cx="57088" cy="108000"/>
            <a:chOff x="7604467" y="2108611"/>
            <a:chExt cx="122239" cy="239471"/>
          </a:xfrm>
        </p:grpSpPr>
        <p:grpSp>
          <p:nvGrpSpPr>
            <p:cNvPr id="1154" name="그룹 1153">
              <a:extLst>
                <a:ext uri="{FF2B5EF4-FFF2-40B4-BE49-F238E27FC236}">
                  <a16:creationId xmlns:a16="http://schemas.microsoft.com/office/drawing/2014/main" id="{DC6B84D2-DE2C-5DE1-4D8A-6C11C5151FE2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56" name="직선 연결선 359">
                <a:extLst>
                  <a:ext uri="{FF2B5EF4-FFF2-40B4-BE49-F238E27FC236}">
                    <a16:creationId xmlns:a16="http://schemas.microsoft.com/office/drawing/2014/main" id="{363028CE-186C-6903-8D63-27F17DE9805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7" name="직선 연결선 360">
                <a:extLst>
                  <a:ext uri="{FF2B5EF4-FFF2-40B4-BE49-F238E27FC236}">
                    <a16:creationId xmlns:a16="http://schemas.microsoft.com/office/drawing/2014/main" id="{2EB2F532-1A1D-90BF-2FB1-CAD9870A136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8" name="직선 연결선 361">
                <a:extLst>
                  <a:ext uri="{FF2B5EF4-FFF2-40B4-BE49-F238E27FC236}">
                    <a16:creationId xmlns:a16="http://schemas.microsoft.com/office/drawing/2014/main" id="{24A89134-9D32-DFD1-733C-F720BD22815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55" name="직선 연결선 363">
              <a:extLst>
                <a:ext uri="{FF2B5EF4-FFF2-40B4-BE49-F238E27FC236}">
                  <a16:creationId xmlns:a16="http://schemas.microsoft.com/office/drawing/2014/main" id="{19E903B0-DFBB-9038-1037-C023065BD5DC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59" name="직선 연결선 351">
            <a:extLst>
              <a:ext uri="{FF2B5EF4-FFF2-40B4-BE49-F238E27FC236}">
                <a16:creationId xmlns:a16="http://schemas.microsoft.com/office/drawing/2014/main" id="{AD938784-4B58-371F-ADFF-5FAAC22A0C10}"/>
              </a:ext>
            </a:extLst>
          </p:cNvPr>
          <p:cNvCxnSpPr>
            <a:cxnSpLocks/>
          </p:cNvCxnSpPr>
          <p:nvPr/>
        </p:nvCxnSpPr>
        <p:spPr>
          <a:xfrm>
            <a:off x="7975450" y="329578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60" name="그룹 1159">
            <a:extLst>
              <a:ext uri="{FF2B5EF4-FFF2-40B4-BE49-F238E27FC236}">
                <a16:creationId xmlns:a16="http://schemas.microsoft.com/office/drawing/2014/main" id="{1D8E3D9E-DB33-AF3A-DC67-D2C2BED4F28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845763" y="2754037"/>
            <a:ext cx="57088" cy="108000"/>
            <a:chOff x="7604467" y="2108611"/>
            <a:chExt cx="122239" cy="239471"/>
          </a:xfrm>
        </p:grpSpPr>
        <p:grpSp>
          <p:nvGrpSpPr>
            <p:cNvPr id="1161" name="그룹 1160">
              <a:extLst>
                <a:ext uri="{FF2B5EF4-FFF2-40B4-BE49-F238E27FC236}">
                  <a16:creationId xmlns:a16="http://schemas.microsoft.com/office/drawing/2014/main" id="{EFEC8423-DDAA-983D-DFFA-ECE27C6D99D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63" name="직선 연결선 359">
                <a:extLst>
                  <a:ext uri="{FF2B5EF4-FFF2-40B4-BE49-F238E27FC236}">
                    <a16:creationId xmlns:a16="http://schemas.microsoft.com/office/drawing/2014/main" id="{70BAC03A-5901-99B1-E1DA-D83C5A59F9D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4" name="직선 연결선 360">
                <a:extLst>
                  <a:ext uri="{FF2B5EF4-FFF2-40B4-BE49-F238E27FC236}">
                    <a16:creationId xmlns:a16="http://schemas.microsoft.com/office/drawing/2014/main" id="{0CB75104-7DB4-622E-93DB-4E94B276418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5" name="직선 연결선 361">
                <a:extLst>
                  <a:ext uri="{FF2B5EF4-FFF2-40B4-BE49-F238E27FC236}">
                    <a16:creationId xmlns:a16="http://schemas.microsoft.com/office/drawing/2014/main" id="{F8CCE0EA-37AE-6263-979A-DFA98CB8B84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62" name="직선 연결선 363">
              <a:extLst>
                <a:ext uri="{FF2B5EF4-FFF2-40B4-BE49-F238E27FC236}">
                  <a16:creationId xmlns:a16="http://schemas.microsoft.com/office/drawing/2014/main" id="{6FC144F7-5B1D-AD4E-68AD-7A5F694B170C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66" name="직선 연결선 351">
            <a:extLst>
              <a:ext uri="{FF2B5EF4-FFF2-40B4-BE49-F238E27FC236}">
                <a16:creationId xmlns:a16="http://schemas.microsoft.com/office/drawing/2014/main" id="{59181CAD-D365-B23B-B05A-99B8FB216B1E}"/>
              </a:ext>
            </a:extLst>
          </p:cNvPr>
          <p:cNvCxnSpPr>
            <a:cxnSpLocks/>
          </p:cNvCxnSpPr>
          <p:nvPr/>
        </p:nvCxnSpPr>
        <p:spPr>
          <a:xfrm>
            <a:off x="2813490" y="31901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67" name="그룹 1166">
            <a:extLst>
              <a:ext uri="{FF2B5EF4-FFF2-40B4-BE49-F238E27FC236}">
                <a16:creationId xmlns:a16="http://schemas.microsoft.com/office/drawing/2014/main" id="{E0B338A2-EEDE-E14D-B280-89CB70CEB7E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2503450"/>
            <a:ext cx="57088" cy="108000"/>
            <a:chOff x="7604467" y="2108611"/>
            <a:chExt cx="122239" cy="239471"/>
          </a:xfrm>
        </p:grpSpPr>
        <p:grpSp>
          <p:nvGrpSpPr>
            <p:cNvPr id="1168" name="그룹 1167">
              <a:extLst>
                <a:ext uri="{FF2B5EF4-FFF2-40B4-BE49-F238E27FC236}">
                  <a16:creationId xmlns:a16="http://schemas.microsoft.com/office/drawing/2014/main" id="{A2F2967A-B68A-AF91-5A25-419045E9651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70" name="직선 연결선 359">
                <a:extLst>
                  <a:ext uri="{FF2B5EF4-FFF2-40B4-BE49-F238E27FC236}">
                    <a16:creationId xmlns:a16="http://schemas.microsoft.com/office/drawing/2014/main" id="{570B68B7-0509-5394-9F44-A03ED57A19E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1" name="직선 연결선 360">
                <a:extLst>
                  <a:ext uri="{FF2B5EF4-FFF2-40B4-BE49-F238E27FC236}">
                    <a16:creationId xmlns:a16="http://schemas.microsoft.com/office/drawing/2014/main" id="{DFFC495D-BCA7-81B2-073E-41FF23CD85D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2" name="직선 연결선 361">
                <a:extLst>
                  <a:ext uri="{FF2B5EF4-FFF2-40B4-BE49-F238E27FC236}">
                    <a16:creationId xmlns:a16="http://schemas.microsoft.com/office/drawing/2014/main" id="{356C5C16-9E0F-8445-E11B-8FCA4EBF0ED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69" name="직선 연결선 363">
              <a:extLst>
                <a:ext uri="{FF2B5EF4-FFF2-40B4-BE49-F238E27FC236}">
                  <a16:creationId xmlns:a16="http://schemas.microsoft.com/office/drawing/2014/main" id="{FB49F1B7-DF5C-065B-AD40-D9F5900C551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73" name="직선 연결선 351">
            <a:extLst>
              <a:ext uri="{FF2B5EF4-FFF2-40B4-BE49-F238E27FC236}">
                <a16:creationId xmlns:a16="http://schemas.microsoft.com/office/drawing/2014/main" id="{7E86A8C5-7EBE-0863-66DD-18F1C48E4813}"/>
              </a:ext>
            </a:extLst>
          </p:cNvPr>
          <p:cNvCxnSpPr>
            <a:cxnSpLocks/>
          </p:cNvCxnSpPr>
          <p:nvPr/>
        </p:nvCxnSpPr>
        <p:spPr>
          <a:xfrm>
            <a:off x="3810317" y="250607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5" name="직선 연결선[R] 1174">
            <a:extLst>
              <a:ext uri="{FF2B5EF4-FFF2-40B4-BE49-F238E27FC236}">
                <a16:creationId xmlns:a16="http://schemas.microsoft.com/office/drawing/2014/main" id="{C37F493D-45B2-A83C-88B0-7FD9A6A4C60E}"/>
              </a:ext>
            </a:extLst>
          </p:cNvPr>
          <p:cNvCxnSpPr>
            <a:cxnSpLocks/>
            <a:endCxn id="940" idx="3"/>
          </p:cNvCxnSpPr>
          <p:nvPr/>
        </p:nvCxnSpPr>
        <p:spPr>
          <a:xfrm flipH="1">
            <a:off x="3227490" y="2013431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직선 연결선[R] 1178">
            <a:extLst>
              <a:ext uri="{FF2B5EF4-FFF2-40B4-BE49-F238E27FC236}">
                <a16:creationId xmlns:a16="http://schemas.microsoft.com/office/drawing/2014/main" id="{AEAB4012-AE94-CCF6-39D3-6054A5C76C58}"/>
              </a:ext>
            </a:extLst>
          </p:cNvPr>
          <p:cNvCxnSpPr>
            <a:cxnSpLocks/>
          </p:cNvCxnSpPr>
          <p:nvPr/>
        </p:nvCxnSpPr>
        <p:spPr>
          <a:xfrm flipV="1">
            <a:off x="4004630" y="2013431"/>
            <a:ext cx="0" cy="3280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83" name="그룹 1182">
            <a:extLst>
              <a:ext uri="{FF2B5EF4-FFF2-40B4-BE49-F238E27FC236}">
                <a16:creationId xmlns:a16="http://schemas.microsoft.com/office/drawing/2014/main" id="{F71D3FEE-5F01-5F7B-D8C2-957F796F973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1961824"/>
            <a:ext cx="57088" cy="108000"/>
            <a:chOff x="7604467" y="2108611"/>
            <a:chExt cx="122239" cy="239471"/>
          </a:xfrm>
        </p:grpSpPr>
        <p:grpSp>
          <p:nvGrpSpPr>
            <p:cNvPr id="1184" name="그룹 1183">
              <a:extLst>
                <a:ext uri="{FF2B5EF4-FFF2-40B4-BE49-F238E27FC236}">
                  <a16:creationId xmlns:a16="http://schemas.microsoft.com/office/drawing/2014/main" id="{8F986435-9A40-523D-2272-BBED842B62B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86" name="직선 연결선 359">
                <a:extLst>
                  <a:ext uri="{FF2B5EF4-FFF2-40B4-BE49-F238E27FC236}">
                    <a16:creationId xmlns:a16="http://schemas.microsoft.com/office/drawing/2014/main" id="{D6FABD5B-778B-7DD7-2BB9-6FE09D924CD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7" name="직선 연결선 360">
                <a:extLst>
                  <a:ext uri="{FF2B5EF4-FFF2-40B4-BE49-F238E27FC236}">
                    <a16:creationId xmlns:a16="http://schemas.microsoft.com/office/drawing/2014/main" id="{C8748D83-84FD-B550-3E28-D79D68D7200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8" name="직선 연결선 361">
                <a:extLst>
                  <a:ext uri="{FF2B5EF4-FFF2-40B4-BE49-F238E27FC236}">
                    <a16:creationId xmlns:a16="http://schemas.microsoft.com/office/drawing/2014/main" id="{1E62910A-28C4-89FC-2B68-4BD284D49B7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85" name="직선 연결선 363">
              <a:extLst>
                <a:ext uri="{FF2B5EF4-FFF2-40B4-BE49-F238E27FC236}">
                  <a16:creationId xmlns:a16="http://schemas.microsoft.com/office/drawing/2014/main" id="{0123ECF7-24F5-5315-72A3-DFCEB18FBC86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89" name="직선 연결선 351">
            <a:extLst>
              <a:ext uri="{FF2B5EF4-FFF2-40B4-BE49-F238E27FC236}">
                <a16:creationId xmlns:a16="http://schemas.microsoft.com/office/drawing/2014/main" id="{9EA58D9B-BA3F-7348-C377-EA3C9A4790F2}"/>
              </a:ext>
            </a:extLst>
          </p:cNvPr>
          <p:cNvCxnSpPr>
            <a:cxnSpLocks/>
          </p:cNvCxnSpPr>
          <p:nvPr/>
        </p:nvCxnSpPr>
        <p:spPr>
          <a:xfrm>
            <a:off x="395063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90" name="그룹 1189">
            <a:extLst>
              <a:ext uri="{FF2B5EF4-FFF2-40B4-BE49-F238E27FC236}">
                <a16:creationId xmlns:a16="http://schemas.microsoft.com/office/drawing/2014/main" id="{04A57458-9ED1-2AAB-7D44-4B78493ADAAC}"/>
              </a:ext>
            </a:extLst>
          </p:cNvPr>
          <p:cNvGrpSpPr>
            <a:grpSpLocks noChangeAspect="1"/>
          </p:cNvGrpSpPr>
          <p:nvPr/>
        </p:nvGrpSpPr>
        <p:grpSpPr>
          <a:xfrm>
            <a:off x="2443564" y="1939845"/>
            <a:ext cx="57088" cy="108000"/>
            <a:chOff x="7604467" y="2108611"/>
            <a:chExt cx="122239" cy="239471"/>
          </a:xfrm>
        </p:grpSpPr>
        <p:grpSp>
          <p:nvGrpSpPr>
            <p:cNvPr id="1191" name="그룹 1190">
              <a:extLst>
                <a:ext uri="{FF2B5EF4-FFF2-40B4-BE49-F238E27FC236}">
                  <a16:creationId xmlns:a16="http://schemas.microsoft.com/office/drawing/2014/main" id="{F420F264-23A7-EC80-4767-0810974A761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93" name="직선 연결선 359">
                <a:extLst>
                  <a:ext uri="{FF2B5EF4-FFF2-40B4-BE49-F238E27FC236}">
                    <a16:creationId xmlns:a16="http://schemas.microsoft.com/office/drawing/2014/main" id="{34A275CB-D0E6-79FB-707E-C868A42FCEF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94" name="직선 연결선 360">
                <a:extLst>
                  <a:ext uri="{FF2B5EF4-FFF2-40B4-BE49-F238E27FC236}">
                    <a16:creationId xmlns:a16="http://schemas.microsoft.com/office/drawing/2014/main" id="{7D1886C3-A1E6-1716-352D-E4AF6BE2F45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95" name="직선 연결선 361">
                <a:extLst>
                  <a:ext uri="{FF2B5EF4-FFF2-40B4-BE49-F238E27FC236}">
                    <a16:creationId xmlns:a16="http://schemas.microsoft.com/office/drawing/2014/main" id="{85815E61-149A-AC05-4F60-D566C988FF7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92" name="직선 연결선 363">
              <a:extLst>
                <a:ext uri="{FF2B5EF4-FFF2-40B4-BE49-F238E27FC236}">
                  <a16:creationId xmlns:a16="http://schemas.microsoft.com/office/drawing/2014/main" id="{0E3ADA63-7987-97E1-F532-AC7D0F20C256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96" name="직선 연결선 351">
            <a:extLst>
              <a:ext uri="{FF2B5EF4-FFF2-40B4-BE49-F238E27FC236}">
                <a16:creationId xmlns:a16="http://schemas.microsoft.com/office/drawing/2014/main" id="{B3B8C244-66DC-D7A2-2675-45EE815EF3F5}"/>
              </a:ext>
            </a:extLst>
          </p:cNvPr>
          <p:cNvCxnSpPr>
            <a:cxnSpLocks/>
          </p:cNvCxnSpPr>
          <p:nvPr/>
        </p:nvCxnSpPr>
        <p:spPr>
          <a:xfrm>
            <a:off x="1925637" y="19410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7" name="직선 연결선 351">
            <a:extLst>
              <a:ext uri="{FF2B5EF4-FFF2-40B4-BE49-F238E27FC236}">
                <a16:creationId xmlns:a16="http://schemas.microsoft.com/office/drawing/2014/main" id="{6257FD0F-B9A4-F1C2-6161-81CFA24F8D7D}"/>
              </a:ext>
            </a:extLst>
          </p:cNvPr>
          <p:cNvCxnSpPr>
            <a:cxnSpLocks/>
          </p:cNvCxnSpPr>
          <p:nvPr/>
        </p:nvCxnSpPr>
        <p:spPr>
          <a:xfrm>
            <a:off x="408740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98" name="그룹 1197">
            <a:extLst>
              <a:ext uri="{FF2B5EF4-FFF2-40B4-BE49-F238E27FC236}">
                <a16:creationId xmlns:a16="http://schemas.microsoft.com/office/drawing/2014/main" id="{1A8F228C-72FD-3B2C-5D25-ECA28DFB55C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1046311"/>
            <a:ext cx="57088" cy="108000"/>
            <a:chOff x="7604467" y="2108611"/>
            <a:chExt cx="122239" cy="239471"/>
          </a:xfrm>
        </p:grpSpPr>
        <p:grpSp>
          <p:nvGrpSpPr>
            <p:cNvPr id="1199" name="그룹 1198">
              <a:extLst>
                <a:ext uri="{FF2B5EF4-FFF2-40B4-BE49-F238E27FC236}">
                  <a16:creationId xmlns:a16="http://schemas.microsoft.com/office/drawing/2014/main" id="{4B0CE891-1B5E-D265-8034-A743AAFD88A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01" name="직선 연결선 359">
                <a:extLst>
                  <a:ext uri="{FF2B5EF4-FFF2-40B4-BE49-F238E27FC236}">
                    <a16:creationId xmlns:a16="http://schemas.microsoft.com/office/drawing/2014/main" id="{6FF88304-EC8C-BD7A-A50D-7BBF5962DB6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2" name="직선 연결선 360">
                <a:extLst>
                  <a:ext uri="{FF2B5EF4-FFF2-40B4-BE49-F238E27FC236}">
                    <a16:creationId xmlns:a16="http://schemas.microsoft.com/office/drawing/2014/main" id="{6CB7F78E-4042-0501-D12E-8F78771CF35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3" name="직선 연결선 361">
                <a:extLst>
                  <a:ext uri="{FF2B5EF4-FFF2-40B4-BE49-F238E27FC236}">
                    <a16:creationId xmlns:a16="http://schemas.microsoft.com/office/drawing/2014/main" id="{02B2B9F2-EBFF-4DD3-7691-1E037CE757B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00" name="직선 연결선 363">
              <a:extLst>
                <a:ext uri="{FF2B5EF4-FFF2-40B4-BE49-F238E27FC236}">
                  <a16:creationId xmlns:a16="http://schemas.microsoft.com/office/drawing/2014/main" id="{FFFFE6E2-67A8-FA6F-FAB7-2DBC057D40B3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204" name="그룹 1203">
            <a:extLst>
              <a:ext uri="{FF2B5EF4-FFF2-40B4-BE49-F238E27FC236}">
                <a16:creationId xmlns:a16="http://schemas.microsoft.com/office/drawing/2014/main" id="{C085419B-8B41-2743-16A5-CA6DD8CFCE7C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796779" y="1337713"/>
            <a:ext cx="148067" cy="108000"/>
            <a:chOff x="7409659" y="2902132"/>
            <a:chExt cx="317047" cy="239471"/>
          </a:xfrm>
        </p:grpSpPr>
        <p:grpSp>
          <p:nvGrpSpPr>
            <p:cNvPr id="1205" name="그룹 1204">
              <a:extLst>
                <a:ext uri="{FF2B5EF4-FFF2-40B4-BE49-F238E27FC236}">
                  <a16:creationId xmlns:a16="http://schemas.microsoft.com/office/drawing/2014/main" id="{0CCEBBDF-CD04-C6FB-7C8C-C41E3A3E17D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08" name="직선 연결선 322">
                <a:extLst>
                  <a:ext uri="{FF2B5EF4-FFF2-40B4-BE49-F238E27FC236}">
                    <a16:creationId xmlns:a16="http://schemas.microsoft.com/office/drawing/2014/main" id="{73B9A184-0BD6-2AA1-4125-3C653E699B8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9" name="직선 연결선 323">
                <a:extLst>
                  <a:ext uri="{FF2B5EF4-FFF2-40B4-BE49-F238E27FC236}">
                    <a16:creationId xmlns:a16="http://schemas.microsoft.com/office/drawing/2014/main" id="{988576DE-95E7-E2D7-C886-23B8ED1A5C0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0" name="직선 연결선 324">
                <a:extLst>
                  <a:ext uri="{FF2B5EF4-FFF2-40B4-BE49-F238E27FC236}">
                    <a16:creationId xmlns:a16="http://schemas.microsoft.com/office/drawing/2014/main" id="{500A175F-EB8A-7E5C-0640-34F407794B6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06" name="직선 연결선 326">
              <a:extLst>
                <a:ext uri="{FF2B5EF4-FFF2-40B4-BE49-F238E27FC236}">
                  <a16:creationId xmlns:a16="http://schemas.microsoft.com/office/drawing/2014/main" id="{981EED38-1A82-32F3-72CD-644C20111BE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07" name="타원 1206">
              <a:extLst>
                <a:ext uri="{FF2B5EF4-FFF2-40B4-BE49-F238E27FC236}">
                  <a16:creationId xmlns:a16="http://schemas.microsoft.com/office/drawing/2014/main" id="{8B21DD83-BE95-A812-7890-80DF1AF0EFD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11" name="직선 연결선 351">
            <a:extLst>
              <a:ext uri="{FF2B5EF4-FFF2-40B4-BE49-F238E27FC236}">
                <a16:creationId xmlns:a16="http://schemas.microsoft.com/office/drawing/2014/main" id="{57EEDC8A-436E-85A6-636B-B21AC109BE6B}"/>
              </a:ext>
            </a:extLst>
          </p:cNvPr>
          <p:cNvCxnSpPr>
            <a:cxnSpLocks/>
          </p:cNvCxnSpPr>
          <p:nvPr/>
        </p:nvCxnSpPr>
        <p:spPr>
          <a:xfrm>
            <a:off x="2815554" y="173226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12" name="그룹 1211">
            <a:extLst>
              <a:ext uri="{FF2B5EF4-FFF2-40B4-BE49-F238E27FC236}">
                <a16:creationId xmlns:a16="http://schemas.microsoft.com/office/drawing/2014/main" id="{72DE8159-42D1-B990-932E-6962137B0F84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440616" y="1416261"/>
            <a:ext cx="57088" cy="108000"/>
            <a:chOff x="7604467" y="2108611"/>
            <a:chExt cx="122239" cy="239471"/>
          </a:xfrm>
        </p:grpSpPr>
        <p:grpSp>
          <p:nvGrpSpPr>
            <p:cNvPr id="1213" name="그룹 1212">
              <a:extLst>
                <a:ext uri="{FF2B5EF4-FFF2-40B4-BE49-F238E27FC236}">
                  <a16:creationId xmlns:a16="http://schemas.microsoft.com/office/drawing/2014/main" id="{38E81444-5BE4-48A0-7E85-194F17B5DF6B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15" name="직선 연결선 359">
                <a:extLst>
                  <a:ext uri="{FF2B5EF4-FFF2-40B4-BE49-F238E27FC236}">
                    <a16:creationId xmlns:a16="http://schemas.microsoft.com/office/drawing/2014/main" id="{FC41260B-47EC-192F-00C0-E731B1667A8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6" name="직선 연결선 360">
                <a:extLst>
                  <a:ext uri="{FF2B5EF4-FFF2-40B4-BE49-F238E27FC236}">
                    <a16:creationId xmlns:a16="http://schemas.microsoft.com/office/drawing/2014/main" id="{C9E0B2AF-2C22-CE4D-40B9-A212051DA12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7" name="직선 연결선 361">
                <a:extLst>
                  <a:ext uri="{FF2B5EF4-FFF2-40B4-BE49-F238E27FC236}">
                    <a16:creationId xmlns:a16="http://schemas.microsoft.com/office/drawing/2014/main" id="{3E3192F0-CC7D-F048-D2ED-649307DF51B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14" name="직선 연결선 363">
              <a:extLst>
                <a:ext uri="{FF2B5EF4-FFF2-40B4-BE49-F238E27FC236}">
                  <a16:creationId xmlns:a16="http://schemas.microsoft.com/office/drawing/2014/main" id="{83645A19-1890-2C89-C0D1-24B554FBC86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18" name="직선 연결선 351">
            <a:extLst>
              <a:ext uri="{FF2B5EF4-FFF2-40B4-BE49-F238E27FC236}">
                <a16:creationId xmlns:a16="http://schemas.microsoft.com/office/drawing/2014/main" id="{269C7951-3B1E-FE30-55B0-6E0D7D4E4693}"/>
              </a:ext>
            </a:extLst>
          </p:cNvPr>
          <p:cNvCxnSpPr>
            <a:cxnSpLocks/>
          </p:cNvCxnSpPr>
          <p:nvPr/>
        </p:nvCxnSpPr>
        <p:spPr>
          <a:xfrm>
            <a:off x="441738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20" name="그룹 1219">
            <a:extLst>
              <a:ext uri="{FF2B5EF4-FFF2-40B4-BE49-F238E27FC236}">
                <a16:creationId xmlns:a16="http://schemas.microsoft.com/office/drawing/2014/main" id="{D7494BB6-3E2B-185A-21B1-04B97BB2F238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5593873" y="556495"/>
            <a:ext cx="148067" cy="108000"/>
            <a:chOff x="7409659" y="2902132"/>
            <a:chExt cx="317047" cy="239471"/>
          </a:xfrm>
        </p:grpSpPr>
        <p:grpSp>
          <p:nvGrpSpPr>
            <p:cNvPr id="1221" name="그룹 1220">
              <a:extLst>
                <a:ext uri="{FF2B5EF4-FFF2-40B4-BE49-F238E27FC236}">
                  <a16:creationId xmlns:a16="http://schemas.microsoft.com/office/drawing/2014/main" id="{07D9FA8B-E0BB-0CDD-B01D-58E54B99398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24" name="직선 연결선 322">
                <a:extLst>
                  <a:ext uri="{FF2B5EF4-FFF2-40B4-BE49-F238E27FC236}">
                    <a16:creationId xmlns:a16="http://schemas.microsoft.com/office/drawing/2014/main" id="{3AE93C60-98BF-AF1B-BDCC-BC5E4E02A22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5" name="직선 연결선 323">
                <a:extLst>
                  <a:ext uri="{FF2B5EF4-FFF2-40B4-BE49-F238E27FC236}">
                    <a16:creationId xmlns:a16="http://schemas.microsoft.com/office/drawing/2014/main" id="{480550A6-C637-0784-F919-96CCE62A67D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6" name="직선 연결선 324">
                <a:extLst>
                  <a:ext uri="{FF2B5EF4-FFF2-40B4-BE49-F238E27FC236}">
                    <a16:creationId xmlns:a16="http://schemas.microsoft.com/office/drawing/2014/main" id="{A88478D0-B043-3086-5D97-229D0D64A7E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22" name="직선 연결선 326">
              <a:extLst>
                <a:ext uri="{FF2B5EF4-FFF2-40B4-BE49-F238E27FC236}">
                  <a16:creationId xmlns:a16="http://schemas.microsoft.com/office/drawing/2014/main" id="{E159F215-9DBC-BC81-28BA-01C909D93E8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23" name="타원 1222">
              <a:extLst>
                <a:ext uri="{FF2B5EF4-FFF2-40B4-BE49-F238E27FC236}">
                  <a16:creationId xmlns:a16="http://schemas.microsoft.com/office/drawing/2014/main" id="{5A6FA94F-81C9-5746-DBA6-B16BB1171FF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28" name="직선 연결선 351">
            <a:extLst>
              <a:ext uri="{FF2B5EF4-FFF2-40B4-BE49-F238E27FC236}">
                <a16:creationId xmlns:a16="http://schemas.microsoft.com/office/drawing/2014/main" id="{8EEA5ED2-8ED3-61E7-5729-054DE1331B4E}"/>
              </a:ext>
            </a:extLst>
          </p:cNvPr>
          <p:cNvCxnSpPr>
            <a:cxnSpLocks/>
          </p:cNvCxnSpPr>
          <p:nvPr/>
        </p:nvCxnSpPr>
        <p:spPr>
          <a:xfrm>
            <a:off x="5613906" y="95502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29" name="그룹 1228">
            <a:extLst>
              <a:ext uri="{FF2B5EF4-FFF2-40B4-BE49-F238E27FC236}">
                <a16:creationId xmlns:a16="http://schemas.microsoft.com/office/drawing/2014/main" id="{E9B6C0EE-A298-7DD9-45F2-F8EDCC6C267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875343" y="266461"/>
            <a:ext cx="57088" cy="108000"/>
            <a:chOff x="7604467" y="2108611"/>
            <a:chExt cx="122239" cy="239471"/>
          </a:xfrm>
        </p:grpSpPr>
        <p:grpSp>
          <p:nvGrpSpPr>
            <p:cNvPr id="1230" name="그룹 1229">
              <a:extLst>
                <a:ext uri="{FF2B5EF4-FFF2-40B4-BE49-F238E27FC236}">
                  <a16:creationId xmlns:a16="http://schemas.microsoft.com/office/drawing/2014/main" id="{13945A9F-7F3E-D7E0-6BB2-C4BDF249CFEB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32" name="직선 연결선 359">
                <a:extLst>
                  <a:ext uri="{FF2B5EF4-FFF2-40B4-BE49-F238E27FC236}">
                    <a16:creationId xmlns:a16="http://schemas.microsoft.com/office/drawing/2014/main" id="{5EE45DBE-16CD-45DC-5FD2-E04B4B746E4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33" name="직선 연결선 360">
                <a:extLst>
                  <a:ext uri="{FF2B5EF4-FFF2-40B4-BE49-F238E27FC236}">
                    <a16:creationId xmlns:a16="http://schemas.microsoft.com/office/drawing/2014/main" id="{5F88D375-31CF-A3F3-1F6D-59BAE58A8A9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34" name="직선 연결선 361">
                <a:extLst>
                  <a:ext uri="{FF2B5EF4-FFF2-40B4-BE49-F238E27FC236}">
                    <a16:creationId xmlns:a16="http://schemas.microsoft.com/office/drawing/2014/main" id="{96066663-4A9A-31BF-4FBC-08EEF09641A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31" name="직선 연결선 363">
              <a:extLst>
                <a:ext uri="{FF2B5EF4-FFF2-40B4-BE49-F238E27FC236}">
                  <a16:creationId xmlns:a16="http://schemas.microsoft.com/office/drawing/2014/main" id="{25395E93-0D9F-A196-C589-4A19977A7C0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35" name="직선 연결선 351">
            <a:extLst>
              <a:ext uri="{FF2B5EF4-FFF2-40B4-BE49-F238E27FC236}">
                <a16:creationId xmlns:a16="http://schemas.microsoft.com/office/drawing/2014/main" id="{9FEE254B-C78D-EDB0-6827-3E46D99C6C8E}"/>
              </a:ext>
            </a:extLst>
          </p:cNvPr>
          <p:cNvCxnSpPr>
            <a:cxnSpLocks/>
          </p:cNvCxnSpPr>
          <p:nvPr/>
        </p:nvCxnSpPr>
        <p:spPr>
          <a:xfrm>
            <a:off x="5252067" y="26706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36" name="그룹 1235">
            <a:extLst>
              <a:ext uri="{FF2B5EF4-FFF2-40B4-BE49-F238E27FC236}">
                <a16:creationId xmlns:a16="http://schemas.microsoft.com/office/drawing/2014/main" id="{AD80B93B-0B62-B897-0DA9-B6F93DDE03F9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80682" y="518544"/>
            <a:ext cx="57088" cy="108000"/>
            <a:chOff x="7604467" y="2108611"/>
            <a:chExt cx="122239" cy="239471"/>
          </a:xfrm>
        </p:grpSpPr>
        <p:grpSp>
          <p:nvGrpSpPr>
            <p:cNvPr id="1237" name="그룹 1236">
              <a:extLst>
                <a:ext uri="{FF2B5EF4-FFF2-40B4-BE49-F238E27FC236}">
                  <a16:creationId xmlns:a16="http://schemas.microsoft.com/office/drawing/2014/main" id="{C5894EA5-52E6-0A97-7100-8A97897B9DA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39" name="직선 연결선 359">
                <a:extLst>
                  <a:ext uri="{FF2B5EF4-FFF2-40B4-BE49-F238E27FC236}">
                    <a16:creationId xmlns:a16="http://schemas.microsoft.com/office/drawing/2014/main" id="{5213C5F8-39D5-C93F-3FF5-E0234504D9D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0" name="직선 연결선 360">
                <a:extLst>
                  <a:ext uri="{FF2B5EF4-FFF2-40B4-BE49-F238E27FC236}">
                    <a16:creationId xmlns:a16="http://schemas.microsoft.com/office/drawing/2014/main" id="{3C93082E-2652-B546-DEF1-4891754CB3E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1" name="직선 연결선 361">
                <a:extLst>
                  <a:ext uri="{FF2B5EF4-FFF2-40B4-BE49-F238E27FC236}">
                    <a16:creationId xmlns:a16="http://schemas.microsoft.com/office/drawing/2014/main" id="{8A438887-24BE-4A72-BAF3-739CDBE7A4E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38" name="직선 연결선 363">
              <a:extLst>
                <a:ext uri="{FF2B5EF4-FFF2-40B4-BE49-F238E27FC236}">
                  <a16:creationId xmlns:a16="http://schemas.microsoft.com/office/drawing/2014/main" id="{774AF5E1-9B25-FF10-60F1-C9C17205E90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42" name="직선 연결선 351">
            <a:extLst>
              <a:ext uri="{FF2B5EF4-FFF2-40B4-BE49-F238E27FC236}">
                <a16:creationId xmlns:a16="http://schemas.microsoft.com/office/drawing/2014/main" id="{01A4BF78-746A-421B-BB18-F111AC7F31E9}"/>
              </a:ext>
            </a:extLst>
          </p:cNvPr>
          <p:cNvCxnSpPr>
            <a:cxnSpLocks/>
          </p:cNvCxnSpPr>
          <p:nvPr/>
        </p:nvCxnSpPr>
        <p:spPr>
          <a:xfrm>
            <a:off x="425014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43" name="그룹 1242">
            <a:extLst>
              <a:ext uri="{FF2B5EF4-FFF2-40B4-BE49-F238E27FC236}">
                <a16:creationId xmlns:a16="http://schemas.microsoft.com/office/drawing/2014/main" id="{30D89B87-2D6E-825C-3AA9-CDBAED828E4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3864051"/>
            <a:ext cx="148067" cy="108000"/>
            <a:chOff x="7409659" y="2902132"/>
            <a:chExt cx="317047" cy="239471"/>
          </a:xfrm>
        </p:grpSpPr>
        <p:grpSp>
          <p:nvGrpSpPr>
            <p:cNvPr id="1244" name="그룹 1243">
              <a:extLst>
                <a:ext uri="{FF2B5EF4-FFF2-40B4-BE49-F238E27FC236}">
                  <a16:creationId xmlns:a16="http://schemas.microsoft.com/office/drawing/2014/main" id="{084FB76F-67BA-1209-CA0A-B260EC1AB33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47" name="직선 연결선 322">
                <a:extLst>
                  <a:ext uri="{FF2B5EF4-FFF2-40B4-BE49-F238E27FC236}">
                    <a16:creationId xmlns:a16="http://schemas.microsoft.com/office/drawing/2014/main" id="{EEA28473-8056-2D13-C033-3B9DBA464C7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8" name="직선 연결선 323">
                <a:extLst>
                  <a:ext uri="{FF2B5EF4-FFF2-40B4-BE49-F238E27FC236}">
                    <a16:creationId xmlns:a16="http://schemas.microsoft.com/office/drawing/2014/main" id="{3AAB0F23-CBCC-5534-9501-51673D1A1E6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9" name="직선 연결선 324">
                <a:extLst>
                  <a:ext uri="{FF2B5EF4-FFF2-40B4-BE49-F238E27FC236}">
                    <a16:creationId xmlns:a16="http://schemas.microsoft.com/office/drawing/2014/main" id="{A512C3B7-DA54-77DC-4B03-548F368FBD5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45" name="직선 연결선 326">
              <a:extLst>
                <a:ext uri="{FF2B5EF4-FFF2-40B4-BE49-F238E27FC236}">
                  <a16:creationId xmlns:a16="http://schemas.microsoft.com/office/drawing/2014/main" id="{209512C9-0A4D-743C-204A-19317ACECCF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46" name="타원 1245">
              <a:extLst>
                <a:ext uri="{FF2B5EF4-FFF2-40B4-BE49-F238E27FC236}">
                  <a16:creationId xmlns:a16="http://schemas.microsoft.com/office/drawing/2014/main" id="{1D57CDD7-5BF2-74EB-974E-62467F0F7D1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250" name="그룹 1249">
            <a:extLst>
              <a:ext uri="{FF2B5EF4-FFF2-40B4-BE49-F238E27FC236}">
                <a16:creationId xmlns:a16="http://schemas.microsoft.com/office/drawing/2014/main" id="{2293863A-F15D-A48E-76EA-74AF59935C91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79080" y="4498806"/>
            <a:ext cx="57088" cy="108000"/>
            <a:chOff x="7604467" y="2108611"/>
            <a:chExt cx="122239" cy="239471"/>
          </a:xfrm>
        </p:grpSpPr>
        <p:grpSp>
          <p:nvGrpSpPr>
            <p:cNvPr id="1251" name="그룹 1250">
              <a:extLst>
                <a:ext uri="{FF2B5EF4-FFF2-40B4-BE49-F238E27FC236}">
                  <a16:creationId xmlns:a16="http://schemas.microsoft.com/office/drawing/2014/main" id="{0D26A1F9-E66B-9525-43F5-E25A62581684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53" name="직선 연결선 359">
                <a:extLst>
                  <a:ext uri="{FF2B5EF4-FFF2-40B4-BE49-F238E27FC236}">
                    <a16:creationId xmlns:a16="http://schemas.microsoft.com/office/drawing/2014/main" id="{7C99D647-6738-EC90-D4F2-D06A4D0DDA9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54" name="직선 연결선 360">
                <a:extLst>
                  <a:ext uri="{FF2B5EF4-FFF2-40B4-BE49-F238E27FC236}">
                    <a16:creationId xmlns:a16="http://schemas.microsoft.com/office/drawing/2014/main" id="{6A773C3C-A11E-0C0F-BDFE-9A35E7675B8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55" name="직선 연결선 361">
                <a:extLst>
                  <a:ext uri="{FF2B5EF4-FFF2-40B4-BE49-F238E27FC236}">
                    <a16:creationId xmlns:a16="http://schemas.microsoft.com/office/drawing/2014/main" id="{9B2F7F40-8DF0-E0AD-C05B-B7F1397FAA4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52" name="직선 연결선 363">
              <a:extLst>
                <a:ext uri="{FF2B5EF4-FFF2-40B4-BE49-F238E27FC236}">
                  <a16:creationId xmlns:a16="http://schemas.microsoft.com/office/drawing/2014/main" id="{462F24EE-EBE3-DEF1-15D5-2CF8065474F1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56" name="직선 연결선 351">
            <a:extLst>
              <a:ext uri="{FF2B5EF4-FFF2-40B4-BE49-F238E27FC236}">
                <a16:creationId xmlns:a16="http://schemas.microsoft.com/office/drawing/2014/main" id="{E7D8BCB5-A42D-7D1C-98C0-1030B430BBFE}"/>
              </a:ext>
            </a:extLst>
          </p:cNvPr>
          <p:cNvCxnSpPr>
            <a:cxnSpLocks/>
          </p:cNvCxnSpPr>
          <p:nvPr/>
        </p:nvCxnSpPr>
        <p:spPr>
          <a:xfrm>
            <a:off x="1453624" y="420443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57" name="그룹 1256">
            <a:extLst>
              <a:ext uri="{FF2B5EF4-FFF2-40B4-BE49-F238E27FC236}">
                <a16:creationId xmlns:a16="http://schemas.microsoft.com/office/drawing/2014/main" id="{6C0D20E3-FCC8-8B08-6B42-6ACF40983F4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2912" y="4619309"/>
            <a:ext cx="148067" cy="108000"/>
            <a:chOff x="7409659" y="2902132"/>
            <a:chExt cx="317047" cy="239471"/>
          </a:xfrm>
        </p:grpSpPr>
        <p:grpSp>
          <p:nvGrpSpPr>
            <p:cNvPr id="1258" name="그룹 1257">
              <a:extLst>
                <a:ext uri="{FF2B5EF4-FFF2-40B4-BE49-F238E27FC236}">
                  <a16:creationId xmlns:a16="http://schemas.microsoft.com/office/drawing/2014/main" id="{CC6409F4-C488-9A4B-14C5-B89CA49732C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61" name="직선 연결선 322">
                <a:extLst>
                  <a:ext uri="{FF2B5EF4-FFF2-40B4-BE49-F238E27FC236}">
                    <a16:creationId xmlns:a16="http://schemas.microsoft.com/office/drawing/2014/main" id="{9E3EC542-7781-51D5-3CF5-7BE191C91C1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2" name="직선 연결선 323">
                <a:extLst>
                  <a:ext uri="{FF2B5EF4-FFF2-40B4-BE49-F238E27FC236}">
                    <a16:creationId xmlns:a16="http://schemas.microsoft.com/office/drawing/2014/main" id="{11F3D81C-1D4B-1B34-6F99-1A1A6580BDF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3" name="직선 연결선 324">
                <a:extLst>
                  <a:ext uri="{FF2B5EF4-FFF2-40B4-BE49-F238E27FC236}">
                    <a16:creationId xmlns:a16="http://schemas.microsoft.com/office/drawing/2014/main" id="{1FE748AF-BDFD-BFC8-A329-351DA5C1207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59" name="직선 연결선 326">
              <a:extLst>
                <a:ext uri="{FF2B5EF4-FFF2-40B4-BE49-F238E27FC236}">
                  <a16:creationId xmlns:a16="http://schemas.microsoft.com/office/drawing/2014/main" id="{CED5F1CC-A461-3C28-E247-D59E7005190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60" name="타원 1259">
              <a:extLst>
                <a:ext uri="{FF2B5EF4-FFF2-40B4-BE49-F238E27FC236}">
                  <a16:creationId xmlns:a16="http://schemas.microsoft.com/office/drawing/2014/main" id="{C0C3B05F-D5D3-28F5-8FF0-948AC271DB5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64" name="직선 연결선 351">
            <a:extLst>
              <a:ext uri="{FF2B5EF4-FFF2-40B4-BE49-F238E27FC236}">
                <a16:creationId xmlns:a16="http://schemas.microsoft.com/office/drawing/2014/main" id="{953292D4-1742-4531-79BF-1134CABF3458}"/>
              </a:ext>
            </a:extLst>
          </p:cNvPr>
          <p:cNvCxnSpPr>
            <a:cxnSpLocks/>
          </p:cNvCxnSpPr>
          <p:nvPr/>
        </p:nvCxnSpPr>
        <p:spPr>
          <a:xfrm>
            <a:off x="3950630" y="543088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65" name="그룹 1264">
            <a:extLst>
              <a:ext uri="{FF2B5EF4-FFF2-40B4-BE49-F238E27FC236}">
                <a16:creationId xmlns:a16="http://schemas.microsoft.com/office/drawing/2014/main" id="{27C1B62B-9E75-9443-AD42-D04D0DC0F6D1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79080" y="5413078"/>
            <a:ext cx="57088" cy="108000"/>
            <a:chOff x="7604467" y="2108611"/>
            <a:chExt cx="122239" cy="239471"/>
          </a:xfrm>
        </p:grpSpPr>
        <p:grpSp>
          <p:nvGrpSpPr>
            <p:cNvPr id="1266" name="그룹 1265">
              <a:extLst>
                <a:ext uri="{FF2B5EF4-FFF2-40B4-BE49-F238E27FC236}">
                  <a16:creationId xmlns:a16="http://schemas.microsoft.com/office/drawing/2014/main" id="{9C8C6E67-CE5B-1891-3BF4-11C29B3E902A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68" name="직선 연결선 359">
                <a:extLst>
                  <a:ext uri="{FF2B5EF4-FFF2-40B4-BE49-F238E27FC236}">
                    <a16:creationId xmlns:a16="http://schemas.microsoft.com/office/drawing/2014/main" id="{03B825E0-C941-A8A4-90AA-ED9E843D235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9" name="직선 연결선 360">
                <a:extLst>
                  <a:ext uri="{FF2B5EF4-FFF2-40B4-BE49-F238E27FC236}">
                    <a16:creationId xmlns:a16="http://schemas.microsoft.com/office/drawing/2014/main" id="{61852EDD-F5B1-C23F-270A-D7E72BD5CBF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0" name="직선 연결선 361">
                <a:extLst>
                  <a:ext uri="{FF2B5EF4-FFF2-40B4-BE49-F238E27FC236}">
                    <a16:creationId xmlns:a16="http://schemas.microsoft.com/office/drawing/2014/main" id="{5EC22C59-E439-5D36-8643-F63B1B56007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67" name="직선 연결선 363">
              <a:extLst>
                <a:ext uri="{FF2B5EF4-FFF2-40B4-BE49-F238E27FC236}">
                  <a16:creationId xmlns:a16="http://schemas.microsoft.com/office/drawing/2014/main" id="{AC876744-AF30-5130-79EF-BE65C047919B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1" name="직선 연결선 351">
            <a:extLst>
              <a:ext uri="{FF2B5EF4-FFF2-40B4-BE49-F238E27FC236}">
                <a16:creationId xmlns:a16="http://schemas.microsoft.com/office/drawing/2014/main" id="{F7B27E71-88CE-A856-6329-6E0E734CA8BA}"/>
              </a:ext>
            </a:extLst>
          </p:cNvPr>
          <p:cNvCxnSpPr>
            <a:cxnSpLocks/>
          </p:cNvCxnSpPr>
          <p:nvPr/>
        </p:nvCxnSpPr>
        <p:spPr>
          <a:xfrm>
            <a:off x="1453624" y="507714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72" name="그룹 1271">
            <a:extLst>
              <a:ext uri="{FF2B5EF4-FFF2-40B4-BE49-F238E27FC236}">
                <a16:creationId xmlns:a16="http://schemas.microsoft.com/office/drawing/2014/main" id="{E4A746F9-4DF4-F74E-ADA2-35791944F81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78530" y="5903136"/>
            <a:ext cx="57088" cy="108000"/>
            <a:chOff x="7604467" y="2108611"/>
            <a:chExt cx="122239" cy="239471"/>
          </a:xfrm>
        </p:grpSpPr>
        <p:grpSp>
          <p:nvGrpSpPr>
            <p:cNvPr id="1273" name="그룹 1272">
              <a:extLst>
                <a:ext uri="{FF2B5EF4-FFF2-40B4-BE49-F238E27FC236}">
                  <a16:creationId xmlns:a16="http://schemas.microsoft.com/office/drawing/2014/main" id="{C595F785-70F4-4F1C-94A2-F5E611F3F1C6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75" name="직선 연결선 359">
                <a:extLst>
                  <a:ext uri="{FF2B5EF4-FFF2-40B4-BE49-F238E27FC236}">
                    <a16:creationId xmlns:a16="http://schemas.microsoft.com/office/drawing/2014/main" id="{B92D36BD-96BC-CEF7-9DD0-08C35E36BE6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6" name="직선 연결선 360">
                <a:extLst>
                  <a:ext uri="{FF2B5EF4-FFF2-40B4-BE49-F238E27FC236}">
                    <a16:creationId xmlns:a16="http://schemas.microsoft.com/office/drawing/2014/main" id="{BD66A169-616C-9800-11CD-DAAE2B42E88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7" name="직선 연결선 361">
                <a:extLst>
                  <a:ext uri="{FF2B5EF4-FFF2-40B4-BE49-F238E27FC236}">
                    <a16:creationId xmlns:a16="http://schemas.microsoft.com/office/drawing/2014/main" id="{8271C1D2-5AE6-03A4-553D-9C457C8C761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74" name="직선 연결선 363">
              <a:extLst>
                <a:ext uri="{FF2B5EF4-FFF2-40B4-BE49-F238E27FC236}">
                  <a16:creationId xmlns:a16="http://schemas.microsoft.com/office/drawing/2014/main" id="{5E011966-7DB5-8081-60BE-9C41BD043E17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8" name="직선 연결선 351">
            <a:extLst>
              <a:ext uri="{FF2B5EF4-FFF2-40B4-BE49-F238E27FC236}">
                <a16:creationId xmlns:a16="http://schemas.microsoft.com/office/drawing/2014/main" id="{88DD269A-E5B8-0EEF-4F9A-1C04852BE171}"/>
              </a:ext>
            </a:extLst>
          </p:cNvPr>
          <p:cNvCxnSpPr>
            <a:cxnSpLocks/>
          </p:cNvCxnSpPr>
          <p:nvPr/>
        </p:nvCxnSpPr>
        <p:spPr>
          <a:xfrm>
            <a:off x="1453624" y="623020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79" name="그룹 1278">
            <a:extLst>
              <a:ext uri="{FF2B5EF4-FFF2-40B4-BE49-F238E27FC236}">
                <a16:creationId xmlns:a16="http://schemas.microsoft.com/office/drawing/2014/main" id="{EF852F53-638C-F006-5815-C7371A7BFAB2}"/>
              </a:ext>
            </a:extLst>
          </p:cNvPr>
          <p:cNvGrpSpPr>
            <a:grpSpLocks noChangeAspect="1"/>
          </p:cNvGrpSpPr>
          <p:nvPr/>
        </p:nvGrpSpPr>
        <p:grpSpPr>
          <a:xfrm>
            <a:off x="5679828" y="4762407"/>
            <a:ext cx="57088" cy="108000"/>
            <a:chOff x="7604467" y="2108611"/>
            <a:chExt cx="122239" cy="239471"/>
          </a:xfrm>
        </p:grpSpPr>
        <p:grpSp>
          <p:nvGrpSpPr>
            <p:cNvPr id="1280" name="그룹 1279">
              <a:extLst>
                <a:ext uri="{FF2B5EF4-FFF2-40B4-BE49-F238E27FC236}">
                  <a16:creationId xmlns:a16="http://schemas.microsoft.com/office/drawing/2014/main" id="{5B66F9CB-9371-782C-39AB-C8F41D1DD9A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82" name="직선 연결선 359">
                <a:extLst>
                  <a:ext uri="{FF2B5EF4-FFF2-40B4-BE49-F238E27FC236}">
                    <a16:creationId xmlns:a16="http://schemas.microsoft.com/office/drawing/2014/main" id="{ACEF5ADC-745B-B04B-6A3D-9C975EA03B9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83" name="직선 연결선 360">
                <a:extLst>
                  <a:ext uri="{FF2B5EF4-FFF2-40B4-BE49-F238E27FC236}">
                    <a16:creationId xmlns:a16="http://schemas.microsoft.com/office/drawing/2014/main" id="{C1FD548A-186F-852E-5934-6799D7FDE28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84" name="직선 연결선 361">
                <a:extLst>
                  <a:ext uri="{FF2B5EF4-FFF2-40B4-BE49-F238E27FC236}">
                    <a16:creationId xmlns:a16="http://schemas.microsoft.com/office/drawing/2014/main" id="{3CEAAA7D-DCDE-A2F5-C5B3-BA734E8D27F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81" name="직선 연결선 363">
              <a:extLst>
                <a:ext uri="{FF2B5EF4-FFF2-40B4-BE49-F238E27FC236}">
                  <a16:creationId xmlns:a16="http://schemas.microsoft.com/office/drawing/2014/main" id="{BE3CF8B1-EA94-CAF8-0635-F43284E26F44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85" name="직선 연결선 351">
            <a:extLst>
              <a:ext uri="{FF2B5EF4-FFF2-40B4-BE49-F238E27FC236}">
                <a16:creationId xmlns:a16="http://schemas.microsoft.com/office/drawing/2014/main" id="{EF34A905-DAF0-219D-2150-BA0084515D8C}"/>
              </a:ext>
            </a:extLst>
          </p:cNvPr>
          <p:cNvCxnSpPr>
            <a:cxnSpLocks/>
          </p:cNvCxnSpPr>
          <p:nvPr/>
        </p:nvCxnSpPr>
        <p:spPr>
          <a:xfrm>
            <a:off x="4406032" y="543951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6" name="그룹 1285">
            <a:extLst>
              <a:ext uri="{FF2B5EF4-FFF2-40B4-BE49-F238E27FC236}">
                <a16:creationId xmlns:a16="http://schemas.microsoft.com/office/drawing/2014/main" id="{9ED29858-A7FE-7995-3A15-C043A783AE36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193522" y="4514315"/>
            <a:ext cx="57088" cy="108000"/>
            <a:chOff x="7604467" y="2108611"/>
            <a:chExt cx="122239" cy="239471"/>
          </a:xfrm>
        </p:grpSpPr>
        <p:grpSp>
          <p:nvGrpSpPr>
            <p:cNvPr id="1287" name="그룹 1286">
              <a:extLst>
                <a:ext uri="{FF2B5EF4-FFF2-40B4-BE49-F238E27FC236}">
                  <a16:creationId xmlns:a16="http://schemas.microsoft.com/office/drawing/2014/main" id="{4F256783-1E4D-F944-251D-D3CA040BFCB8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89" name="직선 연결선 359">
                <a:extLst>
                  <a:ext uri="{FF2B5EF4-FFF2-40B4-BE49-F238E27FC236}">
                    <a16:creationId xmlns:a16="http://schemas.microsoft.com/office/drawing/2014/main" id="{E5DDC8D5-68A1-6AE1-2ACC-337DF157B78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0" name="직선 연결선 360">
                <a:extLst>
                  <a:ext uri="{FF2B5EF4-FFF2-40B4-BE49-F238E27FC236}">
                    <a16:creationId xmlns:a16="http://schemas.microsoft.com/office/drawing/2014/main" id="{46EC2A48-9455-4F0D-4FB0-E9B9A6431AA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1" name="직선 연결선 361">
                <a:extLst>
                  <a:ext uri="{FF2B5EF4-FFF2-40B4-BE49-F238E27FC236}">
                    <a16:creationId xmlns:a16="http://schemas.microsoft.com/office/drawing/2014/main" id="{F313D171-A71A-D4A8-59BA-EB6C37A9CFF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88" name="직선 연결선 363">
              <a:extLst>
                <a:ext uri="{FF2B5EF4-FFF2-40B4-BE49-F238E27FC236}">
                  <a16:creationId xmlns:a16="http://schemas.microsoft.com/office/drawing/2014/main" id="{06513C1C-7145-3585-70CD-2B60E55E25E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92" name="직선 연결선 351">
            <a:extLst>
              <a:ext uri="{FF2B5EF4-FFF2-40B4-BE49-F238E27FC236}">
                <a16:creationId xmlns:a16="http://schemas.microsoft.com/office/drawing/2014/main" id="{B0A7F36F-E9D0-6DB7-E84A-10065FB8928D}"/>
              </a:ext>
            </a:extLst>
          </p:cNvPr>
          <p:cNvCxnSpPr>
            <a:cxnSpLocks/>
          </p:cNvCxnSpPr>
          <p:nvPr/>
        </p:nvCxnSpPr>
        <p:spPr>
          <a:xfrm>
            <a:off x="8155151" y="150527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93" name="그룹 1292">
            <a:extLst>
              <a:ext uri="{FF2B5EF4-FFF2-40B4-BE49-F238E27FC236}">
                <a16:creationId xmlns:a16="http://schemas.microsoft.com/office/drawing/2014/main" id="{E73E1F13-FF3A-7585-E268-1A064920173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26641" y="5335560"/>
            <a:ext cx="57088" cy="108000"/>
            <a:chOff x="7604467" y="2108611"/>
            <a:chExt cx="122239" cy="239471"/>
          </a:xfrm>
        </p:grpSpPr>
        <p:grpSp>
          <p:nvGrpSpPr>
            <p:cNvPr id="1294" name="그룹 1293">
              <a:extLst>
                <a:ext uri="{FF2B5EF4-FFF2-40B4-BE49-F238E27FC236}">
                  <a16:creationId xmlns:a16="http://schemas.microsoft.com/office/drawing/2014/main" id="{062FB5B2-907E-CA08-30F6-483506132D60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96" name="직선 연결선 359">
                <a:extLst>
                  <a:ext uri="{FF2B5EF4-FFF2-40B4-BE49-F238E27FC236}">
                    <a16:creationId xmlns:a16="http://schemas.microsoft.com/office/drawing/2014/main" id="{E437D5D8-B135-E874-48AA-6FD5333E223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7" name="직선 연결선 360">
                <a:extLst>
                  <a:ext uri="{FF2B5EF4-FFF2-40B4-BE49-F238E27FC236}">
                    <a16:creationId xmlns:a16="http://schemas.microsoft.com/office/drawing/2014/main" id="{75000D62-8297-88A1-43E5-9FFB3D4666D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8" name="직선 연결선 361">
                <a:extLst>
                  <a:ext uri="{FF2B5EF4-FFF2-40B4-BE49-F238E27FC236}">
                    <a16:creationId xmlns:a16="http://schemas.microsoft.com/office/drawing/2014/main" id="{A254AA21-B4A2-6A66-B0C2-E6EF1850E33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95" name="직선 연결선 363">
              <a:extLst>
                <a:ext uri="{FF2B5EF4-FFF2-40B4-BE49-F238E27FC236}">
                  <a16:creationId xmlns:a16="http://schemas.microsoft.com/office/drawing/2014/main" id="{D189D432-424D-C914-39C0-19C4A4038085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99" name="직선 연결선 351">
            <a:extLst>
              <a:ext uri="{FF2B5EF4-FFF2-40B4-BE49-F238E27FC236}">
                <a16:creationId xmlns:a16="http://schemas.microsoft.com/office/drawing/2014/main" id="{526C3E18-EBC9-4564-F2E2-9CAD33B248A3}"/>
              </a:ext>
            </a:extLst>
          </p:cNvPr>
          <p:cNvCxnSpPr>
            <a:cxnSpLocks/>
          </p:cNvCxnSpPr>
          <p:nvPr/>
        </p:nvCxnSpPr>
        <p:spPr>
          <a:xfrm>
            <a:off x="6046313" y="507649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300" name="그룹 1299">
            <a:extLst>
              <a:ext uri="{FF2B5EF4-FFF2-40B4-BE49-F238E27FC236}">
                <a16:creationId xmlns:a16="http://schemas.microsoft.com/office/drawing/2014/main" id="{55D05EEA-DCBB-76D8-8645-56C579D3C8CB}"/>
              </a:ext>
            </a:extLst>
          </p:cNvPr>
          <p:cNvGrpSpPr>
            <a:grpSpLocks noChangeAspect="1"/>
          </p:cNvGrpSpPr>
          <p:nvPr/>
        </p:nvGrpSpPr>
        <p:grpSpPr>
          <a:xfrm>
            <a:off x="4939117" y="5500842"/>
            <a:ext cx="57088" cy="108000"/>
            <a:chOff x="7604467" y="2108611"/>
            <a:chExt cx="122239" cy="239471"/>
          </a:xfrm>
        </p:grpSpPr>
        <p:grpSp>
          <p:nvGrpSpPr>
            <p:cNvPr id="1301" name="그룹 1300">
              <a:extLst>
                <a:ext uri="{FF2B5EF4-FFF2-40B4-BE49-F238E27FC236}">
                  <a16:creationId xmlns:a16="http://schemas.microsoft.com/office/drawing/2014/main" id="{8AE99697-0813-F681-DF9F-BD2939DABDA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03" name="직선 연결선 359">
                <a:extLst>
                  <a:ext uri="{FF2B5EF4-FFF2-40B4-BE49-F238E27FC236}">
                    <a16:creationId xmlns:a16="http://schemas.microsoft.com/office/drawing/2014/main" id="{B596BF3D-3AA3-0368-A78D-8DA5120EB68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04" name="직선 연결선 360">
                <a:extLst>
                  <a:ext uri="{FF2B5EF4-FFF2-40B4-BE49-F238E27FC236}">
                    <a16:creationId xmlns:a16="http://schemas.microsoft.com/office/drawing/2014/main" id="{91A0AF60-383A-0182-1B43-5430C410996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05" name="직선 연결선 361">
                <a:extLst>
                  <a:ext uri="{FF2B5EF4-FFF2-40B4-BE49-F238E27FC236}">
                    <a16:creationId xmlns:a16="http://schemas.microsoft.com/office/drawing/2014/main" id="{D907F7C3-7DAE-23DC-3DDA-00546A89B92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2" name="직선 연결선 363">
              <a:extLst>
                <a:ext uri="{FF2B5EF4-FFF2-40B4-BE49-F238E27FC236}">
                  <a16:creationId xmlns:a16="http://schemas.microsoft.com/office/drawing/2014/main" id="{B8FFACC3-3FBB-1327-D689-F5517F76B2E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06" name="직선 연결선 351">
            <a:extLst>
              <a:ext uri="{FF2B5EF4-FFF2-40B4-BE49-F238E27FC236}">
                <a16:creationId xmlns:a16="http://schemas.microsoft.com/office/drawing/2014/main" id="{2AA6BDBA-0A18-274B-70DB-0DC4B1BFA141}"/>
              </a:ext>
            </a:extLst>
          </p:cNvPr>
          <p:cNvCxnSpPr>
            <a:cxnSpLocks/>
          </p:cNvCxnSpPr>
          <p:nvPr/>
        </p:nvCxnSpPr>
        <p:spPr>
          <a:xfrm>
            <a:off x="4638973" y="5504834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307" name="그룹 1306">
            <a:extLst>
              <a:ext uri="{FF2B5EF4-FFF2-40B4-BE49-F238E27FC236}">
                <a16:creationId xmlns:a16="http://schemas.microsoft.com/office/drawing/2014/main" id="{4B16763A-B27E-9FA2-3572-03B4A1F120D0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792799" y="2324470"/>
            <a:ext cx="57088" cy="108000"/>
            <a:chOff x="7604467" y="2108611"/>
            <a:chExt cx="122239" cy="239471"/>
          </a:xfrm>
        </p:grpSpPr>
        <p:grpSp>
          <p:nvGrpSpPr>
            <p:cNvPr id="1308" name="그룹 1307">
              <a:extLst>
                <a:ext uri="{FF2B5EF4-FFF2-40B4-BE49-F238E27FC236}">
                  <a16:creationId xmlns:a16="http://schemas.microsoft.com/office/drawing/2014/main" id="{6770E640-7E94-8999-4AB2-9A1242D7E5B9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10" name="직선 연결선 359">
                <a:extLst>
                  <a:ext uri="{FF2B5EF4-FFF2-40B4-BE49-F238E27FC236}">
                    <a16:creationId xmlns:a16="http://schemas.microsoft.com/office/drawing/2014/main" id="{FFB33026-0FFB-ED91-C504-3FAF9EC7D25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11" name="직선 연결선 360">
                <a:extLst>
                  <a:ext uri="{FF2B5EF4-FFF2-40B4-BE49-F238E27FC236}">
                    <a16:creationId xmlns:a16="http://schemas.microsoft.com/office/drawing/2014/main" id="{160E7FD6-F234-0F80-4427-58126122042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12" name="직선 연결선 361">
                <a:extLst>
                  <a:ext uri="{FF2B5EF4-FFF2-40B4-BE49-F238E27FC236}">
                    <a16:creationId xmlns:a16="http://schemas.microsoft.com/office/drawing/2014/main" id="{8A8F461B-2691-1E43-14FB-15A151499DF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9" name="직선 연결선 363">
              <a:extLst>
                <a:ext uri="{FF2B5EF4-FFF2-40B4-BE49-F238E27FC236}">
                  <a16:creationId xmlns:a16="http://schemas.microsoft.com/office/drawing/2014/main" id="{FBA22B76-C3D7-6550-CACE-0E1F26A7AE23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13" name="직선 연결선 351">
            <a:extLst>
              <a:ext uri="{FF2B5EF4-FFF2-40B4-BE49-F238E27FC236}">
                <a16:creationId xmlns:a16="http://schemas.microsoft.com/office/drawing/2014/main" id="{2C65E175-9C9E-9B14-399F-D5593D873947}"/>
              </a:ext>
            </a:extLst>
          </p:cNvPr>
          <p:cNvCxnSpPr>
            <a:cxnSpLocks/>
          </p:cNvCxnSpPr>
          <p:nvPr/>
        </p:nvCxnSpPr>
        <p:spPr>
          <a:xfrm>
            <a:off x="4634661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5" name="직선 연결선[R] 1314">
            <a:extLst>
              <a:ext uri="{FF2B5EF4-FFF2-40B4-BE49-F238E27FC236}">
                <a16:creationId xmlns:a16="http://schemas.microsoft.com/office/drawing/2014/main" id="{0E640CF9-A8D5-E705-5E51-12570E4FEB40}"/>
              </a:ext>
            </a:extLst>
          </p:cNvPr>
          <p:cNvCxnSpPr>
            <a:cxnSpLocks/>
          </p:cNvCxnSpPr>
          <p:nvPr/>
        </p:nvCxnSpPr>
        <p:spPr>
          <a:xfrm flipV="1">
            <a:off x="8030465" y="1441717"/>
            <a:ext cx="0" cy="1218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직선 연결선[R] 1316">
            <a:extLst>
              <a:ext uri="{FF2B5EF4-FFF2-40B4-BE49-F238E27FC236}">
                <a16:creationId xmlns:a16="http://schemas.microsoft.com/office/drawing/2014/main" id="{0227C0B5-1FB7-D12C-1DCE-E91719B1EBA6}"/>
              </a:ext>
            </a:extLst>
          </p:cNvPr>
          <p:cNvCxnSpPr>
            <a:cxnSpLocks/>
          </p:cNvCxnSpPr>
          <p:nvPr/>
        </p:nvCxnSpPr>
        <p:spPr>
          <a:xfrm>
            <a:off x="5011387" y="1555668"/>
            <a:ext cx="301907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1" name="직선 연결선[R] 1320">
            <a:extLst>
              <a:ext uri="{FF2B5EF4-FFF2-40B4-BE49-F238E27FC236}">
                <a16:creationId xmlns:a16="http://schemas.microsoft.com/office/drawing/2014/main" id="{CF257921-964C-2315-E1AA-9438F63F0345}"/>
              </a:ext>
            </a:extLst>
          </p:cNvPr>
          <p:cNvCxnSpPr>
            <a:cxnSpLocks/>
            <a:stCxn id="1025" idx="0"/>
          </p:cNvCxnSpPr>
          <p:nvPr/>
        </p:nvCxnSpPr>
        <p:spPr>
          <a:xfrm flipV="1">
            <a:off x="5007981" y="1555668"/>
            <a:ext cx="0" cy="35378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5" name="직선 연결선 351">
            <a:extLst>
              <a:ext uri="{FF2B5EF4-FFF2-40B4-BE49-F238E27FC236}">
                <a16:creationId xmlns:a16="http://schemas.microsoft.com/office/drawing/2014/main" id="{D9CB1345-3F2D-C60C-B810-1FC07C1CF0BC}"/>
              </a:ext>
            </a:extLst>
          </p:cNvPr>
          <p:cNvCxnSpPr>
            <a:cxnSpLocks/>
          </p:cNvCxnSpPr>
          <p:nvPr/>
        </p:nvCxnSpPr>
        <p:spPr>
          <a:xfrm>
            <a:off x="7976465" y="150329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326" name="그룹 1325">
            <a:extLst>
              <a:ext uri="{FF2B5EF4-FFF2-40B4-BE49-F238E27FC236}">
                <a16:creationId xmlns:a16="http://schemas.microsoft.com/office/drawing/2014/main" id="{37ED9228-E283-D612-4B48-C4B9C4CEE94C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976867" y="1820848"/>
            <a:ext cx="57088" cy="108000"/>
            <a:chOff x="7604467" y="2108611"/>
            <a:chExt cx="122239" cy="239471"/>
          </a:xfrm>
        </p:grpSpPr>
        <p:grpSp>
          <p:nvGrpSpPr>
            <p:cNvPr id="1327" name="그룹 1326">
              <a:extLst>
                <a:ext uri="{FF2B5EF4-FFF2-40B4-BE49-F238E27FC236}">
                  <a16:creationId xmlns:a16="http://schemas.microsoft.com/office/drawing/2014/main" id="{FEE66AD5-6E2D-BA28-1AA8-84EA58458A1E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29" name="직선 연결선 359">
                <a:extLst>
                  <a:ext uri="{FF2B5EF4-FFF2-40B4-BE49-F238E27FC236}">
                    <a16:creationId xmlns:a16="http://schemas.microsoft.com/office/drawing/2014/main" id="{48BDA41F-D7DC-5966-1043-C37D08B3754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30" name="직선 연결선 360">
                <a:extLst>
                  <a:ext uri="{FF2B5EF4-FFF2-40B4-BE49-F238E27FC236}">
                    <a16:creationId xmlns:a16="http://schemas.microsoft.com/office/drawing/2014/main" id="{9A9DA93A-1E70-35EA-4D3C-58DECE5A498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31" name="직선 연결선 361">
                <a:extLst>
                  <a:ext uri="{FF2B5EF4-FFF2-40B4-BE49-F238E27FC236}">
                    <a16:creationId xmlns:a16="http://schemas.microsoft.com/office/drawing/2014/main" id="{CCD90621-C735-C28F-0C83-11FE96838F8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28" name="직선 연결선 363">
              <a:extLst>
                <a:ext uri="{FF2B5EF4-FFF2-40B4-BE49-F238E27FC236}">
                  <a16:creationId xmlns:a16="http://schemas.microsoft.com/office/drawing/2014/main" id="{58852892-3786-B883-0732-30BBDA7712D1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EE1C437F-B29C-1323-8B50-B91751E74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562" y="162103"/>
            <a:ext cx="10737130" cy="654861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V1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98717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6D270-94D6-4639-180D-CA9653DE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직사각형 785">
            <a:extLst>
              <a:ext uri="{FF2B5EF4-FFF2-40B4-BE49-F238E27FC236}">
                <a16:creationId xmlns:a16="http://schemas.microsoft.com/office/drawing/2014/main" id="{A92E6850-CA19-6A4D-B3C2-AAD16BD0D1FD}"/>
              </a:ext>
            </a:extLst>
          </p:cNvPr>
          <p:cNvSpPr>
            <a:spLocks noChangeAspect="1"/>
          </p:cNvSpPr>
          <p:nvPr/>
        </p:nvSpPr>
        <p:spPr>
          <a:xfrm>
            <a:off x="7868471" y="1009717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87" name="직사각형 786">
            <a:extLst>
              <a:ext uri="{FF2B5EF4-FFF2-40B4-BE49-F238E27FC236}">
                <a16:creationId xmlns:a16="http://schemas.microsoft.com/office/drawing/2014/main" id="{D4285BE2-B670-26B5-8572-9A92553DA931}"/>
              </a:ext>
            </a:extLst>
          </p:cNvPr>
          <p:cNvSpPr>
            <a:spLocks/>
          </p:cNvSpPr>
          <p:nvPr/>
        </p:nvSpPr>
        <p:spPr>
          <a:xfrm>
            <a:off x="7868471" y="1909450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2" name="직사각형 791">
            <a:extLst>
              <a:ext uri="{FF2B5EF4-FFF2-40B4-BE49-F238E27FC236}">
                <a16:creationId xmlns:a16="http://schemas.microsoft.com/office/drawing/2014/main" id="{94BC7CC7-3D0D-D401-D569-6717DFC15A45}"/>
              </a:ext>
            </a:extLst>
          </p:cNvPr>
          <p:cNvSpPr>
            <a:spLocks/>
          </p:cNvSpPr>
          <p:nvPr/>
        </p:nvSpPr>
        <p:spPr>
          <a:xfrm>
            <a:off x="7868471" y="2809183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3" name="직사각형 792">
            <a:extLst>
              <a:ext uri="{FF2B5EF4-FFF2-40B4-BE49-F238E27FC236}">
                <a16:creationId xmlns:a16="http://schemas.microsoft.com/office/drawing/2014/main" id="{72252A7F-D772-2547-B697-076F02FA0F55}"/>
              </a:ext>
            </a:extLst>
          </p:cNvPr>
          <p:cNvSpPr>
            <a:spLocks/>
          </p:cNvSpPr>
          <p:nvPr/>
        </p:nvSpPr>
        <p:spPr>
          <a:xfrm>
            <a:off x="9859411" y="2816833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794" name="직사각형 793">
            <a:extLst>
              <a:ext uri="{FF2B5EF4-FFF2-40B4-BE49-F238E27FC236}">
                <a16:creationId xmlns:a16="http://schemas.microsoft.com/office/drawing/2014/main" id="{C616AB3D-08EC-05DC-00FF-D514AE92F442}"/>
              </a:ext>
            </a:extLst>
          </p:cNvPr>
          <p:cNvSpPr>
            <a:spLocks/>
          </p:cNvSpPr>
          <p:nvPr/>
        </p:nvSpPr>
        <p:spPr>
          <a:xfrm>
            <a:off x="7868471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5" name="직사각형 794">
            <a:extLst>
              <a:ext uri="{FF2B5EF4-FFF2-40B4-BE49-F238E27FC236}">
                <a16:creationId xmlns:a16="http://schemas.microsoft.com/office/drawing/2014/main" id="{31DF2AC2-C512-E42B-DDCE-3FFB8EDBD9B9}"/>
              </a:ext>
            </a:extLst>
          </p:cNvPr>
          <p:cNvSpPr>
            <a:spLocks/>
          </p:cNvSpPr>
          <p:nvPr/>
        </p:nvSpPr>
        <p:spPr>
          <a:xfrm>
            <a:off x="7868471" y="550128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6" name="직사각형 795">
            <a:extLst>
              <a:ext uri="{FF2B5EF4-FFF2-40B4-BE49-F238E27FC236}">
                <a16:creationId xmlns:a16="http://schemas.microsoft.com/office/drawing/2014/main" id="{06814574-5CDD-86A3-2D8C-44A8920A8ECA}"/>
              </a:ext>
            </a:extLst>
          </p:cNvPr>
          <p:cNvSpPr>
            <a:spLocks/>
          </p:cNvSpPr>
          <p:nvPr/>
        </p:nvSpPr>
        <p:spPr>
          <a:xfrm>
            <a:off x="7868471" y="4605101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8" name="직사각형 797">
            <a:extLst>
              <a:ext uri="{FF2B5EF4-FFF2-40B4-BE49-F238E27FC236}">
                <a16:creationId xmlns:a16="http://schemas.microsoft.com/office/drawing/2014/main" id="{B4748E5E-A85F-ADE2-AE36-428C1DA7CA6F}"/>
              </a:ext>
            </a:extLst>
          </p:cNvPr>
          <p:cNvSpPr>
            <a:spLocks/>
          </p:cNvSpPr>
          <p:nvPr/>
        </p:nvSpPr>
        <p:spPr>
          <a:xfrm>
            <a:off x="9859411" y="3716566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799" name="직선 연결선[R] 798">
            <a:extLst>
              <a:ext uri="{FF2B5EF4-FFF2-40B4-BE49-F238E27FC236}">
                <a16:creationId xmlns:a16="http://schemas.microsoft.com/office/drawing/2014/main" id="{E605F06F-C332-3365-28A8-60DBCF5EAB33}"/>
              </a:ext>
            </a:extLst>
          </p:cNvPr>
          <p:cNvCxnSpPr>
            <a:cxnSpLocks/>
          </p:cNvCxnSpPr>
          <p:nvPr/>
        </p:nvCxnSpPr>
        <p:spPr>
          <a:xfrm flipV="1">
            <a:off x="8441831" y="144171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직선 연결선[R] 801">
            <a:extLst>
              <a:ext uri="{FF2B5EF4-FFF2-40B4-BE49-F238E27FC236}">
                <a16:creationId xmlns:a16="http://schemas.microsoft.com/office/drawing/2014/main" id="{9F430D5B-0AD0-B0EB-E3BD-3C0ED8F593F8}"/>
              </a:ext>
            </a:extLst>
          </p:cNvPr>
          <p:cNvCxnSpPr>
            <a:cxnSpLocks/>
          </p:cNvCxnSpPr>
          <p:nvPr/>
        </p:nvCxnSpPr>
        <p:spPr>
          <a:xfrm flipV="1">
            <a:off x="8229573" y="2341450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직선 연결선[R] 802">
            <a:extLst>
              <a:ext uri="{FF2B5EF4-FFF2-40B4-BE49-F238E27FC236}">
                <a16:creationId xmlns:a16="http://schemas.microsoft.com/office/drawing/2014/main" id="{07FE9B74-7F13-B330-1F46-14F56E665ACD}"/>
              </a:ext>
            </a:extLst>
          </p:cNvPr>
          <p:cNvCxnSpPr>
            <a:cxnSpLocks/>
          </p:cNvCxnSpPr>
          <p:nvPr/>
        </p:nvCxnSpPr>
        <p:spPr>
          <a:xfrm flipV="1">
            <a:off x="8228471" y="324118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직선 연결선[R] 803">
            <a:extLst>
              <a:ext uri="{FF2B5EF4-FFF2-40B4-BE49-F238E27FC236}">
                <a16:creationId xmlns:a16="http://schemas.microsoft.com/office/drawing/2014/main" id="{35770704-6EE6-8BAD-0F30-097CFB384379}"/>
              </a:ext>
            </a:extLst>
          </p:cNvPr>
          <p:cNvCxnSpPr>
            <a:cxnSpLocks/>
          </p:cNvCxnSpPr>
          <p:nvPr/>
        </p:nvCxnSpPr>
        <p:spPr>
          <a:xfrm flipV="1">
            <a:off x="8228471" y="4140916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직선 연결선[R] 804">
            <a:extLst>
              <a:ext uri="{FF2B5EF4-FFF2-40B4-BE49-F238E27FC236}">
                <a16:creationId xmlns:a16="http://schemas.microsoft.com/office/drawing/2014/main" id="{3CD15D78-CDD3-6C20-F32C-3A310CC4E029}"/>
              </a:ext>
            </a:extLst>
          </p:cNvPr>
          <p:cNvCxnSpPr>
            <a:cxnSpLocks/>
          </p:cNvCxnSpPr>
          <p:nvPr/>
        </p:nvCxnSpPr>
        <p:spPr>
          <a:xfrm flipV="1">
            <a:off x="8228471" y="503710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직선 연결선[R] 805">
            <a:extLst>
              <a:ext uri="{FF2B5EF4-FFF2-40B4-BE49-F238E27FC236}">
                <a16:creationId xmlns:a16="http://schemas.microsoft.com/office/drawing/2014/main" id="{D1EDC05A-D29D-1E9B-D58B-3AF49375E483}"/>
              </a:ext>
            </a:extLst>
          </p:cNvPr>
          <p:cNvCxnSpPr>
            <a:cxnSpLocks/>
            <a:stCxn id="793" idx="1"/>
            <a:endCxn id="792" idx="3"/>
          </p:cNvCxnSpPr>
          <p:nvPr/>
        </p:nvCxnSpPr>
        <p:spPr>
          <a:xfrm flipH="1" flipV="1">
            <a:off x="8588471" y="3025183"/>
            <a:ext cx="1270940" cy="76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직선 연결선[R] 808">
            <a:extLst>
              <a:ext uri="{FF2B5EF4-FFF2-40B4-BE49-F238E27FC236}">
                <a16:creationId xmlns:a16="http://schemas.microsoft.com/office/drawing/2014/main" id="{9754011A-23E3-8CAE-FF2E-EAF53B58DB3D}"/>
              </a:ext>
            </a:extLst>
          </p:cNvPr>
          <p:cNvCxnSpPr>
            <a:cxnSpLocks/>
          </p:cNvCxnSpPr>
          <p:nvPr/>
        </p:nvCxnSpPr>
        <p:spPr>
          <a:xfrm flipH="1">
            <a:off x="8588471" y="5712592"/>
            <a:ext cx="1630940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직선 연결선[R] 809">
            <a:extLst>
              <a:ext uri="{FF2B5EF4-FFF2-40B4-BE49-F238E27FC236}">
                <a16:creationId xmlns:a16="http://schemas.microsoft.com/office/drawing/2014/main" id="{D92A9AF2-00E5-5CD9-BD06-7E4C0E5B1044}"/>
              </a:ext>
            </a:extLst>
          </p:cNvPr>
          <p:cNvCxnSpPr>
            <a:cxnSpLocks/>
          </p:cNvCxnSpPr>
          <p:nvPr/>
        </p:nvCxnSpPr>
        <p:spPr>
          <a:xfrm flipV="1">
            <a:off x="10220513" y="324883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직선 연결선[R] 810">
            <a:extLst>
              <a:ext uri="{FF2B5EF4-FFF2-40B4-BE49-F238E27FC236}">
                <a16:creationId xmlns:a16="http://schemas.microsoft.com/office/drawing/2014/main" id="{DBA70C57-06A9-CFC8-AD6F-4582BD88D23C}"/>
              </a:ext>
            </a:extLst>
          </p:cNvPr>
          <p:cNvCxnSpPr>
            <a:cxnSpLocks/>
            <a:endCxn id="798" idx="2"/>
          </p:cNvCxnSpPr>
          <p:nvPr/>
        </p:nvCxnSpPr>
        <p:spPr>
          <a:xfrm flipV="1">
            <a:off x="10219411" y="4148566"/>
            <a:ext cx="0" cy="157637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5" name="직사각형 814">
            <a:extLst>
              <a:ext uri="{FF2B5EF4-FFF2-40B4-BE49-F238E27FC236}">
                <a16:creationId xmlns:a16="http://schemas.microsoft.com/office/drawing/2014/main" id="{C6D11136-6F44-2408-621B-50800894D7B3}"/>
              </a:ext>
            </a:extLst>
          </p:cNvPr>
          <p:cNvSpPr/>
          <p:nvPr/>
        </p:nvSpPr>
        <p:spPr>
          <a:xfrm>
            <a:off x="6588739" y="2809183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status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7" name="직사각형 816">
            <a:extLst>
              <a:ext uri="{FF2B5EF4-FFF2-40B4-BE49-F238E27FC236}">
                <a16:creationId xmlns:a16="http://schemas.microsoft.com/office/drawing/2014/main" id="{BB931E02-998A-4F01-D289-BCC476FA0B95}"/>
              </a:ext>
            </a:extLst>
          </p:cNvPr>
          <p:cNvSpPr>
            <a:spLocks/>
          </p:cNvSpPr>
          <p:nvPr/>
        </p:nvSpPr>
        <p:spPr>
          <a:xfrm>
            <a:off x="7435151" y="10446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rating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8" name="직사각형 817">
            <a:extLst>
              <a:ext uri="{FF2B5EF4-FFF2-40B4-BE49-F238E27FC236}">
                <a16:creationId xmlns:a16="http://schemas.microsoft.com/office/drawing/2014/main" id="{F1C247C8-3EFC-13FE-D3B5-CD6A010FE8F4}"/>
              </a:ext>
            </a:extLst>
          </p:cNvPr>
          <p:cNvSpPr>
            <a:spLocks/>
          </p:cNvSpPr>
          <p:nvPr/>
        </p:nvSpPr>
        <p:spPr>
          <a:xfrm>
            <a:off x="8316939" y="104461"/>
            <a:ext cx="830835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distributor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9" name="직사각형 818">
            <a:extLst>
              <a:ext uri="{FF2B5EF4-FFF2-40B4-BE49-F238E27FC236}">
                <a16:creationId xmlns:a16="http://schemas.microsoft.com/office/drawing/2014/main" id="{A1A1F081-BB4E-78A1-1F67-3CDBAEC5C470}"/>
              </a:ext>
            </a:extLst>
          </p:cNvPr>
          <p:cNvSpPr>
            <a:spLocks/>
          </p:cNvSpPr>
          <p:nvPr/>
        </p:nvSpPr>
        <p:spPr>
          <a:xfrm>
            <a:off x="9859411" y="2154515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language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0" name="직사각형 819">
            <a:extLst>
              <a:ext uri="{FF2B5EF4-FFF2-40B4-BE49-F238E27FC236}">
                <a16:creationId xmlns:a16="http://schemas.microsoft.com/office/drawing/2014/main" id="{56AD716D-835D-994C-4112-2EA2722BA1FE}"/>
              </a:ext>
            </a:extLst>
          </p:cNvPr>
          <p:cNvSpPr>
            <a:spLocks/>
          </p:cNvSpPr>
          <p:nvPr/>
        </p:nvSpPr>
        <p:spPr>
          <a:xfrm>
            <a:off x="9859411" y="166254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subtitle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A3A27F66-47E9-0344-327B-0AF0E4B5D0D5}"/>
              </a:ext>
            </a:extLst>
          </p:cNvPr>
          <p:cNvSpPr>
            <a:spLocks/>
          </p:cNvSpPr>
          <p:nvPr/>
        </p:nvSpPr>
        <p:spPr>
          <a:xfrm>
            <a:off x="9147778" y="1003791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similarity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22" name="직선 연결선[R] 821">
            <a:extLst>
              <a:ext uri="{FF2B5EF4-FFF2-40B4-BE49-F238E27FC236}">
                <a16:creationId xmlns:a16="http://schemas.microsoft.com/office/drawing/2014/main" id="{FEEE6472-8215-677A-F52D-0006962FAA2E}"/>
              </a:ext>
            </a:extLst>
          </p:cNvPr>
          <p:cNvCxnSpPr>
            <a:cxnSpLocks/>
          </p:cNvCxnSpPr>
          <p:nvPr/>
        </p:nvCxnSpPr>
        <p:spPr>
          <a:xfrm flipH="1">
            <a:off x="8588471" y="1995052"/>
            <a:ext cx="12709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직선 연결선[R] 825">
            <a:extLst>
              <a:ext uri="{FF2B5EF4-FFF2-40B4-BE49-F238E27FC236}">
                <a16:creationId xmlns:a16="http://schemas.microsoft.com/office/drawing/2014/main" id="{28F69A70-6C44-FA25-1B6E-2378836CBC6B}"/>
              </a:ext>
            </a:extLst>
          </p:cNvPr>
          <p:cNvCxnSpPr>
            <a:cxnSpLocks/>
          </p:cNvCxnSpPr>
          <p:nvPr/>
        </p:nvCxnSpPr>
        <p:spPr>
          <a:xfrm flipH="1">
            <a:off x="7308739" y="3024037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직선 연결선[R] 827">
            <a:extLst>
              <a:ext uri="{FF2B5EF4-FFF2-40B4-BE49-F238E27FC236}">
                <a16:creationId xmlns:a16="http://schemas.microsoft.com/office/drawing/2014/main" id="{F4AAD21A-E42C-61C3-F9FA-0FB814B7A176}"/>
              </a:ext>
            </a:extLst>
          </p:cNvPr>
          <p:cNvCxnSpPr>
            <a:cxnSpLocks/>
          </p:cNvCxnSpPr>
          <p:nvPr/>
        </p:nvCxnSpPr>
        <p:spPr>
          <a:xfrm flipH="1">
            <a:off x="8588471" y="2229431"/>
            <a:ext cx="1270940" cy="53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직선 연결선[R] 828">
            <a:extLst>
              <a:ext uri="{FF2B5EF4-FFF2-40B4-BE49-F238E27FC236}">
                <a16:creationId xmlns:a16="http://schemas.microsoft.com/office/drawing/2014/main" id="{AC8AFCA1-B8BF-79EC-5C7C-345424233EAB}"/>
              </a:ext>
            </a:extLst>
          </p:cNvPr>
          <p:cNvCxnSpPr>
            <a:cxnSpLocks/>
          </p:cNvCxnSpPr>
          <p:nvPr/>
        </p:nvCxnSpPr>
        <p:spPr>
          <a:xfrm flipH="1">
            <a:off x="8588046" y="1144151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3" name="직사각형 832">
            <a:extLst>
              <a:ext uri="{FF2B5EF4-FFF2-40B4-BE49-F238E27FC236}">
                <a16:creationId xmlns:a16="http://schemas.microsoft.com/office/drawing/2014/main" id="{7284C8B4-7C82-82BD-49EF-A327ED9214F6}"/>
              </a:ext>
            </a:extLst>
          </p:cNvPr>
          <p:cNvSpPr>
            <a:spLocks/>
          </p:cNvSpPr>
          <p:nvPr/>
        </p:nvSpPr>
        <p:spPr>
          <a:xfrm>
            <a:off x="5307906" y="3704222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4" name="직사각형 833">
            <a:extLst>
              <a:ext uri="{FF2B5EF4-FFF2-40B4-BE49-F238E27FC236}">
                <a16:creationId xmlns:a16="http://schemas.microsoft.com/office/drawing/2014/main" id="{04F2D7ED-C15A-127C-C72D-20DEE71B10F8}"/>
              </a:ext>
            </a:extLst>
          </p:cNvPr>
          <p:cNvSpPr>
            <a:spLocks/>
          </p:cNvSpPr>
          <p:nvPr/>
        </p:nvSpPr>
        <p:spPr>
          <a:xfrm>
            <a:off x="1147624" y="370205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store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AD40B056-EDA6-4949-C499-CB02E70D0EA1}"/>
              </a:ext>
            </a:extLst>
          </p:cNvPr>
          <p:cNvSpPr>
            <a:spLocks/>
          </p:cNvSpPr>
          <p:nvPr/>
        </p:nvSpPr>
        <p:spPr>
          <a:xfrm>
            <a:off x="5307906" y="2808037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city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region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6" name="직사각형 835">
            <a:extLst>
              <a:ext uri="{FF2B5EF4-FFF2-40B4-BE49-F238E27FC236}">
                <a16:creationId xmlns:a16="http://schemas.microsoft.com/office/drawing/2014/main" id="{596B745F-B8AC-B2E9-0A9C-989B627BFED8}"/>
              </a:ext>
            </a:extLst>
          </p:cNvPr>
          <p:cNvSpPr>
            <a:spLocks/>
          </p:cNvSpPr>
          <p:nvPr/>
        </p:nvSpPr>
        <p:spPr>
          <a:xfrm>
            <a:off x="6588739" y="5501286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68C2740C-1101-7E91-7C75-226E2A470CA1}"/>
              </a:ext>
            </a:extLst>
          </p:cNvPr>
          <p:cNvSpPr>
            <a:spLocks/>
          </p:cNvSpPr>
          <p:nvPr/>
        </p:nvSpPr>
        <p:spPr>
          <a:xfrm>
            <a:off x="3867906" y="5496592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A0897449-943D-B700-E726-C3D7DF97356F}"/>
              </a:ext>
            </a:extLst>
          </p:cNvPr>
          <p:cNvSpPr>
            <a:spLocks/>
          </p:cNvSpPr>
          <p:nvPr/>
        </p:nvSpPr>
        <p:spPr>
          <a:xfrm>
            <a:off x="11139142" y="5504242"/>
            <a:ext cx="965772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ko-KR" sz="1000" b="1" dirty="0"/>
              <a:t>maintenance</a:t>
            </a:r>
          </a:p>
          <a:p>
            <a:pPr algn="ctr"/>
            <a:r>
              <a:rPr lang="en" altLang="ko-KR" sz="1000" b="1" dirty="0"/>
              <a:t>ticket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43" name="직선 연결선[R] 842">
            <a:extLst>
              <a:ext uri="{FF2B5EF4-FFF2-40B4-BE49-F238E27FC236}">
                <a16:creationId xmlns:a16="http://schemas.microsoft.com/office/drawing/2014/main" id="{2A4ADF48-8205-3A33-C529-C120E3F767D4}"/>
              </a:ext>
            </a:extLst>
          </p:cNvPr>
          <p:cNvCxnSpPr>
            <a:cxnSpLocks/>
            <a:stCxn id="833" idx="0"/>
            <a:endCxn id="835" idx="2"/>
          </p:cNvCxnSpPr>
          <p:nvPr/>
        </p:nvCxnSpPr>
        <p:spPr>
          <a:xfrm flipV="1">
            <a:off x="5667906" y="3240037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4" name="직선 연결선[R] 843">
            <a:extLst>
              <a:ext uri="{FF2B5EF4-FFF2-40B4-BE49-F238E27FC236}">
                <a16:creationId xmlns:a16="http://schemas.microsoft.com/office/drawing/2014/main" id="{46B43223-7866-7A64-423D-227BA130ECBE}"/>
              </a:ext>
            </a:extLst>
          </p:cNvPr>
          <p:cNvCxnSpPr>
            <a:cxnSpLocks/>
            <a:stCxn id="834" idx="3"/>
            <a:endCxn id="833" idx="1"/>
          </p:cNvCxnSpPr>
          <p:nvPr/>
        </p:nvCxnSpPr>
        <p:spPr>
          <a:xfrm>
            <a:off x="1867624" y="3918051"/>
            <a:ext cx="3440282" cy="21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9" name="직선 연결선[R] 848">
            <a:extLst>
              <a:ext uri="{FF2B5EF4-FFF2-40B4-BE49-F238E27FC236}">
                <a16:creationId xmlns:a16="http://schemas.microsoft.com/office/drawing/2014/main" id="{A1456F22-33A2-C9FC-DF3D-02E078389FA0}"/>
              </a:ext>
            </a:extLst>
          </p:cNvPr>
          <p:cNvCxnSpPr>
            <a:cxnSpLocks/>
            <a:stCxn id="794" idx="1"/>
            <a:endCxn id="833" idx="3"/>
          </p:cNvCxnSpPr>
          <p:nvPr/>
        </p:nvCxnSpPr>
        <p:spPr>
          <a:xfrm flipH="1" flipV="1">
            <a:off x="6027906" y="3920222"/>
            <a:ext cx="1840565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2" name="직선 연결선[R] 851">
            <a:extLst>
              <a:ext uri="{FF2B5EF4-FFF2-40B4-BE49-F238E27FC236}">
                <a16:creationId xmlns:a16="http://schemas.microsoft.com/office/drawing/2014/main" id="{B5292FDB-68CB-9C11-10D1-AF8732556C05}"/>
              </a:ext>
            </a:extLst>
          </p:cNvPr>
          <p:cNvCxnSpPr>
            <a:cxnSpLocks/>
            <a:stCxn id="836" idx="1"/>
            <a:endCxn id="840" idx="3"/>
          </p:cNvCxnSpPr>
          <p:nvPr/>
        </p:nvCxnSpPr>
        <p:spPr>
          <a:xfrm flipH="1" flipV="1">
            <a:off x="4587906" y="5712592"/>
            <a:ext cx="2000833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5" name="직선 연결선[R] 854">
            <a:extLst>
              <a:ext uri="{FF2B5EF4-FFF2-40B4-BE49-F238E27FC236}">
                <a16:creationId xmlns:a16="http://schemas.microsoft.com/office/drawing/2014/main" id="{DA407385-3EB8-0671-DC52-752B1C89E71B}"/>
              </a:ext>
            </a:extLst>
          </p:cNvPr>
          <p:cNvCxnSpPr>
            <a:cxnSpLocks/>
            <a:stCxn id="795" idx="1"/>
            <a:endCxn id="836" idx="3"/>
          </p:cNvCxnSpPr>
          <p:nvPr/>
        </p:nvCxnSpPr>
        <p:spPr>
          <a:xfrm flipH="1">
            <a:off x="7308739" y="5717286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8" name="직선 연결선[R] 857">
            <a:extLst>
              <a:ext uri="{FF2B5EF4-FFF2-40B4-BE49-F238E27FC236}">
                <a16:creationId xmlns:a16="http://schemas.microsoft.com/office/drawing/2014/main" id="{36DA210B-9194-3E87-BBA4-9586C76F5365}"/>
              </a:ext>
            </a:extLst>
          </p:cNvPr>
          <p:cNvCxnSpPr>
            <a:cxnSpLocks/>
          </p:cNvCxnSpPr>
          <p:nvPr/>
        </p:nvCxnSpPr>
        <p:spPr>
          <a:xfrm flipH="1">
            <a:off x="8588471" y="5834852"/>
            <a:ext cx="255067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직선 연결선[R] 860">
            <a:extLst>
              <a:ext uri="{FF2B5EF4-FFF2-40B4-BE49-F238E27FC236}">
                <a16:creationId xmlns:a16="http://schemas.microsoft.com/office/drawing/2014/main" id="{0F32D06B-8B54-B666-A3AA-016ED6D5F5BC}"/>
              </a:ext>
            </a:extLst>
          </p:cNvPr>
          <p:cNvCxnSpPr>
            <a:cxnSpLocks/>
          </p:cNvCxnSpPr>
          <p:nvPr/>
        </p:nvCxnSpPr>
        <p:spPr>
          <a:xfrm flipH="1">
            <a:off x="7588605" y="3126486"/>
            <a:ext cx="2798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직선 연결선[R] 861">
            <a:extLst>
              <a:ext uri="{FF2B5EF4-FFF2-40B4-BE49-F238E27FC236}">
                <a16:creationId xmlns:a16="http://schemas.microsoft.com/office/drawing/2014/main" id="{C8DFFD41-8C52-D4F5-4182-3E49DF830EB4}"/>
              </a:ext>
            </a:extLst>
          </p:cNvPr>
          <p:cNvCxnSpPr>
            <a:cxnSpLocks/>
          </p:cNvCxnSpPr>
          <p:nvPr/>
        </p:nvCxnSpPr>
        <p:spPr>
          <a:xfrm flipH="1" flipV="1">
            <a:off x="7588605" y="3126486"/>
            <a:ext cx="0" cy="24547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6" name="직선 연결선[R] 865">
            <a:extLst>
              <a:ext uri="{FF2B5EF4-FFF2-40B4-BE49-F238E27FC236}">
                <a16:creationId xmlns:a16="http://schemas.microsoft.com/office/drawing/2014/main" id="{904A7E09-9ACC-28FE-9510-1F82155A1DE9}"/>
              </a:ext>
            </a:extLst>
          </p:cNvPr>
          <p:cNvCxnSpPr>
            <a:cxnSpLocks/>
          </p:cNvCxnSpPr>
          <p:nvPr/>
        </p:nvCxnSpPr>
        <p:spPr>
          <a:xfrm flipH="1">
            <a:off x="7319941" y="5581249"/>
            <a:ext cx="2686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9" name="직선 연결선[R] 868">
            <a:extLst>
              <a:ext uri="{FF2B5EF4-FFF2-40B4-BE49-F238E27FC236}">
                <a16:creationId xmlns:a16="http://schemas.microsoft.com/office/drawing/2014/main" id="{86B1F9A3-BA2B-57CE-11CC-E8B986E052FF}"/>
              </a:ext>
            </a:extLst>
          </p:cNvPr>
          <p:cNvCxnSpPr>
            <a:cxnSpLocks/>
          </p:cNvCxnSpPr>
          <p:nvPr/>
        </p:nvCxnSpPr>
        <p:spPr>
          <a:xfrm flipV="1">
            <a:off x="8441831" y="541984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0" name="직선 연결선[R] 869">
            <a:extLst>
              <a:ext uri="{FF2B5EF4-FFF2-40B4-BE49-F238E27FC236}">
                <a16:creationId xmlns:a16="http://schemas.microsoft.com/office/drawing/2014/main" id="{074868CF-41CA-B27F-321E-823E0BC20CB9}"/>
              </a:ext>
            </a:extLst>
          </p:cNvPr>
          <p:cNvCxnSpPr>
            <a:cxnSpLocks/>
          </p:cNvCxnSpPr>
          <p:nvPr/>
        </p:nvCxnSpPr>
        <p:spPr>
          <a:xfrm flipV="1">
            <a:off x="8030465" y="53646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1" name="직사각형 870">
            <a:extLst>
              <a:ext uri="{FF2B5EF4-FFF2-40B4-BE49-F238E27FC236}">
                <a16:creationId xmlns:a16="http://schemas.microsoft.com/office/drawing/2014/main" id="{2D68B693-82CB-19A8-A7E8-9C07C7F3FD3B}"/>
              </a:ext>
            </a:extLst>
          </p:cNvPr>
          <p:cNvSpPr>
            <a:spLocks/>
          </p:cNvSpPr>
          <p:nvPr/>
        </p:nvSpPr>
        <p:spPr>
          <a:xfrm>
            <a:off x="11139142" y="4184377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72" name="직사각형 871">
            <a:extLst>
              <a:ext uri="{FF2B5EF4-FFF2-40B4-BE49-F238E27FC236}">
                <a16:creationId xmlns:a16="http://schemas.microsoft.com/office/drawing/2014/main" id="{CC7287BE-95FC-BC0A-0199-44E08C6754B6}"/>
              </a:ext>
            </a:extLst>
          </p:cNvPr>
          <p:cNvSpPr>
            <a:spLocks/>
          </p:cNvSpPr>
          <p:nvPr/>
        </p:nvSpPr>
        <p:spPr>
          <a:xfrm>
            <a:off x="11139142" y="3288192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  <a:r>
              <a: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73" name="직선 연결선[R] 872">
            <a:extLst>
              <a:ext uri="{FF2B5EF4-FFF2-40B4-BE49-F238E27FC236}">
                <a16:creationId xmlns:a16="http://schemas.microsoft.com/office/drawing/2014/main" id="{824AE41D-FC17-2894-C3A9-2B4BBD3BEE46}"/>
              </a:ext>
            </a:extLst>
          </p:cNvPr>
          <p:cNvCxnSpPr>
            <a:cxnSpLocks/>
            <a:stCxn id="871" idx="0"/>
            <a:endCxn id="872" idx="2"/>
          </p:cNvCxnSpPr>
          <p:nvPr/>
        </p:nvCxnSpPr>
        <p:spPr>
          <a:xfrm flipV="1">
            <a:off x="11499142" y="3720192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직선 연결선[R] 875">
            <a:extLst>
              <a:ext uri="{FF2B5EF4-FFF2-40B4-BE49-F238E27FC236}">
                <a16:creationId xmlns:a16="http://schemas.microsoft.com/office/drawing/2014/main" id="{A3296204-7232-82CF-E72C-73F89738F0F9}"/>
              </a:ext>
            </a:extLst>
          </p:cNvPr>
          <p:cNvCxnSpPr>
            <a:cxnSpLocks/>
          </p:cNvCxnSpPr>
          <p:nvPr/>
        </p:nvCxnSpPr>
        <p:spPr>
          <a:xfrm flipV="1">
            <a:off x="5856270" y="3450825"/>
            <a:ext cx="0" cy="25339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9" name="직선 연결선[R] 878">
            <a:extLst>
              <a:ext uri="{FF2B5EF4-FFF2-40B4-BE49-F238E27FC236}">
                <a16:creationId xmlns:a16="http://schemas.microsoft.com/office/drawing/2014/main" id="{2367F8BA-6B4B-52B2-9CE2-2BC3B587DDA9}"/>
              </a:ext>
            </a:extLst>
          </p:cNvPr>
          <p:cNvCxnSpPr>
            <a:cxnSpLocks/>
          </p:cNvCxnSpPr>
          <p:nvPr/>
        </p:nvCxnSpPr>
        <p:spPr>
          <a:xfrm flipH="1" flipV="1">
            <a:off x="5856270" y="3450825"/>
            <a:ext cx="5282872" cy="232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3" name="직선 연결선[R] 882">
            <a:extLst>
              <a:ext uri="{FF2B5EF4-FFF2-40B4-BE49-F238E27FC236}">
                <a16:creationId xmlns:a16="http://schemas.microsoft.com/office/drawing/2014/main" id="{3BD9312B-28B6-93DC-A94F-F8CB28D9D915}"/>
              </a:ext>
            </a:extLst>
          </p:cNvPr>
          <p:cNvCxnSpPr>
            <a:cxnSpLocks/>
          </p:cNvCxnSpPr>
          <p:nvPr/>
        </p:nvCxnSpPr>
        <p:spPr>
          <a:xfrm flipH="1">
            <a:off x="10579411" y="3927582"/>
            <a:ext cx="70843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6" name="직선 연결선[R] 885">
            <a:extLst>
              <a:ext uri="{FF2B5EF4-FFF2-40B4-BE49-F238E27FC236}">
                <a16:creationId xmlns:a16="http://schemas.microsoft.com/office/drawing/2014/main" id="{042BCA64-65E5-639F-5054-7D2D262E4A64}"/>
              </a:ext>
            </a:extLst>
          </p:cNvPr>
          <p:cNvCxnSpPr>
            <a:cxnSpLocks/>
          </p:cNvCxnSpPr>
          <p:nvPr/>
        </p:nvCxnSpPr>
        <p:spPr>
          <a:xfrm>
            <a:off x="11300287" y="3726642"/>
            <a:ext cx="0" cy="2009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9" name="직선 연결선[R] 888">
            <a:extLst>
              <a:ext uri="{FF2B5EF4-FFF2-40B4-BE49-F238E27FC236}">
                <a16:creationId xmlns:a16="http://schemas.microsoft.com/office/drawing/2014/main" id="{F3CBBB3F-768C-7240-82D9-1125D6BF5082}"/>
              </a:ext>
            </a:extLst>
          </p:cNvPr>
          <p:cNvCxnSpPr>
            <a:cxnSpLocks/>
          </p:cNvCxnSpPr>
          <p:nvPr/>
        </p:nvCxnSpPr>
        <p:spPr>
          <a:xfrm flipV="1">
            <a:off x="8441831" y="3576751"/>
            <a:ext cx="0" cy="1197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1" name="직선 연결선[R] 890">
            <a:extLst>
              <a:ext uri="{FF2B5EF4-FFF2-40B4-BE49-F238E27FC236}">
                <a16:creationId xmlns:a16="http://schemas.microsoft.com/office/drawing/2014/main" id="{403AD58B-9635-F30E-A8E1-5209D02E7CB5}"/>
              </a:ext>
            </a:extLst>
          </p:cNvPr>
          <p:cNvCxnSpPr>
            <a:cxnSpLocks/>
          </p:cNvCxnSpPr>
          <p:nvPr/>
        </p:nvCxnSpPr>
        <p:spPr>
          <a:xfrm flipH="1">
            <a:off x="8441831" y="3576751"/>
            <a:ext cx="269731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4" name="직사각형 893">
            <a:extLst>
              <a:ext uri="{FF2B5EF4-FFF2-40B4-BE49-F238E27FC236}">
                <a16:creationId xmlns:a16="http://schemas.microsoft.com/office/drawing/2014/main" id="{AEB69771-8647-70B0-85B7-6920EDBCB2AF}"/>
              </a:ext>
            </a:extLst>
          </p:cNvPr>
          <p:cNvSpPr>
            <a:spLocks/>
          </p:cNvSpPr>
          <p:nvPr/>
        </p:nvSpPr>
        <p:spPr>
          <a:xfrm>
            <a:off x="5307906" y="590533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5" name="직사각형 894">
            <a:extLst>
              <a:ext uri="{FF2B5EF4-FFF2-40B4-BE49-F238E27FC236}">
                <a16:creationId xmlns:a16="http://schemas.microsoft.com/office/drawing/2014/main" id="{680C04AD-FDA6-88F2-9FC9-813879BABB71}"/>
              </a:ext>
            </a:extLst>
          </p:cNvPr>
          <p:cNvSpPr>
            <a:spLocks/>
          </p:cNvSpPr>
          <p:nvPr/>
        </p:nvSpPr>
        <p:spPr>
          <a:xfrm>
            <a:off x="2507490" y="5903508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 login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history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6" name="직사각형 895">
            <a:extLst>
              <a:ext uri="{FF2B5EF4-FFF2-40B4-BE49-F238E27FC236}">
                <a16:creationId xmlns:a16="http://schemas.microsoft.com/office/drawing/2014/main" id="{AB2F0ECA-3D0B-344D-BD82-1E44C9CDA4C6}"/>
              </a:ext>
            </a:extLst>
          </p:cNvPr>
          <p:cNvSpPr>
            <a:spLocks/>
          </p:cNvSpPr>
          <p:nvPr/>
        </p:nvSpPr>
        <p:spPr>
          <a:xfrm>
            <a:off x="2323367" y="5365249"/>
            <a:ext cx="904123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7" name="직사각형 896">
            <a:extLst>
              <a:ext uri="{FF2B5EF4-FFF2-40B4-BE49-F238E27FC236}">
                <a16:creationId xmlns:a16="http://schemas.microsoft.com/office/drawing/2014/main" id="{543494D6-332F-AB5F-CD6A-AF41F3358274}"/>
              </a:ext>
            </a:extLst>
          </p:cNvPr>
          <p:cNvSpPr>
            <a:spLocks/>
          </p:cNvSpPr>
          <p:nvPr/>
        </p:nvSpPr>
        <p:spPr>
          <a:xfrm>
            <a:off x="2507490" y="4826990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block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list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8" name="직사각형 897">
            <a:extLst>
              <a:ext uri="{FF2B5EF4-FFF2-40B4-BE49-F238E27FC236}">
                <a16:creationId xmlns:a16="http://schemas.microsoft.com/office/drawing/2014/main" id="{D924626F-0540-861C-33F0-1A27DD4301D4}"/>
              </a:ext>
            </a:extLst>
          </p:cNvPr>
          <p:cNvSpPr>
            <a:spLocks/>
          </p:cNvSpPr>
          <p:nvPr/>
        </p:nvSpPr>
        <p:spPr>
          <a:xfrm>
            <a:off x="2501223" y="3994735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preference</a:t>
            </a:r>
            <a:endParaRPr lang="ko-KR" altLang="en-US" sz="8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99" name="직선 연결선[R] 898">
            <a:extLst>
              <a:ext uri="{FF2B5EF4-FFF2-40B4-BE49-F238E27FC236}">
                <a16:creationId xmlns:a16="http://schemas.microsoft.com/office/drawing/2014/main" id="{43AB1471-0B98-62D2-9D04-644B62847D95}"/>
              </a:ext>
            </a:extLst>
          </p:cNvPr>
          <p:cNvCxnSpPr>
            <a:cxnSpLocks/>
            <a:stCxn id="894" idx="1"/>
          </p:cNvCxnSpPr>
          <p:nvPr/>
        </p:nvCxnSpPr>
        <p:spPr>
          <a:xfrm flipH="1">
            <a:off x="4442780" y="6121330"/>
            <a:ext cx="86512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3" name="직선 연결선[R] 902">
            <a:extLst>
              <a:ext uri="{FF2B5EF4-FFF2-40B4-BE49-F238E27FC236}">
                <a16:creationId xmlns:a16="http://schemas.microsoft.com/office/drawing/2014/main" id="{D485DA0E-5F36-9FDF-A78E-0547100BDBAD}"/>
              </a:ext>
            </a:extLst>
          </p:cNvPr>
          <p:cNvCxnSpPr>
            <a:cxnSpLocks/>
          </p:cNvCxnSpPr>
          <p:nvPr/>
        </p:nvCxnSpPr>
        <p:spPr>
          <a:xfrm flipV="1">
            <a:off x="4442780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6" name="직선 연결선[R] 905">
            <a:extLst>
              <a:ext uri="{FF2B5EF4-FFF2-40B4-BE49-F238E27FC236}">
                <a16:creationId xmlns:a16="http://schemas.microsoft.com/office/drawing/2014/main" id="{E48451A9-8BBB-C98D-941C-51E9B68A498A}"/>
              </a:ext>
            </a:extLst>
          </p:cNvPr>
          <p:cNvCxnSpPr>
            <a:cxnSpLocks/>
          </p:cNvCxnSpPr>
          <p:nvPr/>
        </p:nvCxnSpPr>
        <p:spPr>
          <a:xfrm flipH="1">
            <a:off x="3227490" y="6127546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" name="직선 연결선[R] 906">
            <a:extLst>
              <a:ext uri="{FF2B5EF4-FFF2-40B4-BE49-F238E27FC236}">
                <a16:creationId xmlns:a16="http://schemas.microsoft.com/office/drawing/2014/main" id="{B6BA4A92-A7B6-2710-652B-C4F16D995054}"/>
              </a:ext>
            </a:extLst>
          </p:cNvPr>
          <p:cNvCxnSpPr>
            <a:cxnSpLocks/>
          </p:cNvCxnSpPr>
          <p:nvPr/>
        </p:nvCxnSpPr>
        <p:spPr>
          <a:xfrm flipV="1">
            <a:off x="4010066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9" name="직선 연결선[R] 908">
            <a:extLst>
              <a:ext uri="{FF2B5EF4-FFF2-40B4-BE49-F238E27FC236}">
                <a16:creationId xmlns:a16="http://schemas.microsoft.com/office/drawing/2014/main" id="{543F57BD-2C22-FD93-3757-D801068583C5}"/>
              </a:ext>
            </a:extLst>
          </p:cNvPr>
          <p:cNvCxnSpPr>
            <a:cxnSpLocks/>
          </p:cNvCxnSpPr>
          <p:nvPr/>
        </p:nvCxnSpPr>
        <p:spPr>
          <a:xfrm flipH="1" flipV="1">
            <a:off x="3227490" y="5712592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직선 연결선[R] 910">
            <a:extLst>
              <a:ext uri="{FF2B5EF4-FFF2-40B4-BE49-F238E27FC236}">
                <a16:creationId xmlns:a16="http://schemas.microsoft.com/office/drawing/2014/main" id="{C393B220-87B1-4BB8-014D-E7FF9FF92381}"/>
              </a:ext>
            </a:extLst>
          </p:cNvPr>
          <p:cNvCxnSpPr>
            <a:cxnSpLocks/>
          </p:cNvCxnSpPr>
          <p:nvPr/>
        </p:nvCxnSpPr>
        <p:spPr>
          <a:xfrm flipH="1">
            <a:off x="3227490" y="5126535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2" name="직선 연결선[R] 911">
            <a:extLst>
              <a:ext uri="{FF2B5EF4-FFF2-40B4-BE49-F238E27FC236}">
                <a16:creationId xmlns:a16="http://schemas.microsoft.com/office/drawing/2014/main" id="{1CE9CC6C-707A-8D7F-B671-E82A52C423A2}"/>
              </a:ext>
            </a:extLst>
          </p:cNvPr>
          <p:cNvCxnSpPr>
            <a:cxnSpLocks/>
          </p:cNvCxnSpPr>
          <p:nvPr/>
        </p:nvCxnSpPr>
        <p:spPr>
          <a:xfrm flipV="1">
            <a:off x="3547698" y="5126535"/>
            <a:ext cx="0" cy="4547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9" name="직선 연결선[R] 918">
            <a:extLst>
              <a:ext uri="{FF2B5EF4-FFF2-40B4-BE49-F238E27FC236}">
                <a16:creationId xmlns:a16="http://schemas.microsoft.com/office/drawing/2014/main" id="{BFF05588-DE9A-D88C-DC14-DF6CE2CBA1D3}"/>
              </a:ext>
            </a:extLst>
          </p:cNvPr>
          <p:cNvCxnSpPr>
            <a:cxnSpLocks/>
          </p:cNvCxnSpPr>
          <p:nvPr/>
        </p:nvCxnSpPr>
        <p:spPr>
          <a:xfrm flipH="1">
            <a:off x="3547698" y="5581484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1" name="직선 연결선[R] 920">
            <a:extLst>
              <a:ext uri="{FF2B5EF4-FFF2-40B4-BE49-F238E27FC236}">
                <a16:creationId xmlns:a16="http://schemas.microsoft.com/office/drawing/2014/main" id="{91059804-7B3B-FD05-772C-4A6F8054ED9A}"/>
              </a:ext>
            </a:extLst>
          </p:cNvPr>
          <p:cNvCxnSpPr>
            <a:cxnSpLocks/>
            <a:endCxn id="898" idx="3"/>
          </p:cNvCxnSpPr>
          <p:nvPr/>
        </p:nvCxnSpPr>
        <p:spPr>
          <a:xfrm flipH="1">
            <a:off x="3221223" y="4210735"/>
            <a:ext cx="92018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4" name="직선 연결선[R] 923">
            <a:extLst>
              <a:ext uri="{FF2B5EF4-FFF2-40B4-BE49-F238E27FC236}">
                <a16:creationId xmlns:a16="http://schemas.microsoft.com/office/drawing/2014/main" id="{503FD7D6-0DFF-B2B2-FFC9-6B71A3B6ADE7}"/>
              </a:ext>
            </a:extLst>
          </p:cNvPr>
          <p:cNvCxnSpPr>
            <a:cxnSpLocks/>
          </p:cNvCxnSpPr>
          <p:nvPr/>
        </p:nvCxnSpPr>
        <p:spPr>
          <a:xfrm flipH="1" flipV="1">
            <a:off x="4141406" y="4202008"/>
            <a:ext cx="6267" cy="12940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8" name="직사각형 927">
            <a:extLst>
              <a:ext uri="{FF2B5EF4-FFF2-40B4-BE49-F238E27FC236}">
                <a16:creationId xmlns:a16="http://schemas.microsoft.com/office/drawing/2014/main" id="{13847509-9747-6019-77F2-A6A16B542756}"/>
              </a:ext>
            </a:extLst>
          </p:cNvPr>
          <p:cNvSpPr>
            <a:spLocks/>
          </p:cNvSpPr>
          <p:nvPr/>
        </p:nvSpPr>
        <p:spPr>
          <a:xfrm>
            <a:off x="3867906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29" name="직선 연결선[R] 928">
            <a:extLst>
              <a:ext uri="{FF2B5EF4-FFF2-40B4-BE49-F238E27FC236}">
                <a16:creationId xmlns:a16="http://schemas.microsoft.com/office/drawing/2014/main" id="{DC87A181-31C8-799D-1315-15A5A083E027}"/>
              </a:ext>
            </a:extLst>
          </p:cNvPr>
          <p:cNvCxnSpPr>
            <a:cxnSpLocks/>
          </p:cNvCxnSpPr>
          <p:nvPr/>
        </p:nvCxnSpPr>
        <p:spPr>
          <a:xfrm flipV="1">
            <a:off x="4314306" y="2772480"/>
            <a:ext cx="0" cy="27231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2" name="직사각형 931">
            <a:extLst>
              <a:ext uri="{FF2B5EF4-FFF2-40B4-BE49-F238E27FC236}">
                <a16:creationId xmlns:a16="http://schemas.microsoft.com/office/drawing/2014/main" id="{58ACB33F-5372-35B8-2035-B6A010B66B21}"/>
              </a:ext>
            </a:extLst>
          </p:cNvPr>
          <p:cNvSpPr>
            <a:spLocks/>
          </p:cNvSpPr>
          <p:nvPr/>
        </p:nvSpPr>
        <p:spPr>
          <a:xfrm>
            <a:off x="2507490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3" name="직사각형 932">
            <a:extLst>
              <a:ext uri="{FF2B5EF4-FFF2-40B4-BE49-F238E27FC236}">
                <a16:creationId xmlns:a16="http://schemas.microsoft.com/office/drawing/2014/main" id="{5E00DF33-4F92-5444-DDD0-AAE3FDEE95D6}"/>
              </a:ext>
            </a:extLst>
          </p:cNvPr>
          <p:cNvSpPr>
            <a:spLocks/>
          </p:cNvSpPr>
          <p:nvPr/>
        </p:nvSpPr>
        <p:spPr>
          <a:xfrm>
            <a:off x="2495572" y="3258117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4" name="직사각형 933">
            <a:extLst>
              <a:ext uri="{FF2B5EF4-FFF2-40B4-BE49-F238E27FC236}">
                <a16:creationId xmlns:a16="http://schemas.microsoft.com/office/drawing/2014/main" id="{1D77C58E-1BB7-CD79-6BE8-9D9DF5FF849E}"/>
              </a:ext>
            </a:extLst>
          </p:cNvPr>
          <p:cNvSpPr>
            <a:spLocks/>
          </p:cNvSpPr>
          <p:nvPr/>
        </p:nvSpPr>
        <p:spPr>
          <a:xfrm>
            <a:off x="3867906" y="6336791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role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35" name="직선 연결선[R] 934">
            <a:extLst>
              <a:ext uri="{FF2B5EF4-FFF2-40B4-BE49-F238E27FC236}">
                <a16:creationId xmlns:a16="http://schemas.microsoft.com/office/drawing/2014/main" id="{16B3E914-4385-4272-7EDE-C630F0AF6DC2}"/>
              </a:ext>
            </a:extLst>
          </p:cNvPr>
          <p:cNvCxnSpPr>
            <a:cxnSpLocks/>
            <a:stCxn id="934" idx="0"/>
            <a:endCxn id="840" idx="2"/>
          </p:cNvCxnSpPr>
          <p:nvPr/>
        </p:nvCxnSpPr>
        <p:spPr>
          <a:xfrm flipV="1">
            <a:off x="4227906" y="5928592"/>
            <a:ext cx="0" cy="4081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8" name="직선 연결선[R] 937">
            <a:extLst>
              <a:ext uri="{FF2B5EF4-FFF2-40B4-BE49-F238E27FC236}">
                <a16:creationId xmlns:a16="http://schemas.microsoft.com/office/drawing/2014/main" id="{F80B8682-5A24-2287-AA35-1A9BD33074FC}"/>
              </a:ext>
            </a:extLst>
          </p:cNvPr>
          <p:cNvCxnSpPr>
            <a:cxnSpLocks/>
          </p:cNvCxnSpPr>
          <p:nvPr/>
        </p:nvCxnSpPr>
        <p:spPr>
          <a:xfrm flipV="1">
            <a:off x="2873427" y="279016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9" name="직사각형 938">
            <a:extLst>
              <a:ext uri="{FF2B5EF4-FFF2-40B4-BE49-F238E27FC236}">
                <a16:creationId xmlns:a16="http://schemas.microsoft.com/office/drawing/2014/main" id="{3BCF14B4-59A6-FA21-A583-63DB9D60129F}"/>
              </a:ext>
            </a:extLst>
          </p:cNvPr>
          <p:cNvSpPr>
            <a:spLocks/>
          </p:cNvSpPr>
          <p:nvPr/>
        </p:nvSpPr>
        <p:spPr>
          <a:xfrm>
            <a:off x="6588188" y="460864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0" name="직사각형 939">
            <a:extLst>
              <a:ext uri="{FF2B5EF4-FFF2-40B4-BE49-F238E27FC236}">
                <a16:creationId xmlns:a16="http://schemas.microsoft.com/office/drawing/2014/main" id="{CF557E73-5BDA-1F11-E19F-340C17C6B9BE}"/>
              </a:ext>
            </a:extLst>
          </p:cNvPr>
          <p:cNvSpPr>
            <a:spLocks/>
          </p:cNvSpPr>
          <p:nvPr/>
        </p:nvSpPr>
        <p:spPr>
          <a:xfrm>
            <a:off x="2507490" y="1797431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1" name="직사각형 940">
            <a:extLst>
              <a:ext uri="{FF2B5EF4-FFF2-40B4-BE49-F238E27FC236}">
                <a16:creationId xmlns:a16="http://schemas.microsoft.com/office/drawing/2014/main" id="{7FFBC578-FE96-02A8-5431-7B5EEBC8F5A0}"/>
              </a:ext>
            </a:extLst>
          </p:cNvPr>
          <p:cNvSpPr>
            <a:spLocks/>
          </p:cNvSpPr>
          <p:nvPr/>
        </p:nvSpPr>
        <p:spPr>
          <a:xfrm>
            <a:off x="1147624" y="179743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2" name="직사각형 941">
            <a:extLst>
              <a:ext uri="{FF2B5EF4-FFF2-40B4-BE49-F238E27FC236}">
                <a16:creationId xmlns:a16="http://schemas.microsoft.com/office/drawing/2014/main" id="{1ACC10F1-A3BB-8171-4F36-462EE02B1643}"/>
              </a:ext>
            </a:extLst>
          </p:cNvPr>
          <p:cNvSpPr>
            <a:spLocks/>
          </p:cNvSpPr>
          <p:nvPr/>
        </p:nvSpPr>
        <p:spPr>
          <a:xfrm>
            <a:off x="2513427" y="38571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3" name="직사각형 942">
            <a:extLst>
              <a:ext uri="{FF2B5EF4-FFF2-40B4-BE49-F238E27FC236}">
                <a16:creationId xmlns:a16="http://schemas.microsoft.com/office/drawing/2014/main" id="{39DD661F-E87E-CD2E-DBE5-742B2C3895A9}"/>
              </a:ext>
            </a:extLst>
          </p:cNvPr>
          <p:cNvSpPr>
            <a:spLocks/>
          </p:cNvSpPr>
          <p:nvPr/>
        </p:nvSpPr>
        <p:spPr>
          <a:xfrm>
            <a:off x="4363194" y="1009717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ticket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4" name="직사각형 943">
            <a:extLst>
              <a:ext uri="{FF2B5EF4-FFF2-40B4-BE49-F238E27FC236}">
                <a16:creationId xmlns:a16="http://schemas.microsoft.com/office/drawing/2014/main" id="{1F972B18-DAB0-DF48-8356-5A74026C28FD}"/>
              </a:ext>
            </a:extLst>
          </p:cNvPr>
          <p:cNvSpPr>
            <a:spLocks/>
          </p:cNvSpPr>
          <p:nvPr/>
        </p:nvSpPr>
        <p:spPr>
          <a:xfrm>
            <a:off x="4155343" y="105669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5" name="직사각형 944">
            <a:extLst>
              <a:ext uri="{FF2B5EF4-FFF2-40B4-BE49-F238E27FC236}">
                <a16:creationId xmlns:a16="http://schemas.microsoft.com/office/drawing/2014/main" id="{BDCEC80E-23EF-AA11-88E9-516E1B032E85}"/>
              </a:ext>
            </a:extLst>
          </p:cNvPr>
          <p:cNvSpPr>
            <a:spLocks/>
          </p:cNvSpPr>
          <p:nvPr/>
        </p:nvSpPr>
        <p:spPr>
          <a:xfrm>
            <a:off x="5307906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6" name="직사각형 945">
            <a:extLst>
              <a:ext uri="{FF2B5EF4-FFF2-40B4-BE49-F238E27FC236}">
                <a16:creationId xmlns:a16="http://schemas.microsoft.com/office/drawing/2014/main" id="{CF13D4B2-1B14-DA9C-3051-F7FB99B127B1}"/>
              </a:ext>
            </a:extLst>
          </p:cNvPr>
          <p:cNvSpPr>
            <a:spLocks/>
          </p:cNvSpPr>
          <p:nvPr/>
        </p:nvSpPr>
        <p:spPr>
          <a:xfrm>
            <a:off x="5273859" y="1015667"/>
            <a:ext cx="788093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47" name="직선 연결선[R] 946">
            <a:extLst>
              <a:ext uri="{FF2B5EF4-FFF2-40B4-BE49-F238E27FC236}">
                <a16:creationId xmlns:a16="http://schemas.microsoft.com/office/drawing/2014/main" id="{961405F3-157D-683B-8BD4-935C25AE84BC}"/>
              </a:ext>
            </a:extLst>
          </p:cNvPr>
          <p:cNvCxnSpPr>
            <a:cxnSpLocks/>
            <a:endCxn id="928" idx="3"/>
          </p:cNvCxnSpPr>
          <p:nvPr/>
        </p:nvCxnSpPr>
        <p:spPr>
          <a:xfrm flipH="1" flipV="1">
            <a:off x="4587906" y="2557450"/>
            <a:ext cx="3442559" cy="5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1" name="직선 연결선[R] 950">
            <a:extLst>
              <a:ext uri="{FF2B5EF4-FFF2-40B4-BE49-F238E27FC236}">
                <a16:creationId xmlns:a16="http://schemas.microsoft.com/office/drawing/2014/main" id="{40CE255C-4B61-E93D-5B20-ED3BC6ACB7CF}"/>
              </a:ext>
            </a:extLst>
          </p:cNvPr>
          <p:cNvCxnSpPr>
            <a:cxnSpLocks/>
          </p:cNvCxnSpPr>
          <p:nvPr/>
        </p:nvCxnSpPr>
        <p:spPr>
          <a:xfrm flipV="1">
            <a:off x="8030465" y="2557450"/>
            <a:ext cx="0" cy="2617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4" name="직선 연결선[R] 953">
            <a:extLst>
              <a:ext uri="{FF2B5EF4-FFF2-40B4-BE49-F238E27FC236}">
                <a16:creationId xmlns:a16="http://schemas.microsoft.com/office/drawing/2014/main" id="{51F38C8E-C6E4-5204-00F1-02D285DB0209}"/>
              </a:ext>
            </a:extLst>
          </p:cNvPr>
          <p:cNvCxnSpPr>
            <a:cxnSpLocks/>
          </p:cNvCxnSpPr>
          <p:nvPr/>
        </p:nvCxnSpPr>
        <p:spPr>
          <a:xfrm flipV="1">
            <a:off x="4491484" y="2775573"/>
            <a:ext cx="1514" cy="159553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7" name="직선 연결선[R] 956">
            <a:extLst>
              <a:ext uri="{FF2B5EF4-FFF2-40B4-BE49-F238E27FC236}">
                <a16:creationId xmlns:a16="http://schemas.microsoft.com/office/drawing/2014/main" id="{9D0F6940-A7FF-8E18-14E4-E833713953B5}"/>
              </a:ext>
            </a:extLst>
          </p:cNvPr>
          <p:cNvCxnSpPr>
            <a:cxnSpLocks/>
          </p:cNvCxnSpPr>
          <p:nvPr/>
        </p:nvCxnSpPr>
        <p:spPr>
          <a:xfrm flipH="1" flipV="1">
            <a:off x="4500263" y="4374782"/>
            <a:ext cx="2236051" cy="1794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0" name="직선 연결선[R] 959">
            <a:extLst>
              <a:ext uri="{FF2B5EF4-FFF2-40B4-BE49-F238E27FC236}">
                <a16:creationId xmlns:a16="http://schemas.microsoft.com/office/drawing/2014/main" id="{60E6DCA2-DDE5-E1FA-337D-D08292E2AB0D}"/>
              </a:ext>
            </a:extLst>
          </p:cNvPr>
          <p:cNvCxnSpPr>
            <a:cxnSpLocks/>
          </p:cNvCxnSpPr>
          <p:nvPr/>
        </p:nvCxnSpPr>
        <p:spPr>
          <a:xfrm flipV="1">
            <a:off x="6737138" y="4392727"/>
            <a:ext cx="0" cy="215922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2" name="직선 연결선[R] 961">
            <a:extLst>
              <a:ext uri="{FF2B5EF4-FFF2-40B4-BE49-F238E27FC236}">
                <a16:creationId xmlns:a16="http://schemas.microsoft.com/office/drawing/2014/main" id="{2E6C55A1-C8BA-C104-9573-A70780EA79E9}"/>
              </a:ext>
            </a:extLst>
          </p:cNvPr>
          <p:cNvCxnSpPr>
            <a:cxnSpLocks/>
          </p:cNvCxnSpPr>
          <p:nvPr/>
        </p:nvCxnSpPr>
        <p:spPr>
          <a:xfrm flipV="1">
            <a:off x="7116130" y="3588175"/>
            <a:ext cx="0" cy="10204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5" name="직선 연결선[R] 964">
            <a:extLst>
              <a:ext uri="{FF2B5EF4-FFF2-40B4-BE49-F238E27FC236}">
                <a16:creationId xmlns:a16="http://schemas.microsoft.com/office/drawing/2014/main" id="{17263915-76A4-C05C-4771-29E19659E907}"/>
              </a:ext>
            </a:extLst>
          </p:cNvPr>
          <p:cNvCxnSpPr>
            <a:cxnSpLocks/>
          </p:cNvCxnSpPr>
          <p:nvPr/>
        </p:nvCxnSpPr>
        <p:spPr>
          <a:xfrm flipH="1">
            <a:off x="7116130" y="3588175"/>
            <a:ext cx="91433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" name="직선 연결선[R] 967">
            <a:extLst>
              <a:ext uri="{FF2B5EF4-FFF2-40B4-BE49-F238E27FC236}">
                <a16:creationId xmlns:a16="http://schemas.microsoft.com/office/drawing/2014/main" id="{06840B27-9B46-FCCC-F22E-CB5A5B57ACE0}"/>
              </a:ext>
            </a:extLst>
          </p:cNvPr>
          <p:cNvCxnSpPr>
            <a:cxnSpLocks/>
          </p:cNvCxnSpPr>
          <p:nvPr/>
        </p:nvCxnSpPr>
        <p:spPr>
          <a:xfrm flipV="1">
            <a:off x="8030465" y="3257900"/>
            <a:ext cx="0" cy="3302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2" name="직선 연결선[R] 971">
            <a:extLst>
              <a:ext uri="{FF2B5EF4-FFF2-40B4-BE49-F238E27FC236}">
                <a16:creationId xmlns:a16="http://schemas.microsoft.com/office/drawing/2014/main" id="{EAE64F5F-0C51-64E8-3033-E927DA9FC6CB}"/>
              </a:ext>
            </a:extLst>
          </p:cNvPr>
          <p:cNvCxnSpPr>
            <a:cxnSpLocks/>
            <a:endCxn id="939" idx="2"/>
          </p:cNvCxnSpPr>
          <p:nvPr/>
        </p:nvCxnSpPr>
        <p:spPr>
          <a:xfrm flipV="1">
            <a:off x="6948188" y="5040649"/>
            <a:ext cx="0" cy="21834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5" name="직선 연결선[R] 974">
            <a:extLst>
              <a:ext uri="{FF2B5EF4-FFF2-40B4-BE49-F238E27FC236}">
                <a16:creationId xmlns:a16="http://schemas.microsoft.com/office/drawing/2014/main" id="{79ED9B1E-7DB0-56F9-4BC0-FC0E6D7773E4}"/>
              </a:ext>
            </a:extLst>
          </p:cNvPr>
          <p:cNvCxnSpPr>
            <a:cxnSpLocks/>
          </p:cNvCxnSpPr>
          <p:nvPr/>
        </p:nvCxnSpPr>
        <p:spPr>
          <a:xfrm flipH="1" flipV="1">
            <a:off x="6948188" y="5258990"/>
            <a:ext cx="1082277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8" name="직선 연결선[R] 977">
            <a:extLst>
              <a:ext uri="{FF2B5EF4-FFF2-40B4-BE49-F238E27FC236}">
                <a16:creationId xmlns:a16="http://schemas.microsoft.com/office/drawing/2014/main" id="{FC3CE8CB-AAF7-0389-102E-B10F20648A7E}"/>
              </a:ext>
            </a:extLst>
          </p:cNvPr>
          <p:cNvCxnSpPr>
            <a:cxnSpLocks/>
          </p:cNvCxnSpPr>
          <p:nvPr/>
        </p:nvCxnSpPr>
        <p:spPr>
          <a:xfrm flipV="1">
            <a:off x="8030465" y="5262725"/>
            <a:ext cx="0" cy="233867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직선 연결선[R] 981">
            <a:extLst>
              <a:ext uri="{FF2B5EF4-FFF2-40B4-BE49-F238E27FC236}">
                <a16:creationId xmlns:a16="http://schemas.microsoft.com/office/drawing/2014/main" id="{1EB9F03D-2D4A-0865-52A7-5CF67D52BC95}"/>
              </a:ext>
            </a:extLst>
          </p:cNvPr>
          <p:cNvCxnSpPr>
            <a:cxnSpLocks/>
            <a:stCxn id="928" idx="1"/>
            <a:endCxn id="932" idx="3"/>
          </p:cNvCxnSpPr>
          <p:nvPr/>
        </p:nvCxnSpPr>
        <p:spPr>
          <a:xfrm flipH="1">
            <a:off x="3227490" y="2557450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5" name="직선 연결선[R] 984">
            <a:extLst>
              <a:ext uri="{FF2B5EF4-FFF2-40B4-BE49-F238E27FC236}">
                <a16:creationId xmlns:a16="http://schemas.microsoft.com/office/drawing/2014/main" id="{2D1E432D-5030-E522-314F-7D1E0580B0C0}"/>
              </a:ext>
            </a:extLst>
          </p:cNvPr>
          <p:cNvCxnSpPr>
            <a:cxnSpLocks/>
          </p:cNvCxnSpPr>
          <p:nvPr/>
        </p:nvCxnSpPr>
        <p:spPr>
          <a:xfrm flipH="1">
            <a:off x="1867624" y="2002286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6" name="직선 연결선[R] 985">
            <a:extLst>
              <a:ext uri="{FF2B5EF4-FFF2-40B4-BE49-F238E27FC236}">
                <a16:creationId xmlns:a16="http://schemas.microsoft.com/office/drawing/2014/main" id="{80E4DA42-90E6-6B0F-527E-20436DA06541}"/>
              </a:ext>
            </a:extLst>
          </p:cNvPr>
          <p:cNvCxnSpPr>
            <a:cxnSpLocks/>
          </p:cNvCxnSpPr>
          <p:nvPr/>
        </p:nvCxnSpPr>
        <p:spPr>
          <a:xfrm flipV="1">
            <a:off x="4141406" y="593452"/>
            <a:ext cx="0" cy="17479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9" name="직선 연결선[R] 988">
            <a:extLst>
              <a:ext uri="{FF2B5EF4-FFF2-40B4-BE49-F238E27FC236}">
                <a16:creationId xmlns:a16="http://schemas.microsoft.com/office/drawing/2014/main" id="{588EDCAD-6460-2B15-1B56-6E900562D8BF}"/>
              </a:ext>
            </a:extLst>
          </p:cNvPr>
          <p:cNvCxnSpPr>
            <a:cxnSpLocks/>
            <a:endCxn id="942" idx="3"/>
          </p:cNvCxnSpPr>
          <p:nvPr/>
        </p:nvCxnSpPr>
        <p:spPr>
          <a:xfrm flipH="1">
            <a:off x="3233427" y="601719"/>
            <a:ext cx="9079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2" name="직선 연결선[R] 991">
            <a:extLst>
              <a:ext uri="{FF2B5EF4-FFF2-40B4-BE49-F238E27FC236}">
                <a16:creationId xmlns:a16="http://schemas.microsoft.com/office/drawing/2014/main" id="{A9E2D140-E616-B64D-A84F-33E1FB939ED0}"/>
              </a:ext>
            </a:extLst>
          </p:cNvPr>
          <p:cNvCxnSpPr>
            <a:cxnSpLocks/>
            <a:stCxn id="940" idx="0"/>
            <a:endCxn id="942" idx="2"/>
          </p:cNvCxnSpPr>
          <p:nvPr/>
        </p:nvCxnSpPr>
        <p:spPr>
          <a:xfrm flipV="1">
            <a:off x="2867490" y="817719"/>
            <a:ext cx="5937" cy="9797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9" name="직선 연결선[R] 998">
            <a:extLst>
              <a:ext uri="{FF2B5EF4-FFF2-40B4-BE49-F238E27FC236}">
                <a16:creationId xmlns:a16="http://schemas.microsoft.com/office/drawing/2014/main" id="{01454E36-2717-8B87-A15C-30BC57A90CA0}"/>
              </a:ext>
            </a:extLst>
          </p:cNvPr>
          <p:cNvCxnSpPr>
            <a:cxnSpLocks/>
          </p:cNvCxnSpPr>
          <p:nvPr/>
        </p:nvCxnSpPr>
        <p:spPr>
          <a:xfrm flipV="1">
            <a:off x="4309430" y="536461"/>
            <a:ext cx="0" cy="18049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1" name="직선 연결선[R] 1000">
            <a:extLst>
              <a:ext uri="{FF2B5EF4-FFF2-40B4-BE49-F238E27FC236}">
                <a16:creationId xmlns:a16="http://schemas.microsoft.com/office/drawing/2014/main" id="{80ABC945-028E-147B-4B89-C46E059E1AE9}"/>
              </a:ext>
            </a:extLst>
          </p:cNvPr>
          <p:cNvCxnSpPr>
            <a:cxnSpLocks/>
          </p:cNvCxnSpPr>
          <p:nvPr/>
        </p:nvCxnSpPr>
        <p:spPr>
          <a:xfrm flipV="1">
            <a:off x="4468180" y="1441717"/>
            <a:ext cx="0" cy="8996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4" name="직선 연결선[R] 1003">
            <a:extLst>
              <a:ext uri="{FF2B5EF4-FFF2-40B4-BE49-F238E27FC236}">
                <a16:creationId xmlns:a16="http://schemas.microsoft.com/office/drawing/2014/main" id="{F2E26155-6BD7-4181-0CAA-C4D596FD2EDE}"/>
              </a:ext>
            </a:extLst>
          </p:cNvPr>
          <p:cNvCxnSpPr>
            <a:cxnSpLocks/>
            <a:stCxn id="945" idx="1"/>
            <a:endCxn id="944" idx="3"/>
          </p:cNvCxnSpPr>
          <p:nvPr/>
        </p:nvCxnSpPr>
        <p:spPr>
          <a:xfrm flipH="1">
            <a:off x="4875343" y="320461"/>
            <a:ext cx="432563" cy="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7" name="직선 연결선[R] 1006">
            <a:extLst>
              <a:ext uri="{FF2B5EF4-FFF2-40B4-BE49-F238E27FC236}">
                <a16:creationId xmlns:a16="http://schemas.microsoft.com/office/drawing/2014/main" id="{3CA85A73-C658-0160-33D7-E4A646E7A830}"/>
              </a:ext>
            </a:extLst>
          </p:cNvPr>
          <p:cNvCxnSpPr>
            <a:cxnSpLocks/>
            <a:stCxn id="945" idx="2"/>
            <a:endCxn id="946" idx="0"/>
          </p:cNvCxnSpPr>
          <p:nvPr/>
        </p:nvCxnSpPr>
        <p:spPr>
          <a:xfrm>
            <a:off x="5667906" y="536461"/>
            <a:ext cx="0" cy="47920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8" name="직사각형 1017">
            <a:extLst>
              <a:ext uri="{FF2B5EF4-FFF2-40B4-BE49-F238E27FC236}">
                <a16:creationId xmlns:a16="http://schemas.microsoft.com/office/drawing/2014/main" id="{95A94C7E-F9B9-3270-4F60-9C969519CE03}"/>
              </a:ext>
            </a:extLst>
          </p:cNvPr>
          <p:cNvSpPr>
            <a:spLocks/>
          </p:cNvSpPr>
          <p:nvPr/>
        </p:nvSpPr>
        <p:spPr>
          <a:xfrm>
            <a:off x="1147624" y="458737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1" name="직사각형 1020">
            <a:extLst>
              <a:ext uri="{FF2B5EF4-FFF2-40B4-BE49-F238E27FC236}">
                <a16:creationId xmlns:a16="http://schemas.microsoft.com/office/drawing/2014/main" id="{F6FA6187-A17E-16FF-8DBD-3AAEA9F8A8D8}"/>
              </a:ext>
            </a:extLst>
          </p:cNvPr>
          <p:cNvSpPr>
            <a:spLocks/>
          </p:cNvSpPr>
          <p:nvPr/>
        </p:nvSpPr>
        <p:spPr>
          <a:xfrm>
            <a:off x="1147074" y="549659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item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2" name="직사각형 1021">
            <a:extLst>
              <a:ext uri="{FF2B5EF4-FFF2-40B4-BE49-F238E27FC236}">
                <a16:creationId xmlns:a16="http://schemas.microsoft.com/office/drawing/2014/main" id="{1D664D64-A9B2-9E25-459A-0DA2E65EF18F}"/>
              </a:ext>
            </a:extLst>
          </p:cNvPr>
          <p:cNvSpPr>
            <a:spLocks/>
          </p:cNvSpPr>
          <p:nvPr/>
        </p:nvSpPr>
        <p:spPr>
          <a:xfrm>
            <a:off x="1147624" y="627919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menu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3" name="직사각형 1022">
            <a:extLst>
              <a:ext uri="{FF2B5EF4-FFF2-40B4-BE49-F238E27FC236}">
                <a16:creationId xmlns:a16="http://schemas.microsoft.com/office/drawing/2014/main" id="{1591DBBB-8A9C-10A0-178E-3C07B3E4C4E3}"/>
              </a:ext>
            </a:extLst>
          </p:cNvPr>
          <p:cNvSpPr>
            <a:spLocks/>
          </p:cNvSpPr>
          <p:nvPr/>
        </p:nvSpPr>
        <p:spPr>
          <a:xfrm>
            <a:off x="5745306" y="4600407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4" name="직사각형 1023">
            <a:extLst>
              <a:ext uri="{FF2B5EF4-FFF2-40B4-BE49-F238E27FC236}">
                <a16:creationId xmlns:a16="http://schemas.microsoft.com/office/drawing/2014/main" id="{C0019785-422B-7035-A383-E0D205F68192}"/>
              </a:ext>
            </a:extLst>
          </p:cNvPr>
          <p:cNvSpPr>
            <a:spLocks/>
          </p:cNvSpPr>
          <p:nvPr/>
        </p:nvSpPr>
        <p:spPr>
          <a:xfrm>
            <a:off x="5001156" y="5172592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like</a:t>
            </a:r>
          </a:p>
        </p:txBody>
      </p:sp>
      <p:sp>
        <p:nvSpPr>
          <p:cNvPr id="1025" name="직사각형 1024">
            <a:extLst>
              <a:ext uri="{FF2B5EF4-FFF2-40B4-BE49-F238E27FC236}">
                <a16:creationId xmlns:a16="http://schemas.microsoft.com/office/drawing/2014/main" id="{E6EBD925-DAA6-305C-56B6-59E9454620EA}"/>
              </a:ext>
            </a:extLst>
          </p:cNvPr>
          <p:cNvSpPr>
            <a:spLocks/>
          </p:cNvSpPr>
          <p:nvPr/>
        </p:nvSpPr>
        <p:spPr>
          <a:xfrm>
            <a:off x="4647980" y="1909450"/>
            <a:ext cx="1099677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recommendation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6" name="직사각형 1025">
            <a:extLst>
              <a:ext uri="{FF2B5EF4-FFF2-40B4-BE49-F238E27FC236}">
                <a16:creationId xmlns:a16="http://schemas.microsoft.com/office/drawing/2014/main" id="{70A33962-2F85-0BFA-569C-934FA0278F5F}"/>
              </a:ext>
            </a:extLst>
          </p:cNvPr>
          <p:cNvSpPr>
            <a:spLocks/>
          </p:cNvSpPr>
          <p:nvPr/>
        </p:nvSpPr>
        <p:spPr>
          <a:xfrm>
            <a:off x="11139142" y="2234019"/>
            <a:ext cx="720000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audit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log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027" name="직선 연결선[R] 1026">
            <a:extLst>
              <a:ext uri="{FF2B5EF4-FFF2-40B4-BE49-F238E27FC236}">
                <a16:creationId xmlns:a16="http://schemas.microsoft.com/office/drawing/2014/main" id="{172A3178-9570-D4DA-4862-1E2B9CECCC3C}"/>
              </a:ext>
            </a:extLst>
          </p:cNvPr>
          <p:cNvCxnSpPr>
            <a:cxnSpLocks/>
            <a:stCxn id="1018" idx="0"/>
            <a:endCxn id="834" idx="2"/>
          </p:cNvCxnSpPr>
          <p:nvPr/>
        </p:nvCxnSpPr>
        <p:spPr>
          <a:xfrm flipV="1">
            <a:off x="1507624" y="4134051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직선 연결선[R] 1029">
            <a:extLst>
              <a:ext uri="{FF2B5EF4-FFF2-40B4-BE49-F238E27FC236}">
                <a16:creationId xmlns:a16="http://schemas.microsoft.com/office/drawing/2014/main" id="{B61A2B5B-7B4B-676B-C92F-D91F2E1666A6}"/>
              </a:ext>
            </a:extLst>
          </p:cNvPr>
          <p:cNvCxnSpPr>
            <a:cxnSpLocks/>
          </p:cNvCxnSpPr>
          <p:nvPr/>
        </p:nvCxnSpPr>
        <p:spPr>
          <a:xfrm flipV="1">
            <a:off x="1507624" y="5032329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직선 연결선[R] 1030">
            <a:extLst>
              <a:ext uri="{FF2B5EF4-FFF2-40B4-BE49-F238E27FC236}">
                <a16:creationId xmlns:a16="http://schemas.microsoft.com/office/drawing/2014/main" id="{D6E7A190-499B-DF43-EF85-319C66C9CA5A}"/>
              </a:ext>
            </a:extLst>
          </p:cNvPr>
          <p:cNvCxnSpPr>
            <a:cxnSpLocks/>
          </p:cNvCxnSpPr>
          <p:nvPr/>
        </p:nvCxnSpPr>
        <p:spPr>
          <a:xfrm flipH="1">
            <a:off x="1867624" y="4669991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직선 연결선[R] 1033">
            <a:extLst>
              <a:ext uri="{FF2B5EF4-FFF2-40B4-BE49-F238E27FC236}">
                <a16:creationId xmlns:a16="http://schemas.microsoft.com/office/drawing/2014/main" id="{F1BC5527-EB43-17E0-11C0-E2C522DCA467}"/>
              </a:ext>
            </a:extLst>
          </p:cNvPr>
          <p:cNvCxnSpPr>
            <a:cxnSpLocks/>
          </p:cNvCxnSpPr>
          <p:nvPr/>
        </p:nvCxnSpPr>
        <p:spPr>
          <a:xfrm>
            <a:off x="4008982" y="4678646"/>
            <a:ext cx="0" cy="8169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직선 연결선[R] 1038">
            <a:extLst>
              <a:ext uri="{FF2B5EF4-FFF2-40B4-BE49-F238E27FC236}">
                <a16:creationId xmlns:a16="http://schemas.microsoft.com/office/drawing/2014/main" id="{18F7A61F-2360-2596-9308-9F2A9A83B214}"/>
              </a:ext>
            </a:extLst>
          </p:cNvPr>
          <p:cNvCxnSpPr>
            <a:cxnSpLocks/>
            <a:stCxn id="1022" idx="0"/>
            <a:endCxn id="1021" idx="2"/>
          </p:cNvCxnSpPr>
          <p:nvPr/>
        </p:nvCxnSpPr>
        <p:spPr>
          <a:xfrm flipH="1" flipV="1">
            <a:off x="1507074" y="5928592"/>
            <a:ext cx="550" cy="3505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2" name="직선 연결선[R] 1041">
            <a:extLst>
              <a:ext uri="{FF2B5EF4-FFF2-40B4-BE49-F238E27FC236}">
                <a16:creationId xmlns:a16="http://schemas.microsoft.com/office/drawing/2014/main" id="{E856A964-E4E0-C930-879C-D2D669EF0030}"/>
              </a:ext>
            </a:extLst>
          </p:cNvPr>
          <p:cNvCxnSpPr>
            <a:cxnSpLocks/>
          </p:cNvCxnSpPr>
          <p:nvPr/>
        </p:nvCxnSpPr>
        <p:spPr>
          <a:xfrm flipV="1">
            <a:off x="8218271" y="1441717"/>
            <a:ext cx="0" cy="23386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직선 연결선[R] 1043">
            <a:extLst>
              <a:ext uri="{FF2B5EF4-FFF2-40B4-BE49-F238E27FC236}">
                <a16:creationId xmlns:a16="http://schemas.microsoft.com/office/drawing/2014/main" id="{0F40512F-A5E9-9276-37D7-436580C90033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20098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직선 연결선[R] 1046">
            <a:extLst>
              <a:ext uri="{FF2B5EF4-FFF2-40B4-BE49-F238E27FC236}">
                <a16:creationId xmlns:a16="http://schemas.microsoft.com/office/drawing/2014/main" id="{7CF3CCD8-9B40-ADF0-540F-0E06D7C0DA37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0" cy="29211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0" name="직선 연결선[R] 1049">
            <a:extLst>
              <a:ext uri="{FF2B5EF4-FFF2-40B4-BE49-F238E27FC236}">
                <a16:creationId xmlns:a16="http://schemas.microsoft.com/office/drawing/2014/main" id="{D2D5D683-ABE7-734F-4BDC-EFCE51D62423}"/>
              </a:ext>
            </a:extLst>
          </p:cNvPr>
          <p:cNvCxnSpPr>
            <a:cxnSpLocks/>
            <a:stCxn id="1023" idx="1"/>
          </p:cNvCxnSpPr>
          <p:nvPr/>
        </p:nvCxnSpPr>
        <p:spPr>
          <a:xfrm flipH="1">
            <a:off x="4480940" y="4816407"/>
            <a:ext cx="12643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직선 연결선[R] 1052">
            <a:extLst>
              <a:ext uri="{FF2B5EF4-FFF2-40B4-BE49-F238E27FC236}">
                <a16:creationId xmlns:a16="http://schemas.microsoft.com/office/drawing/2014/main" id="{0ECCCCBB-12D9-0431-ACE0-2D7A680F619A}"/>
              </a:ext>
            </a:extLst>
          </p:cNvPr>
          <p:cNvCxnSpPr>
            <a:cxnSpLocks/>
          </p:cNvCxnSpPr>
          <p:nvPr/>
        </p:nvCxnSpPr>
        <p:spPr>
          <a:xfrm flipV="1">
            <a:off x="4464380" y="4821101"/>
            <a:ext cx="0" cy="683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직선 연결선[R] 1058">
            <a:extLst>
              <a:ext uri="{FF2B5EF4-FFF2-40B4-BE49-F238E27FC236}">
                <a16:creationId xmlns:a16="http://schemas.microsoft.com/office/drawing/2014/main" id="{29EED6A9-28FB-6991-A15E-84A3E4D621E3}"/>
              </a:ext>
            </a:extLst>
          </p:cNvPr>
          <p:cNvCxnSpPr>
            <a:cxnSpLocks/>
            <a:endCxn id="1024" idx="3"/>
          </p:cNvCxnSpPr>
          <p:nvPr/>
        </p:nvCxnSpPr>
        <p:spPr>
          <a:xfrm flipH="1">
            <a:off x="5721156" y="5388592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직선 연결선[R] 1061">
            <a:extLst>
              <a:ext uri="{FF2B5EF4-FFF2-40B4-BE49-F238E27FC236}">
                <a16:creationId xmlns:a16="http://schemas.microsoft.com/office/drawing/2014/main" id="{870FFE77-6553-3C78-2499-348D033E66A9}"/>
              </a:ext>
            </a:extLst>
          </p:cNvPr>
          <p:cNvCxnSpPr>
            <a:cxnSpLocks/>
            <a:endCxn id="1023" idx="2"/>
          </p:cNvCxnSpPr>
          <p:nvPr/>
        </p:nvCxnSpPr>
        <p:spPr>
          <a:xfrm flipV="1">
            <a:off x="6105306" y="5032407"/>
            <a:ext cx="0" cy="3328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직선 연결선[R] 1066">
            <a:extLst>
              <a:ext uri="{FF2B5EF4-FFF2-40B4-BE49-F238E27FC236}">
                <a16:creationId xmlns:a16="http://schemas.microsoft.com/office/drawing/2014/main" id="{99ED5D5C-7C9C-3306-83FE-D7E77570CD8A}"/>
              </a:ext>
            </a:extLst>
          </p:cNvPr>
          <p:cNvCxnSpPr>
            <a:cxnSpLocks/>
          </p:cNvCxnSpPr>
          <p:nvPr/>
        </p:nvCxnSpPr>
        <p:spPr>
          <a:xfrm flipH="1">
            <a:off x="4587906" y="5554569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9" name="직선 연결선[R] 1068">
            <a:extLst>
              <a:ext uri="{FF2B5EF4-FFF2-40B4-BE49-F238E27FC236}">
                <a16:creationId xmlns:a16="http://schemas.microsoft.com/office/drawing/2014/main" id="{322A922E-71B8-A7A3-FBA5-167BC9C9B467}"/>
              </a:ext>
            </a:extLst>
          </p:cNvPr>
          <p:cNvCxnSpPr>
            <a:cxnSpLocks/>
          </p:cNvCxnSpPr>
          <p:nvPr/>
        </p:nvCxnSpPr>
        <p:spPr>
          <a:xfrm flipV="1">
            <a:off x="4822003" y="2355053"/>
            <a:ext cx="0" cy="34797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3" name="직선 연결선[R] 1072">
            <a:extLst>
              <a:ext uri="{FF2B5EF4-FFF2-40B4-BE49-F238E27FC236}">
                <a16:creationId xmlns:a16="http://schemas.microsoft.com/office/drawing/2014/main" id="{1F9ACBBA-3900-80A8-D9D1-FEE1B1060D3D}"/>
              </a:ext>
            </a:extLst>
          </p:cNvPr>
          <p:cNvCxnSpPr>
            <a:cxnSpLocks/>
          </p:cNvCxnSpPr>
          <p:nvPr/>
        </p:nvCxnSpPr>
        <p:spPr>
          <a:xfrm flipH="1">
            <a:off x="4587906" y="5842878"/>
            <a:ext cx="23934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5" name="직사각형 1074">
            <a:extLst>
              <a:ext uri="{FF2B5EF4-FFF2-40B4-BE49-F238E27FC236}">
                <a16:creationId xmlns:a16="http://schemas.microsoft.com/office/drawing/2014/main" id="{A8B18633-0303-1B28-D03F-C9CBE750A0F8}"/>
              </a:ext>
            </a:extLst>
          </p:cNvPr>
          <p:cNvSpPr>
            <a:spLocks/>
          </p:cNvSpPr>
          <p:nvPr/>
        </p:nvSpPr>
        <p:spPr>
          <a:xfrm>
            <a:off x="11139142" y="1656062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tax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6" name="직선 연결선 351">
            <a:extLst>
              <a:ext uri="{FF2B5EF4-FFF2-40B4-BE49-F238E27FC236}">
                <a16:creationId xmlns:a16="http://schemas.microsoft.com/office/drawing/2014/main" id="{94702E2B-CAAB-FCF9-2D39-6A9AE3036071}"/>
              </a:ext>
            </a:extLst>
          </p:cNvPr>
          <p:cNvCxnSpPr>
            <a:cxnSpLocks/>
          </p:cNvCxnSpPr>
          <p:nvPr/>
        </p:nvCxnSpPr>
        <p:spPr>
          <a:xfrm>
            <a:off x="8386702" y="149591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51">
            <a:extLst>
              <a:ext uri="{FF2B5EF4-FFF2-40B4-BE49-F238E27FC236}">
                <a16:creationId xmlns:a16="http://schemas.microsoft.com/office/drawing/2014/main" id="{C6E15534-0B4E-D464-B3F6-6BAB08B2754A}"/>
              </a:ext>
            </a:extLst>
          </p:cNvPr>
          <p:cNvCxnSpPr>
            <a:cxnSpLocks/>
          </p:cNvCxnSpPr>
          <p:nvPr/>
        </p:nvCxnSpPr>
        <p:spPr>
          <a:xfrm>
            <a:off x="8170475" y="36462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351">
            <a:extLst>
              <a:ext uri="{FF2B5EF4-FFF2-40B4-BE49-F238E27FC236}">
                <a16:creationId xmlns:a16="http://schemas.microsoft.com/office/drawing/2014/main" id="{06C2DA39-D716-794E-B0EB-A602549572A4}"/>
              </a:ext>
            </a:extLst>
          </p:cNvPr>
          <p:cNvCxnSpPr>
            <a:cxnSpLocks/>
          </p:cNvCxnSpPr>
          <p:nvPr/>
        </p:nvCxnSpPr>
        <p:spPr>
          <a:xfrm>
            <a:off x="7357364" y="29676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351">
            <a:extLst>
              <a:ext uri="{FF2B5EF4-FFF2-40B4-BE49-F238E27FC236}">
                <a16:creationId xmlns:a16="http://schemas.microsoft.com/office/drawing/2014/main" id="{FF710989-992B-D02C-680C-5F591D19908B}"/>
              </a:ext>
            </a:extLst>
          </p:cNvPr>
          <p:cNvCxnSpPr>
            <a:cxnSpLocks/>
          </p:cNvCxnSpPr>
          <p:nvPr/>
        </p:nvCxnSpPr>
        <p:spPr>
          <a:xfrm>
            <a:off x="8177195" y="420200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직선 연결선 351">
            <a:extLst>
              <a:ext uri="{FF2B5EF4-FFF2-40B4-BE49-F238E27FC236}">
                <a16:creationId xmlns:a16="http://schemas.microsoft.com/office/drawing/2014/main" id="{AD31E346-208E-523C-1565-A2300BDD470E}"/>
              </a:ext>
            </a:extLst>
          </p:cNvPr>
          <p:cNvCxnSpPr>
            <a:cxnSpLocks/>
          </p:cNvCxnSpPr>
          <p:nvPr/>
        </p:nvCxnSpPr>
        <p:spPr>
          <a:xfrm>
            <a:off x="8174471" y="507606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0" name="직선 연결선 351">
            <a:extLst>
              <a:ext uri="{FF2B5EF4-FFF2-40B4-BE49-F238E27FC236}">
                <a16:creationId xmlns:a16="http://schemas.microsoft.com/office/drawing/2014/main" id="{AE7AA645-83BF-666D-31D0-DAB76AB6B420}"/>
              </a:ext>
            </a:extLst>
          </p:cNvPr>
          <p:cNvCxnSpPr>
            <a:cxnSpLocks/>
          </p:cNvCxnSpPr>
          <p:nvPr/>
        </p:nvCxnSpPr>
        <p:spPr>
          <a:xfrm>
            <a:off x="10164731" y="420095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0" name="직선 연결선 351">
            <a:extLst>
              <a:ext uri="{FF2B5EF4-FFF2-40B4-BE49-F238E27FC236}">
                <a16:creationId xmlns:a16="http://schemas.microsoft.com/office/drawing/2014/main" id="{0F82F4B6-E626-0421-CDCB-8479B4B5E00F}"/>
              </a:ext>
            </a:extLst>
          </p:cNvPr>
          <p:cNvCxnSpPr>
            <a:cxnSpLocks/>
          </p:cNvCxnSpPr>
          <p:nvPr/>
        </p:nvCxnSpPr>
        <p:spPr>
          <a:xfrm>
            <a:off x="8174471" y="2397253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4" name="직선 연결선 351">
            <a:extLst>
              <a:ext uri="{FF2B5EF4-FFF2-40B4-BE49-F238E27FC236}">
                <a16:creationId xmlns:a16="http://schemas.microsoft.com/office/drawing/2014/main" id="{E765D744-651A-6E83-B540-08AD9C6A2D91}"/>
              </a:ext>
            </a:extLst>
          </p:cNvPr>
          <p:cNvCxnSpPr>
            <a:cxnSpLocks/>
          </p:cNvCxnSpPr>
          <p:nvPr/>
        </p:nvCxnSpPr>
        <p:spPr>
          <a:xfrm>
            <a:off x="8643731" y="296738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4" name="직선 연결선 351">
            <a:extLst>
              <a:ext uri="{FF2B5EF4-FFF2-40B4-BE49-F238E27FC236}">
                <a16:creationId xmlns:a16="http://schemas.microsoft.com/office/drawing/2014/main" id="{C244E0D9-7687-C4B5-F98C-A40DDC2F5E23}"/>
              </a:ext>
            </a:extLst>
          </p:cNvPr>
          <p:cNvCxnSpPr>
            <a:cxnSpLocks/>
          </p:cNvCxnSpPr>
          <p:nvPr/>
        </p:nvCxnSpPr>
        <p:spPr>
          <a:xfrm>
            <a:off x="10168042" y="365597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87" name="그룹 986">
            <a:extLst>
              <a:ext uri="{FF2B5EF4-FFF2-40B4-BE49-F238E27FC236}">
                <a16:creationId xmlns:a16="http://schemas.microsoft.com/office/drawing/2014/main" id="{2477B2D2-1E4C-E19D-035C-652649B729E5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956431" y="876576"/>
            <a:ext cx="148067" cy="108000"/>
            <a:chOff x="7409659" y="2902132"/>
            <a:chExt cx="317047" cy="239471"/>
          </a:xfrm>
        </p:grpSpPr>
        <p:grpSp>
          <p:nvGrpSpPr>
            <p:cNvPr id="988" name="그룹 987">
              <a:extLst>
                <a:ext uri="{FF2B5EF4-FFF2-40B4-BE49-F238E27FC236}">
                  <a16:creationId xmlns:a16="http://schemas.microsoft.com/office/drawing/2014/main" id="{511F077A-FF81-39D2-445F-0D63BF805B7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93" name="직선 연결선 322">
                <a:extLst>
                  <a:ext uri="{FF2B5EF4-FFF2-40B4-BE49-F238E27FC236}">
                    <a16:creationId xmlns:a16="http://schemas.microsoft.com/office/drawing/2014/main" id="{0C3F4AC1-751F-DFE5-2464-BC46E9CBB6C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4" name="직선 연결선 323">
                <a:extLst>
                  <a:ext uri="{FF2B5EF4-FFF2-40B4-BE49-F238E27FC236}">
                    <a16:creationId xmlns:a16="http://schemas.microsoft.com/office/drawing/2014/main" id="{AC4F2A79-4550-E636-1AA5-550534FBB45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5" name="직선 연결선 324">
                <a:extLst>
                  <a:ext uri="{FF2B5EF4-FFF2-40B4-BE49-F238E27FC236}">
                    <a16:creationId xmlns:a16="http://schemas.microsoft.com/office/drawing/2014/main" id="{31C2262A-BB75-A396-05CC-1602EB308D5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0" name="직선 연결선 326">
              <a:extLst>
                <a:ext uri="{FF2B5EF4-FFF2-40B4-BE49-F238E27FC236}">
                  <a16:creationId xmlns:a16="http://schemas.microsoft.com/office/drawing/2014/main" id="{97A4015B-23D0-206C-F341-3096CCE39EF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1" name="타원 990">
              <a:extLst>
                <a:ext uri="{FF2B5EF4-FFF2-40B4-BE49-F238E27FC236}">
                  <a16:creationId xmlns:a16="http://schemas.microsoft.com/office/drawing/2014/main" id="{AF3F6594-328E-B1FC-A858-7A661881D13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996" name="그룹 995">
            <a:extLst>
              <a:ext uri="{FF2B5EF4-FFF2-40B4-BE49-F238E27FC236}">
                <a16:creationId xmlns:a16="http://schemas.microsoft.com/office/drawing/2014/main" id="{EAADA30D-9B7D-43C9-996F-0997AB877E90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878922"/>
            <a:ext cx="148067" cy="108000"/>
            <a:chOff x="7409659" y="2902132"/>
            <a:chExt cx="317047" cy="239471"/>
          </a:xfrm>
        </p:grpSpPr>
        <p:grpSp>
          <p:nvGrpSpPr>
            <p:cNvPr id="997" name="그룹 996">
              <a:extLst>
                <a:ext uri="{FF2B5EF4-FFF2-40B4-BE49-F238E27FC236}">
                  <a16:creationId xmlns:a16="http://schemas.microsoft.com/office/drawing/2014/main" id="{B9A32AE4-009E-03E3-B3A9-F742270014F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002" name="직선 연결선 322">
                <a:extLst>
                  <a:ext uri="{FF2B5EF4-FFF2-40B4-BE49-F238E27FC236}">
                    <a16:creationId xmlns:a16="http://schemas.microsoft.com/office/drawing/2014/main" id="{16AC8F78-10BA-35B0-584B-08E4D97A29D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3" name="직선 연결선 323">
                <a:extLst>
                  <a:ext uri="{FF2B5EF4-FFF2-40B4-BE49-F238E27FC236}">
                    <a16:creationId xmlns:a16="http://schemas.microsoft.com/office/drawing/2014/main" id="{2BD8FFDF-E6C0-EDF4-A86F-D0051B46CD3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5" name="직선 연결선 324">
                <a:extLst>
                  <a:ext uri="{FF2B5EF4-FFF2-40B4-BE49-F238E27FC236}">
                    <a16:creationId xmlns:a16="http://schemas.microsoft.com/office/drawing/2014/main" id="{9B9BFB05-38A2-9608-1119-FC7C8DA41A6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8" name="직선 연결선 326">
              <a:extLst>
                <a:ext uri="{FF2B5EF4-FFF2-40B4-BE49-F238E27FC236}">
                  <a16:creationId xmlns:a16="http://schemas.microsoft.com/office/drawing/2014/main" id="{BABD0F0E-BAA6-E1DA-0E39-74C947ED44D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00" name="타원 999">
              <a:extLst>
                <a:ext uri="{FF2B5EF4-FFF2-40B4-BE49-F238E27FC236}">
                  <a16:creationId xmlns:a16="http://schemas.microsoft.com/office/drawing/2014/main" id="{4EA14CF7-F48E-9726-C17B-24A460BF466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036" name="직선 연결선 351">
            <a:extLst>
              <a:ext uri="{FF2B5EF4-FFF2-40B4-BE49-F238E27FC236}">
                <a16:creationId xmlns:a16="http://schemas.microsoft.com/office/drawing/2014/main" id="{B18F8ACC-35C0-1270-C8C8-370F2FC4C94E}"/>
              </a:ext>
            </a:extLst>
          </p:cNvPr>
          <p:cNvCxnSpPr>
            <a:cxnSpLocks/>
          </p:cNvCxnSpPr>
          <p:nvPr/>
        </p:nvCxnSpPr>
        <p:spPr>
          <a:xfrm>
            <a:off x="9791251" y="194870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7" name="직선 연결선 351">
            <a:extLst>
              <a:ext uri="{FF2B5EF4-FFF2-40B4-BE49-F238E27FC236}">
                <a16:creationId xmlns:a16="http://schemas.microsoft.com/office/drawing/2014/main" id="{092E2C0A-39D4-AE1B-2A19-002F4FC8F97D}"/>
              </a:ext>
            </a:extLst>
          </p:cNvPr>
          <p:cNvCxnSpPr>
            <a:cxnSpLocks/>
          </p:cNvCxnSpPr>
          <p:nvPr/>
        </p:nvCxnSpPr>
        <p:spPr>
          <a:xfrm>
            <a:off x="9793398" y="2191667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8" name="직선 연결선[R] 1037">
            <a:extLst>
              <a:ext uri="{FF2B5EF4-FFF2-40B4-BE49-F238E27FC236}">
                <a16:creationId xmlns:a16="http://schemas.microsoft.com/office/drawing/2014/main" id="{D490F4D7-E1A9-CA77-A718-9D6C130BEF4B}"/>
              </a:ext>
            </a:extLst>
          </p:cNvPr>
          <p:cNvCxnSpPr>
            <a:cxnSpLocks/>
          </p:cNvCxnSpPr>
          <p:nvPr/>
        </p:nvCxnSpPr>
        <p:spPr>
          <a:xfrm flipH="1">
            <a:off x="8588046" y="1299699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7" name="직선 연결선 351">
            <a:extLst>
              <a:ext uri="{FF2B5EF4-FFF2-40B4-BE49-F238E27FC236}">
                <a16:creationId xmlns:a16="http://schemas.microsoft.com/office/drawing/2014/main" id="{FB63872F-2045-1600-0B90-01F8FEE6623F}"/>
              </a:ext>
            </a:extLst>
          </p:cNvPr>
          <p:cNvCxnSpPr>
            <a:cxnSpLocks/>
          </p:cNvCxnSpPr>
          <p:nvPr/>
        </p:nvCxnSpPr>
        <p:spPr>
          <a:xfrm>
            <a:off x="8639467" y="108422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직선 연결선 351">
            <a:extLst>
              <a:ext uri="{FF2B5EF4-FFF2-40B4-BE49-F238E27FC236}">
                <a16:creationId xmlns:a16="http://schemas.microsoft.com/office/drawing/2014/main" id="{03AFBF9B-C1C2-060C-D8E9-0F19830EC8D3}"/>
              </a:ext>
            </a:extLst>
          </p:cNvPr>
          <p:cNvCxnSpPr>
            <a:cxnSpLocks/>
          </p:cNvCxnSpPr>
          <p:nvPr/>
        </p:nvCxnSpPr>
        <p:spPr>
          <a:xfrm>
            <a:off x="8636460" y="121979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8" name="직선 연결선 351">
            <a:extLst>
              <a:ext uri="{FF2B5EF4-FFF2-40B4-BE49-F238E27FC236}">
                <a16:creationId xmlns:a16="http://schemas.microsoft.com/office/drawing/2014/main" id="{64DBD5E5-C5C7-F1CA-A2DA-6807891B88E3}"/>
              </a:ext>
            </a:extLst>
          </p:cNvPr>
          <p:cNvCxnSpPr>
            <a:cxnSpLocks/>
          </p:cNvCxnSpPr>
          <p:nvPr/>
        </p:nvCxnSpPr>
        <p:spPr>
          <a:xfrm>
            <a:off x="5613906" y="329055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9" name="직선 연결선 351">
            <a:extLst>
              <a:ext uri="{FF2B5EF4-FFF2-40B4-BE49-F238E27FC236}">
                <a16:creationId xmlns:a16="http://schemas.microsoft.com/office/drawing/2014/main" id="{BF27887A-5821-D2DC-9213-B28780DEB788}"/>
              </a:ext>
            </a:extLst>
          </p:cNvPr>
          <p:cNvCxnSpPr>
            <a:cxnSpLocks/>
          </p:cNvCxnSpPr>
          <p:nvPr/>
        </p:nvCxnSpPr>
        <p:spPr>
          <a:xfrm>
            <a:off x="6086474" y="387041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2" name="직선 연결선 351">
            <a:extLst>
              <a:ext uri="{FF2B5EF4-FFF2-40B4-BE49-F238E27FC236}">
                <a16:creationId xmlns:a16="http://schemas.microsoft.com/office/drawing/2014/main" id="{46C49AD7-65E5-FFDB-9810-4F3D68101575}"/>
              </a:ext>
            </a:extLst>
          </p:cNvPr>
          <p:cNvCxnSpPr>
            <a:cxnSpLocks/>
          </p:cNvCxnSpPr>
          <p:nvPr/>
        </p:nvCxnSpPr>
        <p:spPr>
          <a:xfrm>
            <a:off x="7813083" y="3074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3" name="직선 연결선 351">
            <a:extLst>
              <a:ext uri="{FF2B5EF4-FFF2-40B4-BE49-F238E27FC236}">
                <a16:creationId xmlns:a16="http://schemas.microsoft.com/office/drawing/2014/main" id="{7C56E5F5-4C1C-477E-23FF-E79FDC6878E6}"/>
              </a:ext>
            </a:extLst>
          </p:cNvPr>
          <p:cNvCxnSpPr>
            <a:cxnSpLocks/>
          </p:cNvCxnSpPr>
          <p:nvPr/>
        </p:nvCxnSpPr>
        <p:spPr>
          <a:xfrm>
            <a:off x="7815022" y="566811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0" name="직선 연결선 351">
            <a:extLst>
              <a:ext uri="{FF2B5EF4-FFF2-40B4-BE49-F238E27FC236}">
                <a16:creationId xmlns:a16="http://schemas.microsoft.com/office/drawing/2014/main" id="{93351F8B-54CC-74B0-02D8-61209D3F6166}"/>
              </a:ext>
            </a:extLst>
          </p:cNvPr>
          <p:cNvCxnSpPr>
            <a:cxnSpLocks/>
          </p:cNvCxnSpPr>
          <p:nvPr/>
        </p:nvCxnSpPr>
        <p:spPr>
          <a:xfrm>
            <a:off x="4637536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9" name="직선 연결선 351">
            <a:extLst>
              <a:ext uri="{FF2B5EF4-FFF2-40B4-BE49-F238E27FC236}">
                <a16:creationId xmlns:a16="http://schemas.microsoft.com/office/drawing/2014/main" id="{28386150-DF7B-88BC-1964-D621B9CB8B33}"/>
              </a:ext>
            </a:extLst>
          </p:cNvPr>
          <p:cNvCxnSpPr>
            <a:cxnSpLocks/>
          </p:cNvCxnSpPr>
          <p:nvPr/>
        </p:nvCxnSpPr>
        <p:spPr>
          <a:xfrm>
            <a:off x="8644508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5" name="직선 연결선 351">
            <a:extLst>
              <a:ext uri="{FF2B5EF4-FFF2-40B4-BE49-F238E27FC236}">
                <a16:creationId xmlns:a16="http://schemas.microsoft.com/office/drawing/2014/main" id="{EE6345BE-4043-E10E-BE0F-3E44628A92F1}"/>
              </a:ext>
            </a:extLst>
          </p:cNvPr>
          <p:cNvCxnSpPr>
            <a:cxnSpLocks/>
          </p:cNvCxnSpPr>
          <p:nvPr/>
        </p:nvCxnSpPr>
        <p:spPr>
          <a:xfrm>
            <a:off x="11445142" y="413217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27" name="그룹 826">
            <a:extLst>
              <a:ext uri="{FF2B5EF4-FFF2-40B4-BE49-F238E27FC236}">
                <a16:creationId xmlns:a16="http://schemas.microsoft.com/office/drawing/2014/main" id="{1E037426-0AF5-730B-1918-C32BFE3517B7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3415367"/>
            <a:ext cx="148067" cy="108000"/>
            <a:chOff x="7409659" y="2902132"/>
            <a:chExt cx="317047" cy="239471"/>
          </a:xfrm>
        </p:grpSpPr>
        <p:grpSp>
          <p:nvGrpSpPr>
            <p:cNvPr id="830" name="그룹 829">
              <a:extLst>
                <a:ext uri="{FF2B5EF4-FFF2-40B4-BE49-F238E27FC236}">
                  <a16:creationId xmlns:a16="http://schemas.microsoft.com/office/drawing/2014/main" id="{23205A89-8A84-89B4-BF33-8BB572D46C7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37" name="직선 연결선 322">
                <a:extLst>
                  <a:ext uri="{FF2B5EF4-FFF2-40B4-BE49-F238E27FC236}">
                    <a16:creationId xmlns:a16="http://schemas.microsoft.com/office/drawing/2014/main" id="{F4D14A54-99FC-E3FB-3CBC-57AD4BFF8EA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8" name="직선 연결선 323">
                <a:extLst>
                  <a:ext uri="{FF2B5EF4-FFF2-40B4-BE49-F238E27FC236}">
                    <a16:creationId xmlns:a16="http://schemas.microsoft.com/office/drawing/2014/main" id="{3306C1D5-9891-D940-D732-47CF93A2184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9" name="직선 연결선 324">
                <a:extLst>
                  <a:ext uri="{FF2B5EF4-FFF2-40B4-BE49-F238E27FC236}">
                    <a16:creationId xmlns:a16="http://schemas.microsoft.com/office/drawing/2014/main" id="{C5A01F0A-9883-1483-9877-181A4E88D28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31" name="직선 연결선 326">
              <a:extLst>
                <a:ext uri="{FF2B5EF4-FFF2-40B4-BE49-F238E27FC236}">
                  <a16:creationId xmlns:a16="http://schemas.microsoft.com/office/drawing/2014/main" id="{5F7AAED7-0853-0A42-9FD1-39894A0B10A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32" name="타원 831">
              <a:extLst>
                <a:ext uri="{FF2B5EF4-FFF2-40B4-BE49-F238E27FC236}">
                  <a16:creationId xmlns:a16="http://schemas.microsoft.com/office/drawing/2014/main" id="{78636D03-F4EA-5870-7EA5-1667594F760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41" name="그룹 840">
            <a:extLst>
              <a:ext uri="{FF2B5EF4-FFF2-40B4-BE49-F238E27FC236}">
                <a16:creationId xmlns:a16="http://schemas.microsoft.com/office/drawing/2014/main" id="{3BEA229C-12DE-1F96-4321-F56C1C7F3AD7}"/>
              </a:ext>
            </a:extLst>
          </p:cNvPr>
          <p:cNvGrpSpPr>
            <a:grpSpLocks noChangeAspect="1"/>
          </p:cNvGrpSpPr>
          <p:nvPr/>
        </p:nvGrpSpPr>
        <p:grpSpPr>
          <a:xfrm>
            <a:off x="10992663" y="3530401"/>
            <a:ext cx="148067" cy="108000"/>
            <a:chOff x="7409659" y="2902132"/>
            <a:chExt cx="317047" cy="239471"/>
          </a:xfrm>
        </p:grpSpPr>
        <p:grpSp>
          <p:nvGrpSpPr>
            <p:cNvPr id="845" name="그룹 844">
              <a:extLst>
                <a:ext uri="{FF2B5EF4-FFF2-40B4-BE49-F238E27FC236}">
                  <a16:creationId xmlns:a16="http://schemas.microsoft.com/office/drawing/2014/main" id="{84D110FB-D37B-9C43-F3DC-4D939876B96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48" name="직선 연결선 322">
                <a:extLst>
                  <a:ext uri="{FF2B5EF4-FFF2-40B4-BE49-F238E27FC236}">
                    <a16:creationId xmlns:a16="http://schemas.microsoft.com/office/drawing/2014/main" id="{78848D7B-2588-2182-5B03-770B3951B58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0" name="직선 연결선 323">
                <a:extLst>
                  <a:ext uri="{FF2B5EF4-FFF2-40B4-BE49-F238E27FC236}">
                    <a16:creationId xmlns:a16="http://schemas.microsoft.com/office/drawing/2014/main" id="{B0D9ECF4-961F-6A50-55AA-73A4710A792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1" name="직선 연결선 324">
                <a:extLst>
                  <a:ext uri="{FF2B5EF4-FFF2-40B4-BE49-F238E27FC236}">
                    <a16:creationId xmlns:a16="http://schemas.microsoft.com/office/drawing/2014/main" id="{E5E3B62B-7BC0-A250-3244-11FE2211E76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46" name="직선 연결선 326">
              <a:extLst>
                <a:ext uri="{FF2B5EF4-FFF2-40B4-BE49-F238E27FC236}">
                  <a16:creationId xmlns:a16="http://schemas.microsoft.com/office/drawing/2014/main" id="{1BA50625-6C95-1655-4463-7CC253271EA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7" name="타원 846">
              <a:extLst>
                <a:ext uri="{FF2B5EF4-FFF2-40B4-BE49-F238E27FC236}">
                  <a16:creationId xmlns:a16="http://schemas.microsoft.com/office/drawing/2014/main" id="{2868DF07-91ED-0677-D4B6-3FB73CC1821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56" name="그룹 855">
            <a:extLst>
              <a:ext uri="{FF2B5EF4-FFF2-40B4-BE49-F238E27FC236}">
                <a16:creationId xmlns:a16="http://schemas.microsoft.com/office/drawing/2014/main" id="{C719F75B-CE95-EE8C-2D73-4B4B1FDFA5A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226254" y="3747042"/>
            <a:ext cx="148067" cy="108000"/>
            <a:chOff x="7409659" y="2902132"/>
            <a:chExt cx="317047" cy="239471"/>
          </a:xfrm>
        </p:grpSpPr>
        <p:grpSp>
          <p:nvGrpSpPr>
            <p:cNvPr id="857" name="그룹 856">
              <a:extLst>
                <a:ext uri="{FF2B5EF4-FFF2-40B4-BE49-F238E27FC236}">
                  <a16:creationId xmlns:a16="http://schemas.microsoft.com/office/drawing/2014/main" id="{967AEF4F-02B1-22F4-46A9-15EBDA38ED1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63" name="직선 연결선 322">
                <a:extLst>
                  <a:ext uri="{FF2B5EF4-FFF2-40B4-BE49-F238E27FC236}">
                    <a16:creationId xmlns:a16="http://schemas.microsoft.com/office/drawing/2014/main" id="{3C08F8D9-1656-9361-E543-5203D1E187B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4" name="직선 연결선 323">
                <a:extLst>
                  <a:ext uri="{FF2B5EF4-FFF2-40B4-BE49-F238E27FC236}">
                    <a16:creationId xmlns:a16="http://schemas.microsoft.com/office/drawing/2014/main" id="{73D74836-A2F0-A610-43B1-69BDF2E7B26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5" name="직선 연결선 324">
                <a:extLst>
                  <a:ext uri="{FF2B5EF4-FFF2-40B4-BE49-F238E27FC236}">
                    <a16:creationId xmlns:a16="http://schemas.microsoft.com/office/drawing/2014/main" id="{B7478DA4-0B03-A96E-06B2-BB7E537A888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59" name="직선 연결선 326">
              <a:extLst>
                <a:ext uri="{FF2B5EF4-FFF2-40B4-BE49-F238E27FC236}">
                  <a16:creationId xmlns:a16="http://schemas.microsoft.com/office/drawing/2014/main" id="{BAFE83B6-832E-6FBF-410A-90459D6C8A1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60" name="타원 859">
              <a:extLst>
                <a:ext uri="{FF2B5EF4-FFF2-40B4-BE49-F238E27FC236}">
                  <a16:creationId xmlns:a16="http://schemas.microsoft.com/office/drawing/2014/main" id="{F90E39D9-7FCE-19A8-0A1F-2D1601B810E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75" name="그룹 874">
            <a:extLst>
              <a:ext uri="{FF2B5EF4-FFF2-40B4-BE49-F238E27FC236}">
                <a16:creationId xmlns:a16="http://schemas.microsoft.com/office/drawing/2014/main" id="{8C425E7C-AC20-7EED-45F7-9CE56CFC14B8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68747" y="5955362"/>
            <a:ext cx="148067" cy="108000"/>
            <a:chOff x="7409659" y="2902132"/>
            <a:chExt cx="317047" cy="239471"/>
          </a:xfrm>
        </p:grpSpPr>
        <p:grpSp>
          <p:nvGrpSpPr>
            <p:cNvPr id="877" name="그룹 876">
              <a:extLst>
                <a:ext uri="{FF2B5EF4-FFF2-40B4-BE49-F238E27FC236}">
                  <a16:creationId xmlns:a16="http://schemas.microsoft.com/office/drawing/2014/main" id="{AA61C275-DA9A-08CE-0710-EAE22F1044D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81" name="직선 연결선 322">
                <a:extLst>
                  <a:ext uri="{FF2B5EF4-FFF2-40B4-BE49-F238E27FC236}">
                    <a16:creationId xmlns:a16="http://schemas.microsoft.com/office/drawing/2014/main" id="{BA761B68-1F72-734D-554C-AE65A333FA6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2" name="직선 연결선 323">
                <a:extLst>
                  <a:ext uri="{FF2B5EF4-FFF2-40B4-BE49-F238E27FC236}">
                    <a16:creationId xmlns:a16="http://schemas.microsoft.com/office/drawing/2014/main" id="{FBA12BCC-2EE5-AD24-FFF5-CA04880A5AA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4" name="직선 연결선 324">
                <a:extLst>
                  <a:ext uri="{FF2B5EF4-FFF2-40B4-BE49-F238E27FC236}">
                    <a16:creationId xmlns:a16="http://schemas.microsoft.com/office/drawing/2014/main" id="{BA740E2F-64B5-6DA9-6DE5-8026F491ED7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78" name="직선 연결선 326">
              <a:extLst>
                <a:ext uri="{FF2B5EF4-FFF2-40B4-BE49-F238E27FC236}">
                  <a16:creationId xmlns:a16="http://schemas.microsoft.com/office/drawing/2014/main" id="{063BB92A-FCE4-D678-4532-29E955EDD4F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80" name="타원 879">
              <a:extLst>
                <a:ext uri="{FF2B5EF4-FFF2-40B4-BE49-F238E27FC236}">
                  <a16:creationId xmlns:a16="http://schemas.microsoft.com/office/drawing/2014/main" id="{FBB112C4-E863-3E62-8AB2-4AABFC64B1F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885" name="직선 연결선 351">
            <a:extLst>
              <a:ext uri="{FF2B5EF4-FFF2-40B4-BE49-F238E27FC236}">
                <a16:creationId xmlns:a16="http://schemas.microsoft.com/office/drawing/2014/main" id="{1CBF82B3-5558-B711-86D5-DDFE9FAEE692}"/>
              </a:ext>
            </a:extLst>
          </p:cNvPr>
          <p:cNvCxnSpPr>
            <a:cxnSpLocks/>
          </p:cNvCxnSpPr>
          <p:nvPr/>
        </p:nvCxnSpPr>
        <p:spPr>
          <a:xfrm>
            <a:off x="3955710" y="597732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9" name="직선 연결선 351">
            <a:extLst>
              <a:ext uri="{FF2B5EF4-FFF2-40B4-BE49-F238E27FC236}">
                <a16:creationId xmlns:a16="http://schemas.microsoft.com/office/drawing/2014/main" id="{FD160DB7-4920-6170-0046-EBCE740315A3}"/>
              </a:ext>
            </a:extLst>
          </p:cNvPr>
          <p:cNvCxnSpPr>
            <a:cxnSpLocks/>
          </p:cNvCxnSpPr>
          <p:nvPr/>
        </p:nvCxnSpPr>
        <p:spPr>
          <a:xfrm>
            <a:off x="3821190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0" name="직선 연결선 351">
            <a:extLst>
              <a:ext uri="{FF2B5EF4-FFF2-40B4-BE49-F238E27FC236}">
                <a16:creationId xmlns:a16="http://schemas.microsoft.com/office/drawing/2014/main" id="{D839CD2E-5176-E786-48F6-2EA45395B25B}"/>
              </a:ext>
            </a:extLst>
          </p:cNvPr>
          <p:cNvCxnSpPr>
            <a:cxnSpLocks/>
          </p:cNvCxnSpPr>
          <p:nvPr/>
        </p:nvCxnSpPr>
        <p:spPr>
          <a:xfrm>
            <a:off x="3821190" y="55272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3" name="직선 연결선 351">
            <a:extLst>
              <a:ext uri="{FF2B5EF4-FFF2-40B4-BE49-F238E27FC236}">
                <a16:creationId xmlns:a16="http://schemas.microsoft.com/office/drawing/2014/main" id="{FA2E62AA-57F5-6BA0-0CD8-91D0974B990F}"/>
              </a:ext>
            </a:extLst>
          </p:cNvPr>
          <p:cNvCxnSpPr>
            <a:cxnSpLocks/>
          </p:cNvCxnSpPr>
          <p:nvPr/>
        </p:nvCxnSpPr>
        <p:spPr>
          <a:xfrm>
            <a:off x="4094229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0" name="직선 연결선 351">
            <a:extLst>
              <a:ext uri="{FF2B5EF4-FFF2-40B4-BE49-F238E27FC236}">
                <a16:creationId xmlns:a16="http://schemas.microsoft.com/office/drawing/2014/main" id="{B9BFDA2B-925C-E113-5FBA-DB9DBF2C300B}"/>
              </a:ext>
            </a:extLst>
          </p:cNvPr>
          <p:cNvCxnSpPr>
            <a:cxnSpLocks/>
          </p:cNvCxnSpPr>
          <p:nvPr/>
        </p:nvCxnSpPr>
        <p:spPr>
          <a:xfrm>
            <a:off x="4173906" y="598272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1" name="직선 연결선 351">
            <a:extLst>
              <a:ext uri="{FF2B5EF4-FFF2-40B4-BE49-F238E27FC236}">
                <a16:creationId xmlns:a16="http://schemas.microsoft.com/office/drawing/2014/main" id="{A2865086-5FBE-3F4D-B350-570B51A9B93B}"/>
              </a:ext>
            </a:extLst>
          </p:cNvPr>
          <p:cNvCxnSpPr>
            <a:cxnSpLocks/>
          </p:cNvCxnSpPr>
          <p:nvPr/>
        </p:nvCxnSpPr>
        <p:spPr>
          <a:xfrm>
            <a:off x="4263255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4" name="직선 연결선 351">
            <a:extLst>
              <a:ext uri="{FF2B5EF4-FFF2-40B4-BE49-F238E27FC236}">
                <a16:creationId xmlns:a16="http://schemas.microsoft.com/office/drawing/2014/main" id="{305ACA9E-9652-B319-BD89-6B57C020B481}"/>
              </a:ext>
            </a:extLst>
          </p:cNvPr>
          <p:cNvCxnSpPr>
            <a:cxnSpLocks/>
          </p:cNvCxnSpPr>
          <p:nvPr/>
        </p:nvCxnSpPr>
        <p:spPr>
          <a:xfrm>
            <a:off x="7976465" y="27318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36" name="그룹 1135">
            <a:extLst>
              <a:ext uri="{FF2B5EF4-FFF2-40B4-BE49-F238E27FC236}">
                <a16:creationId xmlns:a16="http://schemas.microsoft.com/office/drawing/2014/main" id="{DA805792-F7D9-B96A-EEC2-9CA14AC152ED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707718" y="4523273"/>
            <a:ext cx="57088" cy="108000"/>
            <a:chOff x="7604467" y="2108611"/>
            <a:chExt cx="122239" cy="239471"/>
          </a:xfrm>
        </p:grpSpPr>
        <p:grpSp>
          <p:nvGrpSpPr>
            <p:cNvPr id="1137" name="그룹 1136">
              <a:extLst>
                <a:ext uri="{FF2B5EF4-FFF2-40B4-BE49-F238E27FC236}">
                  <a16:creationId xmlns:a16="http://schemas.microsoft.com/office/drawing/2014/main" id="{73957FC5-4F44-C507-6E44-A89A91D64CC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39" name="직선 연결선 359">
                <a:extLst>
                  <a:ext uri="{FF2B5EF4-FFF2-40B4-BE49-F238E27FC236}">
                    <a16:creationId xmlns:a16="http://schemas.microsoft.com/office/drawing/2014/main" id="{B031EE7E-DA54-FDE9-8FA4-F4E8AA0EAFC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0" name="직선 연결선 360">
                <a:extLst>
                  <a:ext uri="{FF2B5EF4-FFF2-40B4-BE49-F238E27FC236}">
                    <a16:creationId xmlns:a16="http://schemas.microsoft.com/office/drawing/2014/main" id="{1A956A3C-0313-43D4-4B69-05D60D495CA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1" name="직선 연결선 361">
                <a:extLst>
                  <a:ext uri="{FF2B5EF4-FFF2-40B4-BE49-F238E27FC236}">
                    <a16:creationId xmlns:a16="http://schemas.microsoft.com/office/drawing/2014/main" id="{00AC267A-4457-E6DB-74C1-DA66F7DE1A4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8" name="직선 연결선 363">
              <a:extLst>
                <a:ext uri="{FF2B5EF4-FFF2-40B4-BE49-F238E27FC236}">
                  <a16:creationId xmlns:a16="http://schemas.microsoft.com/office/drawing/2014/main" id="{A7B4E225-4170-999C-8C3F-CEE2FC6C9F4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42" name="직선 연결선 351">
            <a:extLst>
              <a:ext uri="{FF2B5EF4-FFF2-40B4-BE49-F238E27FC236}">
                <a16:creationId xmlns:a16="http://schemas.microsoft.com/office/drawing/2014/main" id="{9F0BD564-E1D2-13F9-5FE9-4B74215053B0}"/>
              </a:ext>
            </a:extLst>
          </p:cNvPr>
          <p:cNvCxnSpPr>
            <a:cxnSpLocks/>
          </p:cNvCxnSpPr>
          <p:nvPr/>
        </p:nvCxnSpPr>
        <p:spPr>
          <a:xfrm>
            <a:off x="4442780" y="283966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2" name="직선 연결선 351">
            <a:extLst>
              <a:ext uri="{FF2B5EF4-FFF2-40B4-BE49-F238E27FC236}">
                <a16:creationId xmlns:a16="http://schemas.microsoft.com/office/drawing/2014/main" id="{00898559-B107-1732-55B2-2697566C2276}"/>
              </a:ext>
            </a:extLst>
          </p:cNvPr>
          <p:cNvCxnSpPr>
            <a:cxnSpLocks/>
          </p:cNvCxnSpPr>
          <p:nvPr/>
        </p:nvCxnSpPr>
        <p:spPr>
          <a:xfrm>
            <a:off x="7980416" y="545198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9" name="직선 연결선 351">
            <a:extLst>
              <a:ext uri="{FF2B5EF4-FFF2-40B4-BE49-F238E27FC236}">
                <a16:creationId xmlns:a16="http://schemas.microsoft.com/office/drawing/2014/main" id="{E09F10C2-7525-8737-8ACD-46192675EA07}"/>
              </a:ext>
            </a:extLst>
          </p:cNvPr>
          <p:cNvCxnSpPr>
            <a:cxnSpLocks/>
          </p:cNvCxnSpPr>
          <p:nvPr/>
        </p:nvCxnSpPr>
        <p:spPr>
          <a:xfrm>
            <a:off x="7975450" y="329578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6" name="직선 연결선 351">
            <a:extLst>
              <a:ext uri="{FF2B5EF4-FFF2-40B4-BE49-F238E27FC236}">
                <a16:creationId xmlns:a16="http://schemas.microsoft.com/office/drawing/2014/main" id="{DC50B401-1A31-A7B4-5A75-83B2207D8CFA}"/>
              </a:ext>
            </a:extLst>
          </p:cNvPr>
          <p:cNvCxnSpPr>
            <a:cxnSpLocks/>
          </p:cNvCxnSpPr>
          <p:nvPr/>
        </p:nvCxnSpPr>
        <p:spPr>
          <a:xfrm>
            <a:off x="2813490" y="31901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3" name="직선 연결선 351">
            <a:extLst>
              <a:ext uri="{FF2B5EF4-FFF2-40B4-BE49-F238E27FC236}">
                <a16:creationId xmlns:a16="http://schemas.microsoft.com/office/drawing/2014/main" id="{EC35C846-9EC8-A8B7-55BE-B6FD08DE201D}"/>
              </a:ext>
            </a:extLst>
          </p:cNvPr>
          <p:cNvCxnSpPr>
            <a:cxnSpLocks/>
          </p:cNvCxnSpPr>
          <p:nvPr/>
        </p:nvCxnSpPr>
        <p:spPr>
          <a:xfrm>
            <a:off x="3810317" y="250607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5" name="직선 연결선[R] 1174">
            <a:extLst>
              <a:ext uri="{FF2B5EF4-FFF2-40B4-BE49-F238E27FC236}">
                <a16:creationId xmlns:a16="http://schemas.microsoft.com/office/drawing/2014/main" id="{57EA9B33-23EA-FADC-7EE7-0A7D4CE685F1}"/>
              </a:ext>
            </a:extLst>
          </p:cNvPr>
          <p:cNvCxnSpPr>
            <a:cxnSpLocks/>
            <a:endCxn id="940" idx="3"/>
          </p:cNvCxnSpPr>
          <p:nvPr/>
        </p:nvCxnSpPr>
        <p:spPr>
          <a:xfrm flipH="1">
            <a:off x="3227490" y="2013431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직선 연결선[R] 1178">
            <a:extLst>
              <a:ext uri="{FF2B5EF4-FFF2-40B4-BE49-F238E27FC236}">
                <a16:creationId xmlns:a16="http://schemas.microsoft.com/office/drawing/2014/main" id="{1EBC9F13-970E-2808-F460-C86A59419936}"/>
              </a:ext>
            </a:extLst>
          </p:cNvPr>
          <p:cNvCxnSpPr>
            <a:cxnSpLocks/>
          </p:cNvCxnSpPr>
          <p:nvPr/>
        </p:nvCxnSpPr>
        <p:spPr>
          <a:xfrm flipV="1">
            <a:off x="4004630" y="2013431"/>
            <a:ext cx="0" cy="3280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직선 연결선 351">
            <a:extLst>
              <a:ext uri="{FF2B5EF4-FFF2-40B4-BE49-F238E27FC236}">
                <a16:creationId xmlns:a16="http://schemas.microsoft.com/office/drawing/2014/main" id="{DC7ABD79-71BC-7027-7F58-9328C482033E}"/>
              </a:ext>
            </a:extLst>
          </p:cNvPr>
          <p:cNvCxnSpPr>
            <a:cxnSpLocks/>
          </p:cNvCxnSpPr>
          <p:nvPr/>
        </p:nvCxnSpPr>
        <p:spPr>
          <a:xfrm>
            <a:off x="395063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6" name="직선 연결선 351">
            <a:extLst>
              <a:ext uri="{FF2B5EF4-FFF2-40B4-BE49-F238E27FC236}">
                <a16:creationId xmlns:a16="http://schemas.microsoft.com/office/drawing/2014/main" id="{B89E6C14-46AA-758F-2050-45CF8EA4C17E}"/>
              </a:ext>
            </a:extLst>
          </p:cNvPr>
          <p:cNvCxnSpPr>
            <a:cxnSpLocks/>
          </p:cNvCxnSpPr>
          <p:nvPr/>
        </p:nvCxnSpPr>
        <p:spPr>
          <a:xfrm>
            <a:off x="1926187" y="194828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7" name="직선 연결선 351">
            <a:extLst>
              <a:ext uri="{FF2B5EF4-FFF2-40B4-BE49-F238E27FC236}">
                <a16:creationId xmlns:a16="http://schemas.microsoft.com/office/drawing/2014/main" id="{ADD9FF6B-56BE-036A-7DBA-E9BE78178698}"/>
              </a:ext>
            </a:extLst>
          </p:cNvPr>
          <p:cNvCxnSpPr>
            <a:cxnSpLocks/>
          </p:cNvCxnSpPr>
          <p:nvPr/>
        </p:nvCxnSpPr>
        <p:spPr>
          <a:xfrm>
            <a:off x="408740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04" name="그룹 1203">
            <a:extLst>
              <a:ext uri="{FF2B5EF4-FFF2-40B4-BE49-F238E27FC236}">
                <a16:creationId xmlns:a16="http://schemas.microsoft.com/office/drawing/2014/main" id="{86554BEC-16D4-7A1B-7633-E068DA7D63AC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796779" y="842668"/>
            <a:ext cx="148067" cy="108000"/>
            <a:chOff x="7409659" y="2902132"/>
            <a:chExt cx="317047" cy="239471"/>
          </a:xfrm>
        </p:grpSpPr>
        <p:grpSp>
          <p:nvGrpSpPr>
            <p:cNvPr id="1205" name="그룹 1204">
              <a:extLst>
                <a:ext uri="{FF2B5EF4-FFF2-40B4-BE49-F238E27FC236}">
                  <a16:creationId xmlns:a16="http://schemas.microsoft.com/office/drawing/2014/main" id="{8C213D07-B778-E953-9C4D-8C66270F65C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08" name="직선 연결선 322">
                <a:extLst>
                  <a:ext uri="{FF2B5EF4-FFF2-40B4-BE49-F238E27FC236}">
                    <a16:creationId xmlns:a16="http://schemas.microsoft.com/office/drawing/2014/main" id="{C3ACC1E6-189B-7D73-6346-E4BC067A616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9" name="직선 연결선 323">
                <a:extLst>
                  <a:ext uri="{FF2B5EF4-FFF2-40B4-BE49-F238E27FC236}">
                    <a16:creationId xmlns:a16="http://schemas.microsoft.com/office/drawing/2014/main" id="{E9AD49E0-DF04-21C1-5E17-4F0F5813696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0" name="직선 연결선 324">
                <a:extLst>
                  <a:ext uri="{FF2B5EF4-FFF2-40B4-BE49-F238E27FC236}">
                    <a16:creationId xmlns:a16="http://schemas.microsoft.com/office/drawing/2014/main" id="{E2280B1F-E107-F57E-2EB4-DC79CA5B15E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06" name="직선 연결선 326">
              <a:extLst>
                <a:ext uri="{FF2B5EF4-FFF2-40B4-BE49-F238E27FC236}">
                  <a16:creationId xmlns:a16="http://schemas.microsoft.com/office/drawing/2014/main" id="{CDB213A0-9D23-D247-8B84-E4FAFFC7BD0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07" name="타원 1206">
              <a:extLst>
                <a:ext uri="{FF2B5EF4-FFF2-40B4-BE49-F238E27FC236}">
                  <a16:creationId xmlns:a16="http://schemas.microsoft.com/office/drawing/2014/main" id="{BC1FED2E-382D-5CD4-8B71-7F7D962816A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18" name="직선 연결선 351">
            <a:extLst>
              <a:ext uri="{FF2B5EF4-FFF2-40B4-BE49-F238E27FC236}">
                <a16:creationId xmlns:a16="http://schemas.microsoft.com/office/drawing/2014/main" id="{52074FA6-A34B-039E-1F50-A7621456E630}"/>
              </a:ext>
            </a:extLst>
          </p:cNvPr>
          <p:cNvCxnSpPr>
            <a:cxnSpLocks/>
          </p:cNvCxnSpPr>
          <p:nvPr/>
        </p:nvCxnSpPr>
        <p:spPr>
          <a:xfrm>
            <a:off x="441738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20" name="그룹 1219">
            <a:extLst>
              <a:ext uri="{FF2B5EF4-FFF2-40B4-BE49-F238E27FC236}">
                <a16:creationId xmlns:a16="http://schemas.microsoft.com/office/drawing/2014/main" id="{0494755B-8584-794B-2278-389943001249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5593873" y="556495"/>
            <a:ext cx="148067" cy="108000"/>
            <a:chOff x="7409659" y="2902132"/>
            <a:chExt cx="317047" cy="239471"/>
          </a:xfrm>
        </p:grpSpPr>
        <p:grpSp>
          <p:nvGrpSpPr>
            <p:cNvPr id="1221" name="그룹 1220">
              <a:extLst>
                <a:ext uri="{FF2B5EF4-FFF2-40B4-BE49-F238E27FC236}">
                  <a16:creationId xmlns:a16="http://schemas.microsoft.com/office/drawing/2014/main" id="{C5F156E1-DE13-7F1E-9E5C-910DEF25E82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24" name="직선 연결선 322">
                <a:extLst>
                  <a:ext uri="{FF2B5EF4-FFF2-40B4-BE49-F238E27FC236}">
                    <a16:creationId xmlns:a16="http://schemas.microsoft.com/office/drawing/2014/main" id="{C9D16B60-7E51-A3A1-3AB5-F577F23BF37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5" name="직선 연결선 323">
                <a:extLst>
                  <a:ext uri="{FF2B5EF4-FFF2-40B4-BE49-F238E27FC236}">
                    <a16:creationId xmlns:a16="http://schemas.microsoft.com/office/drawing/2014/main" id="{E73E7C25-5A48-C9E5-389C-A4B4344ABC5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6" name="직선 연결선 324">
                <a:extLst>
                  <a:ext uri="{FF2B5EF4-FFF2-40B4-BE49-F238E27FC236}">
                    <a16:creationId xmlns:a16="http://schemas.microsoft.com/office/drawing/2014/main" id="{3FEAFE7A-DF26-F423-EDF6-7C6F95778A8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22" name="직선 연결선 326">
              <a:extLst>
                <a:ext uri="{FF2B5EF4-FFF2-40B4-BE49-F238E27FC236}">
                  <a16:creationId xmlns:a16="http://schemas.microsoft.com/office/drawing/2014/main" id="{8D65AD8F-F699-1393-E3D8-B5CD5CDBD74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23" name="타원 1222">
              <a:extLst>
                <a:ext uri="{FF2B5EF4-FFF2-40B4-BE49-F238E27FC236}">
                  <a16:creationId xmlns:a16="http://schemas.microsoft.com/office/drawing/2014/main" id="{80F92730-A362-E65E-D175-AEED9572DAD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35" name="직선 연결선 351">
            <a:extLst>
              <a:ext uri="{FF2B5EF4-FFF2-40B4-BE49-F238E27FC236}">
                <a16:creationId xmlns:a16="http://schemas.microsoft.com/office/drawing/2014/main" id="{00966F1C-730E-A32B-81EC-1DD5C09D7764}"/>
              </a:ext>
            </a:extLst>
          </p:cNvPr>
          <p:cNvCxnSpPr>
            <a:cxnSpLocks/>
          </p:cNvCxnSpPr>
          <p:nvPr/>
        </p:nvCxnSpPr>
        <p:spPr>
          <a:xfrm>
            <a:off x="5252067" y="26706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2" name="직선 연결선 351">
            <a:extLst>
              <a:ext uri="{FF2B5EF4-FFF2-40B4-BE49-F238E27FC236}">
                <a16:creationId xmlns:a16="http://schemas.microsoft.com/office/drawing/2014/main" id="{59671067-8236-47CF-E9BD-77847192615B}"/>
              </a:ext>
            </a:extLst>
          </p:cNvPr>
          <p:cNvCxnSpPr>
            <a:cxnSpLocks/>
          </p:cNvCxnSpPr>
          <p:nvPr/>
        </p:nvCxnSpPr>
        <p:spPr>
          <a:xfrm>
            <a:off x="425014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43" name="그룹 1242">
            <a:extLst>
              <a:ext uri="{FF2B5EF4-FFF2-40B4-BE49-F238E27FC236}">
                <a16:creationId xmlns:a16="http://schemas.microsoft.com/office/drawing/2014/main" id="{E95CD70C-40BB-353B-E64B-1CB42CF8F89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3864051"/>
            <a:ext cx="148067" cy="108000"/>
            <a:chOff x="7409659" y="2902132"/>
            <a:chExt cx="317047" cy="239471"/>
          </a:xfrm>
        </p:grpSpPr>
        <p:grpSp>
          <p:nvGrpSpPr>
            <p:cNvPr id="1244" name="그룹 1243">
              <a:extLst>
                <a:ext uri="{FF2B5EF4-FFF2-40B4-BE49-F238E27FC236}">
                  <a16:creationId xmlns:a16="http://schemas.microsoft.com/office/drawing/2014/main" id="{6F07FEA9-FCAF-5EB1-0377-F9E78C7CF24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47" name="직선 연결선 322">
                <a:extLst>
                  <a:ext uri="{FF2B5EF4-FFF2-40B4-BE49-F238E27FC236}">
                    <a16:creationId xmlns:a16="http://schemas.microsoft.com/office/drawing/2014/main" id="{48D4C1A0-19B3-CD0E-BB62-B49F3FA426F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8" name="직선 연결선 323">
                <a:extLst>
                  <a:ext uri="{FF2B5EF4-FFF2-40B4-BE49-F238E27FC236}">
                    <a16:creationId xmlns:a16="http://schemas.microsoft.com/office/drawing/2014/main" id="{F3CC02A9-FFB0-8073-AFC9-D802B106EA5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9" name="직선 연결선 324">
                <a:extLst>
                  <a:ext uri="{FF2B5EF4-FFF2-40B4-BE49-F238E27FC236}">
                    <a16:creationId xmlns:a16="http://schemas.microsoft.com/office/drawing/2014/main" id="{2EA059D4-4A1B-5180-DB91-BB1D845DEDC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45" name="직선 연결선 326">
              <a:extLst>
                <a:ext uri="{FF2B5EF4-FFF2-40B4-BE49-F238E27FC236}">
                  <a16:creationId xmlns:a16="http://schemas.microsoft.com/office/drawing/2014/main" id="{D9E0AEE2-0A13-8AAE-DCDB-5DFD19F41AB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46" name="타원 1245">
              <a:extLst>
                <a:ext uri="{FF2B5EF4-FFF2-40B4-BE49-F238E27FC236}">
                  <a16:creationId xmlns:a16="http://schemas.microsoft.com/office/drawing/2014/main" id="{34A2EF6C-7478-21CC-0C9A-CA5FCD2345A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56" name="직선 연결선 351">
            <a:extLst>
              <a:ext uri="{FF2B5EF4-FFF2-40B4-BE49-F238E27FC236}">
                <a16:creationId xmlns:a16="http://schemas.microsoft.com/office/drawing/2014/main" id="{8493C827-55B3-D956-9A4A-4E2AD2DB0FAB}"/>
              </a:ext>
            </a:extLst>
          </p:cNvPr>
          <p:cNvCxnSpPr>
            <a:cxnSpLocks/>
          </p:cNvCxnSpPr>
          <p:nvPr/>
        </p:nvCxnSpPr>
        <p:spPr>
          <a:xfrm>
            <a:off x="1453624" y="420443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57" name="그룹 1256">
            <a:extLst>
              <a:ext uri="{FF2B5EF4-FFF2-40B4-BE49-F238E27FC236}">
                <a16:creationId xmlns:a16="http://schemas.microsoft.com/office/drawing/2014/main" id="{58B724B0-6340-B50D-AB7A-416590E6EEC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2912" y="4619309"/>
            <a:ext cx="148067" cy="108000"/>
            <a:chOff x="7409659" y="2902132"/>
            <a:chExt cx="317047" cy="239471"/>
          </a:xfrm>
        </p:grpSpPr>
        <p:grpSp>
          <p:nvGrpSpPr>
            <p:cNvPr id="1258" name="그룹 1257">
              <a:extLst>
                <a:ext uri="{FF2B5EF4-FFF2-40B4-BE49-F238E27FC236}">
                  <a16:creationId xmlns:a16="http://schemas.microsoft.com/office/drawing/2014/main" id="{0992F13D-2EE1-E87D-6266-25216ABE468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61" name="직선 연결선 322">
                <a:extLst>
                  <a:ext uri="{FF2B5EF4-FFF2-40B4-BE49-F238E27FC236}">
                    <a16:creationId xmlns:a16="http://schemas.microsoft.com/office/drawing/2014/main" id="{714FFC8B-3DEA-2715-D666-9B3AAA931BF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2" name="직선 연결선 323">
                <a:extLst>
                  <a:ext uri="{FF2B5EF4-FFF2-40B4-BE49-F238E27FC236}">
                    <a16:creationId xmlns:a16="http://schemas.microsoft.com/office/drawing/2014/main" id="{FF4C0A93-ABBC-C8A8-0D8B-0638461C8E0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3" name="직선 연결선 324">
                <a:extLst>
                  <a:ext uri="{FF2B5EF4-FFF2-40B4-BE49-F238E27FC236}">
                    <a16:creationId xmlns:a16="http://schemas.microsoft.com/office/drawing/2014/main" id="{87557F88-3403-C48A-5D7D-A5A31A9DEFB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59" name="직선 연결선 326">
              <a:extLst>
                <a:ext uri="{FF2B5EF4-FFF2-40B4-BE49-F238E27FC236}">
                  <a16:creationId xmlns:a16="http://schemas.microsoft.com/office/drawing/2014/main" id="{8BC080AF-63B4-4F38-FC48-0373D73B3B5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60" name="타원 1259">
              <a:extLst>
                <a:ext uri="{FF2B5EF4-FFF2-40B4-BE49-F238E27FC236}">
                  <a16:creationId xmlns:a16="http://schemas.microsoft.com/office/drawing/2014/main" id="{0F4E8CF3-AEE6-8376-854D-A530F64253A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265" name="그룹 1264">
            <a:extLst>
              <a:ext uri="{FF2B5EF4-FFF2-40B4-BE49-F238E27FC236}">
                <a16:creationId xmlns:a16="http://schemas.microsoft.com/office/drawing/2014/main" id="{9A4CC18A-2CDC-6E49-2F58-850673D7B6E0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79080" y="5413078"/>
            <a:ext cx="57088" cy="108000"/>
            <a:chOff x="7604467" y="2108611"/>
            <a:chExt cx="122239" cy="239471"/>
          </a:xfrm>
        </p:grpSpPr>
        <p:grpSp>
          <p:nvGrpSpPr>
            <p:cNvPr id="1266" name="그룹 1265">
              <a:extLst>
                <a:ext uri="{FF2B5EF4-FFF2-40B4-BE49-F238E27FC236}">
                  <a16:creationId xmlns:a16="http://schemas.microsoft.com/office/drawing/2014/main" id="{1487C370-4999-6A10-B6BC-1F3F2D99549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68" name="직선 연결선 359">
                <a:extLst>
                  <a:ext uri="{FF2B5EF4-FFF2-40B4-BE49-F238E27FC236}">
                    <a16:creationId xmlns:a16="http://schemas.microsoft.com/office/drawing/2014/main" id="{53D3AF3E-A969-25CA-4B1A-10AED3B2DA5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9" name="직선 연결선 360">
                <a:extLst>
                  <a:ext uri="{FF2B5EF4-FFF2-40B4-BE49-F238E27FC236}">
                    <a16:creationId xmlns:a16="http://schemas.microsoft.com/office/drawing/2014/main" id="{B6C68CFF-F60B-14FE-579E-A950E4C24AC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0" name="직선 연결선 361">
                <a:extLst>
                  <a:ext uri="{FF2B5EF4-FFF2-40B4-BE49-F238E27FC236}">
                    <a16:creationId xmlns:a16="http://schemas.microsoft.com/office/drawing/2014/main" id="{517B4728-428A-9012-C88D-EE1C1CD5F38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67" name="직선 연결선 363">
              <a:extLst>
                <a:ext uri="{FF2B5EF4-FFF2-40B4-BE49-F238E27FC236}">
                  <a16:creationId xmlns:a16="http://schemas.microsoft.com/office/drawing/2014/main" id="{CFE53C85-9A5E-29DE-380A-0B8F40C28E41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1" name="직선 연결선 351">
            <a:extLst>
              <a:ext uri="{FF2B5EF4-FFF2-40B4-BE49-F238E27FC236}">
                <a16:creationId xmlns:a16="http://schemas.microsoft.com/office/drawing/2014/main" id="{ECE34EAC-26CC-7E1C-96F2-8C463AE2987B}"/>
              </a:ext>
            </a:extLst>
          </p:cNvPr>
          <p:cNvCxnSpPr>
            <a:cxnSpLocks/>
          </p:cNvCxnSpPr>
          <p:nvPr/>
        </p:nvCxnSpPr>
        <p:spPr>
          <a:xfrm>
            <a:off x="1453624" y="507714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8" name="직선 연결선 351">
            <a:extLst>
              <a:ext uri="{FF2B5EF4-FFF2-40B4-BE49-F238E27FC236}">
                <a16:creationId xmlns:a16="http://schemas.microsoft.com/office/drawing/2014/main" id="{8B7536B0-C3D7-5B07-8B9D-C33AA41C31A3}"/>
              </a:ext>
            </a:extLst>
          </p:cNvPr>
          <p:cNvCxnSpPr>
            <a:cxnSpLocks/>
          </p:cNvCxnSpPr>
          <p:nvPr/>
        </p:nvCxnSpPr>
        <p:spPr>
          <a:xfrm>
            <a:off x="1453624" y="623020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5" name="직선 연결선 351">
            <a:extLst>
              <a:ext uri="{FF2B5EF4-FFF2-40B4-BE49-F238E27FC236}">
                <a16:creationId xmlns:a16="http://schemas.microsoft.com/office/drawing/2014/main" id="{8A8E3373-309B-B2A2-8078-7C6475A4E541}"/>
              </a:ext>
            </a:extLst>
          </p:cNvPr>
          <p:cNvCxnSpPr>
            <a:cxnSpLocks/>
          </p:cNvCxnSpPr>
          <p:nvPr/>
        </p:nvCxnSpPr>
        <p:spPr>
          <a:xfrm>
            <a:off x="4406032" y="543951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2" name="직선 연결선 351">
            <a:extLst>
              <a:ext uri="{FF2B5EF4-FFF2-40B4-BE49-F238E27FC236}">
                <a16:creationId xmlns:a16="http://schemas.microsoft.com/office/drawing/2014/main" id="{508C8ED9-85AE-82B9-6BDE-CB4A03498B85}"/>
              </a:ext>
            </a:extLst>
          </p:cNvPr>
          <p:cNvCxnSpPr>
            <a:cxnSpLocks/>
          </p:cNvCxnSpPr>
          <p:nvPr/>
        </p:nvCxnSpPr>
        <p:spPr>
          <a:xfrm>
            <a:off x="8155151" y="150527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9" name="직선 연결선 351">
            <a:extLst>
              <a:ext uri="{FF2B5EF4-FFF2-40B4-BE49-F238E27FC236}">
                <a16:creationId xmlns:a16="http://schemas.microsoft.com/office/drawing/2014/main" id="{BE35FE1A-41FC-F8D7-0DE1-F57852BF5A1F}"/>
              </a:ext>
            </a:extLst>
          </p:cNvPr>
          <p:cNvCxnSpPr>
            <a:cxnSpLocks/>
          </p:cNvCxnSpPr>
          <p:nvPr/>
        </p:nvCxnSpPr>
        <p:spPr>
          <a:xfrm>
            <a:off x="6046313" y="507649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6" name="직선 연결선 351">
            <a:extLst>
              <a:ext uri="{FF2B5EF4-FFF2-40B4-BE49-F238E27FC236}">
                <a16:creationId xmlns:a16="http://schemas.microsoft.com/office/drawing/2014/main" id="{0601892D-9A6F-8D1C-1786-F499D25C2CBC}"/>
              </a:ext>
            </a:extLst>
          </p:cNvPr>
          <p:cNvCxnSpPr>
            <a:cxnSpLocks/>
          </p:cNvCxnSpPr>
          <p:nvPr/>
        </p:nvCxnSpPr>
        <p:spPr>
          <a:xfrm>
            <a:off x="4638973" y="5504834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3" name="직선 연결선 351">
            <a:extLst>
              <a:ext uri="{FF2B5EF4-FFF2-40B4-BE49-F238E27FC236}">
                <a16:creationId xmlns:a16="http://schemas.microsoft.com/office/drawing/2014/main" id="{D22DC263-DC11-F28C-766D-9979C05537A3}"/>
              </a:ext>
            </a:extLst>
          </p:cNvPr>
          <p:cNvCxnSpPr>
            <a:cxnSpLocks/>
          </p:cNvCxnSpPr>
          <p:nvPr/>
        </p:nvCxnSpPr>
        <p:spPr>
          <a:xfrm>
            <a:off x="4634661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5" name="직선 연결선[R] 1314">
            <a:extLst>
              <a:ext uri="{FF2B5EF4-FFF2-40B4-BE49-F238E27FC236}">
                <a16:creationId xmlns:a16="http://schemas.microsoft.com/office/drawing/2014/main" id="{991AE078-9E4F-0296-D35E-563BF85B6171}"/>
              </a:ext>
            </a:extLst>
          </p:cNvPr>
          <p:cNvCxnSpPr>
            <a:cxnSpLocks/>
          </p:cNvCxnSpPr>
          <p:nvPr/>
        </p:nvCxnSpPr>
        <p:spPr>
          <a:xfrm flipV="1">
            <a:off x="8030465" y="1441717"/>
            <a:ext cx="0" cy="1218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직선 연결선[R] 1316">
            <a:extLst>
              <a:ext uri="{FF2B5EF4-FFF2-40B4-BE49-F238E27FC236}">
                <a16:creationId xmlns:a16="http://schemas.microsoft.com/office/drawing/2014/main" id="{C344B233-614E-0A51-37F9-3FCFFCFE94BB}"/>
              </a:ext>
            </a:extLst>
          </p:cNvPr>
          <p:cNvCxnSpPr>
            <a:cxnSpLocks/>
          </p:cNvCxnSpPr>
          <p:nvPr/>
        </p:nvCxnSpPr>
        <p:spPr>
          <a:xfrm>
            <a:off x="5011387" y="1555668"/>
            <a:ext cx="301907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1" name="직선 연결선[R] 1320">
            <a:extLst>
              <a:ext uri="{FF2B5EF4-FFF2-40B4-BE49-F238E27FC236}">
                <a16:creationId xmlns:a16="http://schemas.microsoft.com/office/drawing/2014/main" id="{C084889F-A5E5-2451-3485-DE8EC46DF670}"/>
              </a:ext>
            </a:extLst>
          </p:cNvPr>
          <p:cNvCxnSpPr>
            <a:cxnSpLocks/>
          </p:cNvCxnSpPr>
          <p:nvPr/>
        </p:nvCxnSpPr>
        <p:spPr>
          <a:xfrm flipH="1" flipV="1">
            <a:off x="5007981" y="1555668"/>
            <a:ext cx="1" cy="35161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5" name="직선 연결선 351">
            <a:extLst>
              <a:ext uri="{FF2B5EF4-FFF2-40B4-BE49-F238E27FC236}">
                <a16:creationId xmlns:a16="http://schemas.microsoft.com/office/drawing/2014/main" id="{F76A5DF1-7D1E-CD8D-BC73-A474FB0585AA}"/>
              </a:ext>
            </a:extLst>
          </p:cNvPr>
          <p:cNvCxnSpPr>
            <a:cxnSpLocks/>
          </p:cNvCxnSpPr>
          <p:nvPr/>
        </p:nvCxnSpPr>
        <p:spPr>
          <a:xfrm>
            <a:off x="7976465" y="150329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D3875954-BBE4-EC5E-D3B7-454FF4C24949}"/>
              </a:ext>
            </a:extLst>
          </p:cNvPr>
          <p:cNvSpPr>
            <a:spLocks/>
          </p:cNvSpPr>
          <p:nvPr/>
        </p:nvSpPr>
        <p:spPr>
          <a:xfrm>
            <a:off x="8958860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AEA3CD7-E47A-A5F1-C71E-538B6AFBCCF1}"/>
              </a:ext>
            </a:extLst>
          </p:cNvPr>
          <p:cNvSpPr>
            <a:spLocks/>
          </p:cNvSpPr>
          <p:nvPr/>
        </p:nvSpPr>
        <p:spPr>
          <a:xfrm>
            <a:off x="8959411" y="4604040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master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" name="직선 연결선[R] 12">
            <a:extLst>
              <a:ext uri="{FF2B5EF4-FFF2-40B4-BE49-F238E27FC236}">
                <a16:creationId xmlns:a16="http://schemas.microsoft.com/office/drawing/2014/main" id="{8922F9B4-CA06-DE3D-5361-4FA40B5BA53C}"/>
              </a:ext>
            </a:extLst>
          </p:cNvPr>
          <p:cNvCxnSpPr>
            <a:cxnSpLocks/>
            <a:stCxn id="2" idx="1"/>
            <a:endCxn id="794" idx="3"/>
          </p:cNvCxnSpPr>
          <p:nvPr/>
        </p:nvCxnSpPr>
        <p:spPr>
          <a:xfrm flipH="1">
            <a:off x="8588471" y="3924916"/>
            <a:ext cx="37038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[R] 16">
            <a:extLst>
              <a:ext uri="{FF2B5EF4-FFF2-40B4-BE49-F238E27FC236}">
                <a16:creationId xmlns:a16="http://schemas.microsoft.com/office/drawing/2014/main" id="{F8346AA5-B41A-72AE-1F83-0F1E27E24B45}"/>
              </a:ext>
            </a:extLst>
          </p:cNvPr>
          <p:cNvCxnSpPr>
            <a:cxnSpLocks/>
            <a:stCxn id="12" idx="1"/>
            <a:endCxn id="796" idx="3"/>
          </p:cNvCxnSpPr>
          <p:nvPr/>
        </p:nvCxnSpPr>
        <p:spPr>
          <a:xfrm flipH="1">
            <a:off x="8588471" y="4820040"/>
            <a:ext cx="370940" cy="10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[R] 40">
            <a:extLst>
              <a:ext uri="{FF2B5EF4-FFF2-40B4-BE49-F238E27FC236}">
                <a16:creationId xmlns:a16="http://schemas.microsoft.com/office/drawing/2014/main" id="{75223E4D-E7C0-DB5F-811F-A979F394B3C2}"/>
              </a:ext>
            </a:extLst>
          </p:cNvPr>
          <p:cNvCxnSpPr>
            <a:cxnSpLocks/>
            <a:stCxn id="12" idx="0"/>
            <a:endCxn id="2" idx="2"/>
          </p:cNvCxnSpPr>
          <p:nvPr/>
        </p:nvCxnSpPr>
        <p:spPr>
          <a:xfrm flipH="1" flipV="1">
            <a:off x="9318860" y="4140916"/>
            <a:ext cx="551" cy="46312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5" name="직선 연결선 351">
            <a:extLst>
              <a:ext uri="{FF2B5EF4-FFF2-40B4-BE49-F238E27FC236}">
                <a16:creationId xmlns:a16="http://schemas.microsoft.com/office/drawing/2014/main" id="{DF13E55A-BEDE-BDFC-53C8-879D33325EB5}"/>
              </a:ext>
            </a:extLst>
          </p:cNvPr>
          <p:cNvCxnSpPr>
            <a:cxnSpLocks/>
          </p:cNvCxnSpPr>
          <p:nvPr/>
        </p:nvCxnSpPr>
        <p:spPr>
          <a:xfrm>
            <a:off x="8901748" y="386987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48" name="그룹 947">
            <a:extLst>
              <a:ext uri="{FF2B5EF4-FFF2-40B4-BE49-F238E27FC236}">
                <a16:creationId xmlns:a16="http://schemas.microsoft.com/office/drawing/2014/main" id="{06283091-508B-C297-9C31-C784DC2149C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9347" y="3870916"/>
            <a:ext cx="148067" cy="108000"/>
            <a:chOff x="7409659" y="2902132"/>
            <a:chExt cx="317047" cy="239471"/>
          </a:xfrm>
        </p:grpSpPr>
        <p:grpSp>
          <p:nvGrpSpPr>
            <p:cNvPr id="949" name="그룹 948">
              <a:extLst>
                <a:ext uri="{FF2B5EF4-FFF2-40B4-BE49-F238E27FC236}">
                  <a16:creationId xmlns:a16="http://schemas.microsoft.com/office/drawing/2014/main" id="{91CECBD0-EDC1-648D-1355-1B176799E9F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53" name="직선 연결선 322">
                <a:extLst>
                  <a:ext uri="{FF2B5EF4-FFF2-40B4-BE49-F238E27FC236}">
                    <a16:creationId xmlns:a16="http://schemas.microsoft.com/office/drawing/2014/main" id="{B0751192-4A02-437F-E5D2-BB2341CD51B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5" name="직선 연결선 323">
                <a:extLst>
                  <a:ext uri="{FF2B5EF4-FFF2-40B4-BE49-F238E27FC236}">
                    <a16:creationId xmlns:a16="http://schemas.microsoft.com/office/drawing/2014/main" id="{5EEA1ECE-2E77-86C3-44B1-601278B1E13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6" name="직선 연결선 324">
                <a:extLst>
                  <a:ext uri="{FF2B5EF4-FFF2-40B4-BE49-F238E27FC236}">
                    <a16:creationId xmlns:a16="http://schemas.microsoft.com/office/drawing/2014/main" id="{A86E5E34-42DF-E8C6-B964-96D55244B5B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50" name="직선 연결선 326">
              <a:extLst>
                <a:ext uri="{FF2B5EF4-FFF2-40B4-BE49-F238E27FC236}">
                  <a16:creationId xmlns:a16="http://schemas.microsoft.com/office/drawing/2014/main" id="{F2AE8ED0-A7A6-ECC7-A1AB-44F01921D05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2" name="타원 951">
              <a:extLst>
                <a:ext uri="{FF2B5EF4-FFF2-40B4-BE49-F238E27FC236}">
                  <a16:creationId xmlns:a16="http://schemas.microsoft.com/office/drawing/2014/main" id="{F3B05AA1-3070-9FDD-30EB-CAFEEB213A7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959" name="직선 연결선 351">
            <a:extLst>
              <a:ext uri="{FF2B5EF4-FFF2-40B4-BE49-F238E27FC236}">
                <a16:creationId xmlns:a16="http://schemas.microsoft.com/office/drawing/2014/main" id="{B48F9902-3854-B53D-62A0-A035B7C8B0AE}"/>
              </a:ext>
            </a:extLst>
          </p:cNvPr>
          <p:cNvCxnSpPr>
            <a:cxnSpLocks/>
          </p:cNvCxnSpPr>
          <p:nvPr/>
        </p:nvCxnSpPr>
        <p:spPr>
          <a:xfrm>
            <a:off x="9265772" y="419395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71" name="그룹 970">
            <a:extLst>
              <a:ext uri="{FF2B5EF4-FFF2-40B4-BE49-F238E27FC236}">
                <a16:creationId xmlns:a16="http://schemas.microsoft.com/office/drawing/2014/main" id="{788E1FB9-17BB-6DD9-AA8E-E25053AE8690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9292396" y="4515904"/>
            <a:ext cx="57088" cy="108000"/>
            <a:chOff x="7604467" y="2108611"/>
            <a:chExt cx="122239" cy="239471"/>
          </a:xfrm>
        </p:grpSpPr>
        <p:grpSp>
          <p:nvGrpSpPr>
            <p:cNvPr id="973" name="그룹 972">
              <a:extLst>
                <a:ext uri="{FF2B5EF4-FFF2-40B4-BE49-F238E27FC236}">
                  <a16:creationId xmlns:a16="http://schemas.microsoft.com/office/drawing/2014/main" id="{37ACD84E-EE0B-2060-55DE-21256B0F3F3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08" name="직선 연결선 359">
                <a:extLst>
                  <a:ext uri="{FF2B5EF4-FFF2-40B4-BE49-F238E27FC236}">
                    <a16:creationId xmlns:a16="http://schemas.microsoft.com/office/drawing/2014/main" id="{3168D7D4-0339-6520-72C4-3C88ADA6ABA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9" name="직선 연결선 360">
                <a:extLst>
                  <a:ext uri="{FF2B5EF4-FFF2-40B4-BE49-F238E27FC236}">
                    <a16:creationId xmlns:a16="http://schemas.microsoft.com/office/drawing/2014/main" id="{7E22FB97-B99D-4A80-EF5F-0ACD7D8158A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0" name="직선 연결선 361">
                <a:extLst>
                  <a:ext uri="{FF2B5EF4-FFF2-40B4-BE49-F238E27FC236}">
                    <a16:creationId xmlns:a16="http://schemas.microsoft.com/office/drawing/2014/main" id="{DB73F2F7-A49F-4EEE-AA15-264C64A8CED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06" name="직선 연결선 363">
              <a:extLst>
                <a:ext uri="{FF2B5EF4-FFF2-40B4-BE49-F238E27FC236}">
                  <a16:creationId xmlns:a16="http://schemas.microsoft.com/office/drawing/2014/main" id="{26D2CC8B-D11A-380A-C096-2F7596DD1DC5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44" name="그룹 1143">
            <a:extLst>
              <a:ext uri="{FF2B5EF4-FFF2-40B4-BE49-F238E27FC236}">
                <a16:creationId xmlns:a16="http://schemas.microsoft.com/office/drawing/2014/main" id="{57F8C230-3EE6-C69C-9E73-F198E7E5A22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471" y="4767101"/>
            <a:ext cx="148067" cy="108000"/>
            <a:chOff x="7409659" y="2902132"/>
            <a:chExt cx="317047" cy="239471"/>
          </a:xfrm>
        </p:grpSpPr>
        <p:grpSp>
          <p:nvGrpSpPr>
            <p:cNvPr id="1145" name="그룹 1144">
              <a:extLst>
                <a:ext uri="{FF2B5EF4-FFF2-40B4-BE49-F238E27FC236}">
                  <a16:creationId xmlns:a16="http://schemas.microsoft.com/office/drawing/2014/main" id="{7ABCC1F3-0CD8-3291-F196-F6274D276AF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177" name="직선 연결선 322">
                <a:extLst>
                  <a:ext uri="{FF2B5EF4-FFF2-40B4-BE49-F238E27FC236}">
                    <a16:creationId xmlns:a16="http://schemas.microsoft.com/office/drawing/2014/main" id="{D7C8DD67-A3B1-6439-77A9-3FE6CC75A8F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8" name="직선 연결선 323">
                <a:extLst>
                  <a:ext uri="{FF2B5EF4-FFF2-40B4-BE49-F238E27FC236}">
                    <a16:creationId xmlns:a16="http://schemas.microsoft.com/office/drawing/2014/main" id="{050F76E0-B900-01F6-2812-E68134FF989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0" name="직선 연결선 324">
                <a:extLst>
                  <a:ext uri="{FF2B5EF4-FFF2-40B4-BE49-F238E27FC236}">
                    <a16:creationId xmlns:a16="http://schemas.microsoft.com/office/drawing/2014/main" id="{B099099F-4151-7924-C621-CF85EA7970B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74" name="직선 연결선 326">
              <a:extLst>
                <a:ext uri="{FF2B5EF4-FFF2-40B4-BE49-F238E27FC236}">
                  <a16:creationId xmlns:a16="http://schemas.microsoft.com/office/drawing/2014/main" id="{4D2B1FB6-42EB-0B59-92FB-47B08DBACAD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76" name="타원 1175">
              <a:extLst>
                <a:ext uri="{FF2B5EF4-FFF2-40B4-BE49-F238E27FC236}">
                  <a16:creationId xmlns:a16="http://schemas.microsoft.com/office/drawing/2014/main" id="{B1F2EEA1-B0DD-11D0-7402-C2D3F875EAF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790" name="직선 연결선 351">
            <a:extLst>
              <a:ext uri="{FF2B5EF4-FFF2-40B4-BE49-F238E27FC236}">
                <a16:creationId xmlns:a16="http://schemas.microsoft.com/office/drawing/2014/main" id="{106E4970-50A0-8F15-B788-746FF55F787D}"/>
              </a:ext>
            </a:extLst>
          </p:cNvPr>
          <p:cNvCxnSpPr>
            <a:cxnSpLocks/>
          </p:cNvCxnSpPr>
          <p:nvPr/>
        </p:nvCxnSpPr>
        <p:spPr>
          <a:xfrm>
            <a:off x="8908920" y="476710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1" name="직사각형 800">
            <a:extLst>
              <a:ext uri="{FF2B5EF4-FFF2-40B4-BE49-F238E27FC236}">
                <a16:creationId xmlns:a16="http://schemas.microsoft.com/office/drawing/2014/main" id="{BA82B2C7-FF46-6C0A-0900-03EC229335D3}"/>
              </a:ext>
            </a:extLst>
          </p:cNvPr>
          <p:cNvSpPr>
            <a:spLocks/>
          </p:cNvSpPr>
          <p:nvPr/>
        </p:nvSpPr>
        <p:spPr>
          <a:xfrm>
            <a:off x="6417494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07" name="직선 연결선[R] 806">
            <a:extLst>
              <a:ext uri="{FF2B5EF4-FFF2-40B4-BE49-F238E27FC236}">
                <a16:creationId xmlns:a16="http://schemas.microsoft.com/office/drawing/2014/main" id="{725A074B-0468-B679-82B5-693D68188528}"/>
              </a:ext>
            </a:extLst>
          </p:cNvPr>
          <p:cNvCxnSpPr>
            <a:cxnSpLocks/>
          </p:cNvCxnSpPr>
          <p:nvPr/>
        </p:nvCxnSpPr>
        <p:spPr>
          <a:xfrm flipH="1">
            <a:off x="6027906" y="211130"/>
            <a:ext cx="36888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3" name="그룹 852">
            <a:extLst>
              <a:ext uri="{FF2B5EF4-FFF2-40B4-BE49-F238E27FC236}">
                <a16:creationId xmlns:a16="http://schemas.microsoft.com/office/drawing/2014/main" id="{BE95C755-1A64-BEB4-94BB-95B92C8CDDFB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6027906" y="157130"/>
            <a:ext cx="148067" cy="108000"/>
            <a:chOff x="7409659" y="2902132"/>
            <a:chExt cx="317047" cy="239471"/>
          </a:xfrm>
        </p:grpSpPr>
        <p:grpSp>
          <p:nvGrpSpPr>
            <p:cNvPr id="854" name="그룹 853">
              <a:extLst>
                <a:ext uri="{FF2B5EF4-FFF2-40B4-BE49-F238E27FC236}">
                  <a16:creationId xmlns:a16="http://schemas.microsoft.com/office/drawing/2014/main" id="{7F66390F-1E5D-3167-2B49-E6ABBDCF68E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18" name="직선 연결선 322">
                <a:extLst>
                  <a:ext uri="{FF2B5EF4-FFF2-40B4-BE49-F238E27FC236}">
                    <a16:creationId xmlns:a16="http://schemas.microsoft.com/office/drawing/2014/main" id="{5B333C7B-B9CE-2FF7-D853-44B2861AC35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19" name="직선 연결선 323">
                <a:extLst>
                  <a:ext uri="{FF2B5EF4-FFF2-40B4-BE49-F238E27FC236}">
                    <a16:creationId xmlns:a16="http://schemas.microsoft.com/office/drawing/2014/main" id="{47601E65-CCD2-AB72-673B-A643AF346C6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20" name="직선 연결선 324">
                <a:extLst>
                  <a:ext uri="{FF2B5EF4-FFF2-40B4-BE49-F238E27FC236}">
                    <a16:creationId xmlns:a16="http://schemas.microsoft.com/office/drawing/2014/main" id="{1D75628C-842C-1AD3-BA14-B636F99F4C1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14" name="직선 연결선 326">
              <a:extLst>
                <a:ext uri="{FF2B5EF4-FFF2-40B4-BE49-F238E27FC236}">
                  <a16:creationId xmlns:a16="http://schemas.microsoft.com/office/drawing/2014/main" id="{C23A292F-6537-5377-6996-8281E779D58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16" name="타원 1315">
              <a:extLst>
                <a:ext uri="{FF2B5EF4-FFF2-40B4-BE49-F238E27FC236}">
                  <a16:creationId xmlns:a16="http://schemas.microsoft.com/office/drawing/2014/main" id="{9406347E-2116-2D85-D36D-090D7E75D6B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22" name="직선 연결선 351">
            <a:extLst>
              <a:ext uri="{FF2B5EF4-FFF2-40B4-BE49-F238E27FC236}">
                <a16:creationId xmlns:a16="http://schemas.microsoft.com/office/drawing/2014/main" id="{41C75F44-3834-C577-66F2-EAD4A8AD0974}"/>
              </a:ext>
            </a:extLst>
          </p:cNvPr>
          <p:cNvCxnSpPr>
            <a:cxnSpLocks/>
          </p:cNvCxnSpPr>
          <p:nvPr/>
        </p:nvCxnSpPr>
        <p:spPr>
          <a:xfrm>
            <a:off x="6342679" y="16386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3" name="직사각형 1342">
            <a:extLst>
              <a:ext uri="{FF2B5EF4-FFF2-40B4-BE49-F238E27FC236}">
                <a16:creationId xmlns:a16="http://schemas.microsoft.com/office/drawing/2014/main" id="{89182CF1-D13B-D98F-E774-C3CB999DB457}"/>
              </a:ext>
            </a:extLst>
          </p:cNvPr>
          <p:cNvSpPr>
            <a:spLocks/>
          </p:cNvSpPr>
          <p:nvPr/>
        </p:nvSpPr>
        <p:spPr>
          <a:xfrm>
            <a:off x="6421325" y="584813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benefit</a:t>
            </a:r>
          </a:p>
        </p:txBody>
      </p:sp>
      <p:sp>
        <p:nvSpPr>
          <p:cNvPr id="1344" name="직사각형 1343">
            <a:extLst>
              <a:ext uri="{FF2B5EF4-FFF2-40B4-BE49-F238E27FC236}">
                <a16:creationId xmlns:a16="http://schemas.microsoft.com/office/drawing/2014/main" id="{0FFD3615-B008-5626-E693-9FAEE70BC49B}"/>
              </a:ext>
            </a:extLst>
          </p:cNvPr>
          <p:cNvSpPr>
            <a:spLocks/>
          </p:cNvSpPr>
          <p:nvPr/>
        </p:nvSpPr>
        <p:spPr>
          <a:xfrm>
            <a:off x="6418531" y="1063587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condition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45" name="직선 연결선[R] 1344">
            <a:extLst>
              <a:ext uri="{FF2B5EF4-FFF2-40B4-BE49-F238E27FC236}">
                <a16:creationId xmlns:a16="http://schemas.microsoft.com/office/drawing/2014/main" id="{AFDC9D25-1247-38C4-9F50-D15AA4780CDC}"/>
              </a:ext>
            </a:extLst>
          </p:cNvPr>
          <p:cNvCxnSpPr>
            <a:cxnSpLocks/>
          </p:cNvCxnSpPr>
          <p:nvPr/>
        </p:nvCxnSpPr>
        <p:spPr>
          <a:xfrm flipH="1">
            <a:off x="6027906" y="331152"/>
            <a:ext cx="2635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7" name="직선 연결선[R] 1346">
            <a:extLst>
              <a:ext uri="{FF2B5EF4-FFF2-40B4-BE49-F238E27FC236}">
                <a16:creationId xmlns:a16="http://schemas.microsoft.com/office/drawing/2014/main" id="{60B3EDFE-F798-20C1-523A-FCDD54B5957E}"/>
              </a:ext>
            </a:extLst>
          </p:cNvPr>
          <p:cNvCxnSpPr>
            <a:cxnSpLocks/>
            <a:stCxn id="1343" idx="1"/>
          </p:cNvCxnSpPr>
          <p:nvPr/>
        </p:nvCxnSpPr>
        <p:spPr>
          <a:xfrm flipH="1">
            <a:off x="6291470" y="800813"/>
            <a:ext cx="12985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0" name="직선 연결선[R] 1349">
            <a:extLst>
              <a:ext uri="{FF2B5EF4-FFF2-40B4-BE49-F238E27FC236}">
                <a16:creationId xmlns:a16="http://schemas.microsoft.com/office/drawing/2014/main" id="{62B446E2-F23E-AD9A-E462-1FF9F61F8A91}"/>
              </a:ext>
            </a:extLst>
          </p:cNvPr>
          <p:cNvCxnSpPr>
            <a:cxnSpLocks/>
          </p:cNvCxnSpPr>
          <p:nvPr/>
        </p:nvCxnSpPr>
        <p:spPr>
          <a:xfrm>
            <a:off x="6292415" y="345831"/>
            <a:ext cx="0" cy="45853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직선 연결선[R] 1356">
            <a:extLst>
              <a:ext uri="{FF2B5EF4-FFF2-40B4-BE49-F238E27FC236}">
                <a16:creationId xmlns:a16="http://schemas.microsoft.com/office/drawing/2014/main" id="{11D51D35-CD48-2D42-AD35-07D2CFD0C98A}"/>
              </a:ext>
            </a:extLst>
          </p:cNvPr>
          <p:cNvCxnSpPr>
            <a:cxnSpLocks/>
            <a:stCxn id="1344" idx="1"/>
          </p:cNvCxnSpPr>
          <p:nvPr/>
        </p:nvCxnSpPr>
        <p:spPr>
          <a:xfrm flipH="1">
            <a:off x="6211957" y="1279587"/>
            <a:ext cx="20657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직선 연결선[R] 1360">
            <a:extLst>
              <a:ext uri="{FF2B5EF4-FFF2-40B4-BE49-F238E27FC236}">
                <a16:creationId xmlns:a16="http://schemas.microsoft.com/office/drawing/2014/main" id="{4FC79FC9-7251-32A0-E77A-C69E66F94AB0}"/>
              </a:ext>
            </a:extLst>
          </p:cNvPr>
          <p:cNvCxnSpPr>
            <a:cxnSpLocks/>
          </p:cNvCxnSpPr>
          <p:nvPr/>
        </p:nvCxnSpPr>
        <p:spPr>
          <a:xfrm>
            <a:off x="6216215" y="457200"/>
            <a:ext cx="0" cy="8249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4" name="직선 연결선[R] 1363">
            <a:extLst>
              <a:ext uri="{FF2B5EF4-FFF2-40B4-BE49-F238E27FC236}">
                <a16:creationId xmlns:a16="http://schemas.microsoft.com/office/drawing/2014/main" id="{6DE6A970-D3F0-EC39-739C-754727E0380E}"/>
              </a:ext>
            </a:extLst>
          </p:cNvPr>
          <p:cNvCxnSpPr>
            <a:cxnSpLocks/>
          </p:cNvCxnSpPr>
          <p:nvPr/>
        </p:nvCxnSpPr>
        <p:spPr>
          <a:xfrm flipH="1">
            <a:off x="6027906" y="448765"/>
            <a:ext cx="18902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66" name="그룹 1365">
            <a:extLst>
              <a:ext uri="{FF2B5EF4-FFF2-40B4-BE49-F238E27FC236}">
                <a16:creationId xmlns:a16="http://schemas.microsoft.com/office/drawing/2014/main" id="{768F5F5C-83E3-DC02-B243-5FFEB03641A6}"/>
              </a:ext>
            </a:extLst>
          </p:cNvPr>
          <p:cNvGrpSpPr>
            <a:grpSpLocks noChangeAspect="1"/>
          </p:cNvGrpSpPr>
          <p:nvPr/>
        </p:nvGrpSpPr>
        <p:grpSpPr>
          <a:xfrm>
            <a:off x="6347363" y="746146"/>
            <a:ext cx="70242" cy="108000"/>
            <a:chOff x="7604467" y="2108611"/>
            <a:chExt cx="122239" cy="239471"/>
          </a:xfrm>
        </p:grpSpPr>
        <p:grpSp>
          <p:nvGrpSpPr>
            <p:cNvPr id="1367" name="그룹 1366">
              <a:extLst>
                <a:ext uri="{FF2B5EF4-FFF2-40B4-BE49-F238E27FC236}">
                  <a16:creationId xmlns:a16="http://schemas.microsoft.com/office/drawing/2014/main" id="{2A32E63C-05EB-BF69-2575-1D1CE552F0B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69" name="직선 연결선 359">
                <a:extLst>
                  <a:ext uri="{FF2B5EF4-FFF2-40B4-BE49-F238E27FC236}">
                    <a16:creationId xmlns:a16="http://schemas.microsoft.com/office/drawing/2014/main" id="{48507C82-BEDF-ACCB-3DA4-8505D095F94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0" name="직선 연결선 360">
                <a:extLst>
                  <a:ext uri="{FF2B5EF4-FFF2-40B4-BE49-F238E27FC236}">
                    <a16:creationId xmlns:a16="http://schemas.microsoft.com/office/drawing/2014/main" id="{5F200116-6B5C-1F3D-9B6B-C9BF031BA59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1" name="직선 연결선 361">
                <a:extLst>
                  <a:ext uri="{FF2B5EF4-FFF2-40B4-BE49-F238E27FC236}">
                    <a16:creationId xmlns:a16="http://schemas.microsoft.com/office/drawing/2014/main" id="{2E1D4C4F-B79D-A54E-2052-A9C0C05CD85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68" name="직선 연결선 363">
              <a:extLst>
                <a:ext uri="{FF2B5EF4-FFF2-40B4-BE49-F238E27FC236}">
                  <a16:creationId xmlns:a16="http://schemas.microsoft.com/office/drawing/2014/main" id="{2E67B1D5-5819-E9CA-7C54-F21BF94BA8E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72" name="그룹 1371">
            <a:extLst>
              <a:ext uri="{FF2B5EF4-FFF2-40B4-BE49-F238E27FC236}">
                <a16:creationId xmlns:a16="http://schemas.microsoft.com/office/drawing/2014/main" id="{E89B8C34-33CD-CA87-935C-C6ED0CD067F0}"/>
              </a:ext>
            </a:extLst>
          </p:cNvPr>
          <p:cNvGrpSpPr>
            <a:grpSpLocks noChangeAspect="1"/>
          </p:cNvGrpSpPr>
          <p:nvPr/>
        </p:nvGrpSpPr>
        <p:grpSpPr>
          <a:xfrm>
            <a:off x="6264787" y="1224761"/>
            <a:ext cx="148067" cy="108000"/>
            <a:chOff x="7409659" y="2902132"/>
            <a:chExt cx="317047" cy="239471"/>
          </a:xfrm>
        </p:grpSpPr>
        <p:grpSp>
          <p:nvGrpSpPr>
            <p:cNvPr id="1373" name="그룹 1372">
              <a:extLst>
                <a:ext uri="{FF2B5EF4-FFF2-40B4-BE49-F238E27FC236}">
                  <a16:creationId xmlns:a16="http://schemas.microsoft.com/office/drawing/2014/main" id="{D4B90E91-D7E9-88D4-1B30-E7329FEC5C4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76" name="직선 연결선 322">
                <a:extLst>
                  <a:ext uri="{FF2B5EF4-FFF2-40B4-BE49-F238E27FC236}">
                    <a16:creationId xmlns:a16="http://schemas.microsoft.com/office/drawing/2014/main" id="{A96A11CB-42BD-613D-BAA1-08168B67993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7" name="직선 연결선 323">
                <a:extLst>
                  <a:ext uri="{FF2B5EF4-FFF2-40B4-BE49-F238E27FC236}">
                    <a16:creationId xmlns:a16="http://schemas.microsoft.com/office/drawing/2014/main" id="{00EB4C34-205B-CB04-0482-E3826D0B2CC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8" name="직선 연결선 324">
                <a:extLst>
                  <a:ext uri="{FF2B5EF4-FFF2-40B4-BE49-F238E27FC236}">
                    <a16:creationId xmlns:a16="http://schemas.microsoft.com/office/drawing/2014/main" id="{6DBD2EE0-E69C-DC45-2690-03B89E38D14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74" name="직선 연결선 326">
              <a:extLst>
                <a:ext uri="{FF2B5EF4-FFF2-40B4-BE49-F238E27FC236}">
                  <a16:creationId xmlns:a16="http://schemas.microsoft.com/office/drawing/2014/main" id="{2EBF7FFA-C1F6-DE08-998A-13360BBF369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75" name="타원 1374">
              <a:extLst>
                <a:ext uri="{FF2B5EF4-FFF2-40B4-BE49-F238E27FC236}">
                  <a16:creationId xmlns:a16="http://schemas.microsoft.com/office/drawing/2014/main" id="{AF8D0443-BBF3-4F69-470D-D3117EB607D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82" name="직선 연결선 351">
            <a:extLst>
              <a:ext uri="{FF2B5EF4-FFF2-40B4-BE49-F238E27FC236}">
                <a16:creationId xmlns:a16="http://schemas.microsoft.com/office/drawing/2014/main" id="{D49CC306-B538-18BD-7FE3-50363B008EB8}"/>
              </a:ext>
            </a:extLst>
          </p:cNvPr>
          <p:cNvCxnSpPr>
            <a:cxnSpLocks/>
          </p:cNvCxnSpPr>
          <p:nvPr/>
        </p:nvCxnSpPr>
        <p:spPr>
          <a:xfrm>
            <a:off x="6086060" y="26897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3" name="직선 연결선 351">
            <a:extLst>
              <a:ext uri="{FF2B5EF4-FFF2-40B4-BE49-F238E27FC236}">
                <a16:creationId xmlns:a16="http://schemas.microsoft.com/office/drawing/2014/main" id="{7EEB2755-EF48-0104-D4DC-B1DF71B35396}"/>
              </a:ext>
            </a:extLst>
          </p:cNvPr>
          <p:cNvCxnSpPr>
            <a:cxnSpLocks/>
          </p:cNvCxnSpPr>
          <p:nvPr/>
        </p:nvCxnSpPr>
        <p:spPr>
          <a:xfrm>
            <a:off x="6082746" y="39156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6" name="직사각형 1385">
            <a:extLst>
              <a:ext uri="{FF2B5EF4-FFF2-40B4-BE49-F238E27FC236}">
                <a16:creationId xmlns:a16="http://schemas.microsoft.com/office/drawing/2014/main" id="{1EEF111B-A5CA-29A3-5861-A409DA1FA17B}"/>
              </a:ext>
            </a:extLst>
          </p:cNvPr>
          <p:cNvSpPr>
            <a:spLocks/>
          </p:cNvSpPr>
          <p:nvPr/>
        </p:nvSpPr>
        <p:spPr>
          <a:xfrm>
            <a:off x="1147624" y="276689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charge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7" name="직사각형 1386">
            <a:extLst>
              <a:ext uri="{FF2B5EF4-FFF2-40B4-BE49-F238E27FC236}">
                <a16:creationId xmlns:a16="http://schemas.microsoft.com/office/drawing/2014/main" id="{CDD2FBD5-AB89-8ED8-61D4-469833D7B2B7}"/>
              </a:ext>
            </a:extLst>
          </p:cNvPr>
          <p:cNvSpPr>
            <a:spLocks/>
          </p:cNvSpPr>
          <p:nvPr/>
        </p:nvSpPr>
        <p:spPr>
          <a:xfrm>
            <a:off x="1147624" y="128676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8" name="직사각형 1387">
            <a:extLst>
              <a:ext uri="{FF2B5EF4-FFF2-40B4-BE49-F238E27FC236}">
                <a16:creationId xmlns:a16="http://schemas.microsoft.com/office/drawing/2014/main" id="{A65ABAA4-99BA-E009-3BE7-94B3F716F8BB}"/>
              </a:ext>
            </a:extLst>
          </p:cNvPr>
          <p:cNvSpPr>
            <a:spLocks/>
          </p:cNvSpPr>
          <p:nvPr/>
        </p:nvSpPr>
        <p:spPr>
          <a:xfrm>
            <a:off x="1147624" y="388624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92" name="직선 연결선[R] 1391">
            <a:extLst>
              <a:ext uri="{FF2B5EF4-FFF2-40B4-BE49-F238E27FC236}">
                <a16:creationId xmlns:a16="http://schemas.microsoft.com/office/drawing/2014/main" id="{CA3DBC84-5ED3-43D1-AA1D-37E0F2E301FC}"/>
              </a:ext>
            </a:extLst>
          </p:cNvPr>
          <p:cNvCxnSpPr>
            <a:cxnSpLocks/>
            <a:stCxn id="942" idx="1"/>
            <a:endCxn id="1388" idx="3"/>
          </p:cNvCxnSpPr>
          <p:nvPr/>
        </p:nvCxnSpPr>
        <p:spPr>
          <a:xfrm flipH="1">
            <a:off x="1867624" y="601719"/>
            <a:ext cx="64580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5" name="직선 연결선[R] 1394">
            <a:extLst>
              <a:ext uri="{FF2B5EF4-FFF2-40B4-BE49-F238E27FC236}">
                <a16:creationId xmlns:a16="http://schemas.microsoft.com/office/drawing/2014/main" id="{9A2A5BDF-B70C-B3B1-24CA-EDC6C54C8667}"/>
              </a:ext>
            </a:extLst>
          </p:cNvPr>
          <p:cNvCxnSpPr>
            <a:cxnSpLocks/>
            <a:endCxn id="1386" idx="3"/>
          </p:cNvCxnSpPr>
          <p:nvPr/>
        </p:nvCxnSpPr>
        <p:spPr>
          <a:xfrm flipH="1">
            <a:off x="1867624" y="2982895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9" name="직선 연결선[R] 1398">
            <a:extLst>
              <a:ext uri="{FF2B5EF4-FFF2-40B4-BE49-F238E27FC236}">
                <a16:creationId xmlns:a16="http://schemas.microsoft.com/office/drawing/2014/main" id="{968C3CE8-9D77-CB8D-A1C3-DAC716895305}"/>
              </a:ext>
            </a:extLst>
          </p:cNvPr>
          <p:cNvCxnSpPr>
            <a:cxnSpLocks/>
          </p:cNvCxnSpPr>
          <p:nvPr/>
        </p:nvCxnSpPr>
        <p:spPr>
          <a:xfrm flipV="1">
            <a:off x="4001010" y="2781100"/>
            <a:ext cx="0" cy="2083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4" name="그룹 1403">
            <a:extLst>
              <a:ext uri="{FF2B5EF4-FFF2-40B4-BE49-F238E27FC236}">
                <a16:creationId xmlns:a16="http://schemas.microsoft.com/office/drawing/2014/main" id="{EF3EAD57-1C4E-4CBD-37F7-A9C57825958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1876" y="2928960"/>
            <a:ext cx="57088" cy="108000"/>
            <a:chOff x="7604467" y="2108611"/>
            <a:chExt cx="122239" cy="239471"/>
          </a:xfrm>
        </p:grpSpPr>
        <p:grpSp>
          <p:nvGrpSpPr>
            <p:cNvPr id="1405" name="그룹 1404">
              <a:extLst>
                <a:ext uri="{FF2B5EF4-FFF2-40B4-BE49-F238E27FC236}">
                  <a16:creationId xmlns:a16="http://schemas.microsoft.com/office/drawing/2014/main" id="{DCD40AD5-9BD5-35A9-C817-712BA6D26AF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407" name="직선 연결선 359">
                <a:extLst>
                  <a:ext uri="{FF2B5EF4-FFF2-40B4-BE49-F238E27FC236}">
                    <a16:creationId xmlns:a16="http://schemas.microsoft.com/office/drawing/2014/main" id="{45584F5A-F276-65E2-7F1D-D32AA13321B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8" name="직선 연결선 360">
                <a:extLst>
                  <a:ext uri="{FF2B5EF4-FFF2-40B4-BE49-F238E27FC236}">
                    <a16:creationId xmlns:a16="http://schemas.microsoft.com/office/drawing/2014/main" id="{2B958868-277C-6550-0696-8A0A039C845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9" name="직선 연결선 361">
                <a:extLst>
                  <a:ext uri="{FF2B5EF4-FFF2-40B4-BE49-F238E27FC236}">
                    <a16:creationId xmlns:a16="http://schemas.microsoft.com/office/drawing/2014/main" id="{7EDE4490-0F6B-37CA-9596-034427B7EA3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06" name="직선 연결선 363">
              <a:extLst>
                <a:ext uri="{FF2B5EF4-FFF2-40B4-BE49-F238E27FC236}">
                  <a16:creationId xmlns:a16="http://schemas.microsoft.com/office/drawing/2014/main" id="{ACECA503-B1FA-3A02-E801-16BD4497FE40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10" name="직선 연결선 351">
            <a:extLst>
              <a:ext uri="{FF2B5EF4-FFF2-40B4-BE49-F238E27FC236}">
                <a16:creationId xmlns:a16="http://schemas.microsoft.com/office/drawing/2014/main" id="{13816070-563F-6466-959F-8FB36D6A7331}"/>
              </a:ext>
            </a:extLst>
          </p:cNvPr>
          <p:cNvCxnSpPr>
            <a:cxnSpLocks/>
          </p:cNvCxnSpPr>
          <p:nvPr/>
        </p:nvCxnSpPr>
        <p:spPr>
          <a:xfrm>
            <a:off x="3950630" y="285291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1" name="직선 연결선[R] 1410">
            <a:extLst>
              <a:ext uri="{FF2B5EF4-FFF2-40B4-BE49-F238E27FC236}">
                <a16:creationId xmlns:a16="http://schemas.microsoft.com/office/drawing/2014/main" id="{2134ADC1-A625-C29C-2BE1-2F89338A90F6}"/>
              </a:ext>
            </a:extLst>
          </p:cNvPr>
          <p:cNvCxnSpPr>
            <a:cxnSpLocks/>
            <a:endCxn id="1387" idx="3"/>
          </p:cNvCxnSpPr>
          <p:nvPr/>
        </p:nvCxnSpPr>
        <p:spPr>
          <a:xfrm flipH="1">
            <a:off x="1867624" y="1502765"/>
            <a:ext cx="7443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4" name="직선 연결선[R] 1413">
            <a:extLst>
              <a:ext uri="{FF2B5EF4-FFF2-40B4-BE49-F238E27FC236}">
                <a16:creationId xmlns:a16="http://schemas.microsoft.com/office/drawing/2014/main" id="{CE21B659-45A9-2A91-2B7C-088B3EB4F23F}"/>
              </a:ext>
            </a:extLst>
          </p:cNvPr>
          <p:cNvCxnSpPr>
            <a:cxnSpLocks/>
          </p:cNvCxnSpPr>
          <p:nvPr/>
        </p:nvCxnSpPr>
        <p:spPr>
          <a:xfrm flipV="1">
            <a:off x="2610855" y="1504010"/>
            <a:ext cx="0" cy="2915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16" name="그룹 1415">
            <a:extLst>
              <a:ext uri="{FF2B5EF4-FFF2-40B4-BE49-F238E27FC236}">
                <a16:creationId xmlns:a16="http://schemas.microsoft.com/office/drawing/2014/main" id="{D6288EBA-518C-CAE2-ABC0-9EA7601111C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1447719"/>
            <a:ext cx="148067" cy="108000"/>
            <a:chOff x="7409659" y="2902132"/>
            <a:chExt cx="317047" cy="239471"/>
          </a:xfrm>
        </p:grpSpPr>
        <p:grpSp>
          <p:nvGrpSpPr>
            <p:cNvPr id="1417" name="그룹 1416">
              <a:extLst>
                <a:ext uri="{FF2B5EF4-FFF2-40B4-BE49-F238E27FC236}">
                  <a16:creationId xmlns:a16="http://schemas.microsoft.com/office/drawing/2014/main" id="{F42F85F8-CE21-1A7E-1FF6-D3BAAE6B52F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0" name="직선 연결선 322">
                <a:extLst>
                  <a:ext uri="{FF2B5EF4-FFF2-40B4-BE49-F238E27FC236}">
                    <a16:creationId xmlns:a16="http://schemas.microsoft.com/office/drawing/2014/main" id="{1DA84E7D-DC09-C0D5-FA44-57F9750944F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1" name="직선 연결선 323">
                <a:extLst>
                  <a:ext uri="{FF2B5EF4-FFF2-40B4-BE49-F238E27FC236}">
                    <a16:creationId xmlns:a16="http://schemas.microsoft.com/office/drawing/2014/main" id="{FB3075E1-6B06-BE03-3095-1D03E5FBA19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2" name="직선 연결선 324">
                <a:extLst>
                  <a:ext uri="{FF2B5EF4-FFF2-40B4-BE49-F238E27FC236}">
                    <a16:creationId xmlns:a16="http://schemas.microsoft.com/office/drawing/2014/main" id="{88404E82-53B6-EDC2-D649-DEF6AED3999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18" name="직선 연결선 326">
              <a:extLst>
                <a:ext uri="{FF2B5EF4-FFF2-40B4-BE49-F238E27FC236}">
                  <a16:creationId xmlns:a16="http://schemas.microsoft.com/office/drawing/2014/main" id="{BBDBDE5F-4DD0-F073-30ED-D3C86C9CC43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19" name="타원 1418">
              <a:extLst>
                <a:ext uri="{FF2B5EF4-FFF2-40B4-BE49-F238E27FC236}">
                  <a16:creationId xmlns:a16="http://schemas.microsoft.com/office/drawing/2014/main" id="{DAF31D6F-FC50-2BF2-4D86-F6313EABCCD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23" name="직선 연결선 351">
            <a:extLst>
              <a:ext uri="{FF2B5EF4-FFF2-40B4-BE49-F238E27FC236}">
                <a16:creationId xmlns:a16="http://schemas.microsoft.com/office/drawing/2014/main" id="{63D4C877-6401-7D68-BF59-B12772AA0322}"/>
              </a:ext>
            </a:extLst>
          </p:cNvPr>
          <p:cNvCxnSpPr>
            <a:cxnSpLocks/>
          </p:cNvCxnSpPr>
          <p:nvPr/>
        </p:nvCxnSpPr>
        <p:spPr>
          <a:xfrm>
            <a:off x="2558461" y="1733591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4" name="직선 연결선 351">
            <a:extLst>
              <a:ext uri="{FF2B5EF4-FFF2-40B4-BE49-F238E27FC236}">
                <a16:creationId xmlns:a16="http://schemas.microsoft.com/office/drawing/2014/main" id="{340A9513-7568-D50A-6A24-A5EE95FABEC3}"/>
              </a:ext>
            </a:extLst>
          </p:cNvPr>
          <p:cNvCxnSpPr>
            <a:cxnSpLocks/>
          </p:cNvCxnSpPr>
          <p:nvPr/>
        </p:nvCxnSpPr>
        <p:spPr>
          <a:xfrm>
            <a:off x="2460249" y="54838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25" name="그룹 1424">
            <a:extLst>
              <a:ext uri="{FF2B5EF4-FFF2-40B4-BE49-F238E27FC236}">
                <a16:creationId xmlns:a16="http://schemas.microsoft.com/office/drawing/2014/main" id="{D47D71B1-5B07-8384-50CD-A683B118679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551414"/>
            <a:ext cx="148067" cy="108000"/>
            <a:chOff x="7409659" y="2902132"/>
            <a:chExt cx="317047" cy="239471"/>
          </a:xfrm>
        </p:grpSpPr>
        <p:grpSp>
          <p:nvGrpSpPr>
            <p:cNvPr id="1426" name="그룹 1425">
              <a:extLst>
                <a:ext uri="{FF2B5EF4-FFF2-40B4-BE49-F238E27FC236}">
                  <a16:creationId xmlns:a16="http://schemas.microsoft.com/office/drawing/2014/main" id="{47A8D088-75EA-8A79-039E-4F8AFAF4F54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9" name="직선 연결선 322">
                <a:extLst>
                  <a:ext uri="{FF2B5EF4-FFF2-40B4-BE49-F238E27FC236}">
                    <a16:creationId xmlns:a16="http://schemas.microsoft.com/office/drawing/2014/main" id="{1FCC9E14-B803-1385-7D6F-7D2F21B76E2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0" name="직선 연결선 323">
                <a:extLst>
                  <a:ext uri="{FF2B5EF4-FFF2-40B4-BE49-F238E27FC236}">
                    <a16:creationId xmlns:a16="http://schemas.microsoft.com/office/drawing/2014/main" id="{08C14370-9F8F-0628-363D-744C83C686C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1" name="직선 연결선 324">
                <a:extLst>
                  <a:ext uri="{FF2B5EF4-FFF2-40B4-BE49-F238E27FC236}">
                    <a16:creationId xmlns:a16="http://schemas.microsoft.com/office/drawing/2014/main" id="{C2E3A05C-F562-2D83-E80C-64EC737C179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7" name="직선 연결선 326">
              <a:extLst>
                <a:ext uri="{FF2B5EF4-FFF2-40B4-BE49-F238E27FC236}">
                  <a16:creationId xmlns:a16="http://schemas.microsoft.com/office/drawing/2014/main" id="{97C77375-0A37-C5EC-7E93-9406F5F12A3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28" name="타원 1427">
              <a:extLst>
                <a:ext uri="{FF2B5EF4-FFF2-40B4-BE49-F238E27FC236}">
                  <a16:creationId xmlns:a16="http://schemas.microsoft.com/office/drawing/2014/main" id="{1039FB32-B126-7EAF-E1FD-87DB4D6DCBC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32" name="직선 연결선[R] 1431">
            <a:extLst>
              <a:ext uri="{FF2B5EF4-FFF2-40B4-BE49-F238E27FC236}">
                <a16:creationId xmlns:a16="http://schemas.microsoft.com/office/drawing/2014/main" id="{D9A39241-6FD4-5240-338A-0B1F84B35CF9}"/>
              </a:ext>
            </a:extLst>
          </p:cNvPr>
          <p:cNvCxnSpPr>
            <a:cxnSpLocks/>
            <a:stCxn id="1388" idx="1"/>
          </p:cNvCxnSpPr>
          <p:nvPr/>
        </p:nvCxnSpPr>
        <p:spPr>
          <a:xfrm flipH="1">
            <a:off x="732692" y="604624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5" name="직선 연결선[R] 1434">
            <a:extLst>
              <a:ext uri="{FF2B5EF4-FFF2-40B4-BE49-F238E27FC236}">
                <a16:creationId xmlns:a16="http://schemas.microsoft.com/office/drawing/2014/main" id="{10DE4936-0A3A-C4B9-9B44-006DF5FBB680}"/>
              </a:ext>
            </a:extLst>
          </p:cNvPr>
          <p:cNvCxnSpPr>
            <a:cxnSpLocks/>
          </p:cNvCxnSpPr>
          <p:nvPr/>
        </p:nvCxnSpPr>
        <p:spPr>
          <a:xfrm flipV="1">
            <a:off x="733304" y="608711"/>
            <a:ext cx="0" cy="246859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8" name="직선 연결선[R] 1437">
            <a:extLst>
              <a:ext uri="{FF2B5EF4-FFF2-40B4-BE49-F238E27FC236}">
                <a16:creationId xmlns:a16="http://schemas.microsoft.com/office/drawing/2014/main" id="{24AD67AF-C054-2EEA-1DF0-BCF1D79B8CE5}"/>
              </a:ext>
            </a:extLst>
          </p:cNvPr>
          <p:cNvCxnSpPr>
            <a:cxnSpLocks/>
          </p:cNvCxnSpPr>
          <p:nvPr/>
        </p:nvCxnSpPr>
        <p:spPr>
          <a:xfrm flipH="1">
            <a:off x="732692" y="3076680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41" name="그룹 1440">
            <a:extLst>
              <a:ext uri="{FF2B5EF4-FFF2-40B4-BE49-F238E27FC236}">
                <a16:creationId xmlns:a16="http://schemas.microsoft.com/office/drawing/2014/main" id="{64C7077C-1478-27A9-D51D-AB233D94E184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548389"/>
            <a:ext cx="148067" cy="108000"/>
            <a:chOff x="7409659" y="2902132"/>
            <a:chExt cx="317047" cy="239471"/>
          </a:xfrm>
        </p:grpSpPr>
        <p:grpSp>
          <p:nvGrpSpPr>
            <p:cNvPr id="1442" name="그룹 1441">
              <a:extLst>
                <a:ext uri="{FF2B5EF4-FFF2-40B4-BE49-F238E27FC236}">
                  <a16:creationId xmlns:a16="http://schemas.microsoft.com/office/drawing/2014/main" id="{DDFBEEBC-7F0F-F109-1F51-5918FB958C7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45" name="직선 연결선 322">
                <a:extLst>
                  <a:ext uri="{FF2B5EF4-FFF2-40B4-BE49-F238E27FC236}">
                    <a16:creationId xmlns:a16="http://schemas.microsoft.com/office/drawing/2014/main" id="{A8A4BF79-53DD-BF1B-551F-A1B8E72F557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6" name="직선 연결선 323">
                <a:extLst>
                  <a:ext uri="{FF2B5EF4-FFF2-40B4-BE49-F238E27FC236}">
                    <a16:creationId xmlns:a16="http://schemas.microsoft.com/office/drawing/2014/main" id="{268FF9F0-5701-A275-D7C9-2029630965D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7" name="직선 연결선 324">
                <a:extLst>
                  <a:ext uri="{FF2B5EF4-FFF2-40B4-BE49-F238E27FC236}">
                    <a16:creationId xmlns:a16="http://schemas.microsoft.com/office/drawing/2014/main" id="{5B137D48-402B-FB39-9155-2626FD18F04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43" name="직선 연결선 326">
              <a:extLst>
                <a:ext uri="{FF2B5EF4-FFF2-40B4-BE49-F238E27FC236}">
                  <a16:creationId xmlns:a16="http://schemas.microsoft.com/office/drawing/2014/main" id="{99CE6FC6-2588-67D8-F2D1-6BEFCD7ACD4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44" name="타원 1443">
              <a:extLst>
                <a:ext uri="{FF2B5EF4-FFF2-40B4-BE49-F238E27FC236}">
                  <a16:creationId xmlns:a16="http://schemas.microsoft.com/office/drawing/2014/main" id="{BA1A577C-3A13-C1EE-D0B4-7EBCD29043E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48" name="직선 연결선 351">
            <a:extLst>
              <a:ext uri="{FF2B5EF4-FFF2-40B4-BE49-F238E27FC236}">
                <a16:creationId xmlns:a16="http://schemas.microsoft.com/office/drawing/2014/main" id="{852793D7-4EBF-8BF6-9C45-D54C17CE9092}"/>
              </a:ext>
            </a:extLst>
          </p:cNvPr>
          <p:cNvCxnSpPr>
            <a:cxnSpLocks/>
          </p:cNvCxnSpPr>
          <p:nvPr/>
        </p:nvCxnSpPr>
        <p:spPr>
          <a:xfrm>
            <a:off x="1088088" y="303283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9" name="직선 연결선[R] 1448">
            <a:extLst>
              <a:ext uri="{FF2B5EF4-FFF2-40B4-BE49-F238E27FC236}">
                <a16:creationId xmlns:a16="http://schemas.microsoft.com/office/drawing/2014/main" id="{64F03E19-A5B7-6711-F0D4-E31CD99B9E61}"/>
              </a:ext>
            </a:extLst>
          </p:cNvPr>
          <p:cNvCxnSpPr>
            <a:cxnSpLocks/>
            <a:stCxn id="1387" idx="0"/>
            <a:endCxn id="1388" idx="2"/>
          </p:cNvCxnSpPr>
          <p:nvPr/>
        </p:nvCxnSpPr>
        <p:spPr>
          <a:xfrm flipV="1">
            <a:off x="1507624" y="820624"/>
            <a:ext cx="0" cy="46614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2" name="그룹 1451">
            <a:extLst>
              <a:ext uri="{FF2B5EF4-FFF2-40B4-BE49-F238E27FC236}">
                <a16:creationId xmlns:a16="http://schemas.microsoft.com/office/drawing/2014/main" id="{ABC73CB9-80D7-29F0-DEDC-666AC6DD4A2E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591" y="844765"/>
            <a:ext cx="148067" cy="108000"/>
            <a:chOff x="7409659" y="2902132"/>
            <a:chExt cx="317047" cy="239471"/>
          </a:xfrm>
        </p:grpSpPr>
        <p:grpSp>
          <p:nvGrpSpPr>
            <p:cNvPr id="1453" name="그룹 1452">
              <a:extLst>
                <a:ext uri="{FF2B5EF4-FFF2-40B4-BE49-F238E27FC236}">
                  <a16:creationId xmlns:a16="http://schemas.microsoft.com/office/drawing/2014/main" id="{D4495C93-92FA-74B7-B359-F8AB3872F6B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56" name="직선 연결선 322">
                <a:extLst>
                  <a:ext uri="{FF2B5EF4-FFF2-40B4-BE49-F238E27FC236}">
                    <a16:creationId xmlns:a16="http://schemas.microsoft.com/office/drawing/2014/main" id="{14A408BE-722D-F3CF-5C60-DAB970981F2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7" name="직선 연결선 323">
                <a:extLst>
                  <a:ext uri="{FF2B5EF4-FFF2-40B4-BE49-F238E27FC236}">
                    <a16:creationId xmlns:a16="http://schemas.microsoft.com/office/drawing/2014/main" id="{60646FED-D68A-DE1B-591B-8EC3053A991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8" name="직선 연결선 324">
                <a:extLst>
                  <a:ext uri="{FF2B5EF4-FFF2-40B4-BE49-F238E27FC236}">
                    <a16:creationId xmlns:a16="http://schemas.microsoft.com/office/drawing/2014/main" id="{94D2BDF0-DE16-8462-8E43-D2388AF7FD9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54" name="직선 연결선 326">
              <a:extLst>
                <a:ext uri="{FF2B5EF4-FFF2-40B4-BE49-F238E27FC236}">
                  <a16:creationId xmlns:a16="http://schemas.microsoft.com/office/drawing/2014/main" id="{326E1367-C6C1-25BC-C143-2C3F7F15F1C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55" name="타원 1454">
              <a:extLst>
                <a:ext uri="{FF2B5EF4-FFF2-40B4-BE49-F238E27FC236}">
                  <a16:creationId xmlns:a16="http://schemas.microsoft.com/office/drawing/2014/main" id="{4B73EBC8-7407-C8FB-D62F-6322425E5E8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sp>
        <p:nvSpPr>
          <p:cNvPr id="1461" name="제목 1">
            <a:extLst>
              <a:ext uri="{FF2B5EF4-FFF2-40B4-BE49-F238E27FC236}">
                <a16:creationId xmlns:a16="http://schemas.microsoft.com/office/drawing/2014/main" id="{C15BE09F-0E28-6A1E-4A3A-646B82CF5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04" y="160360"/>
            <a:ext cx="496074" cy="654861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V2</a:t>
            </a:r>
            <a:endParaRPr lang="ko-KR" altLang="en-US" dirty="0"/>
          </a:p>
        </p:txBody>
      </p:sp>
      <p:grpSp>
        <p:nvGrpSpPr>
          <p:cNvPr id="1462" name="그룹 1461">
            <a:extLst>
              <a:ext uri="{FF2B5EF4-FFF2-40B4-BE49-F238E27FC236}">
                <a16:creationId xmlns:a16="http://schemas.microsoft.com/office/drawing/2014/main" id="{76DC3A38-BD48-138A-D82B-DB167BC8071F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5593842" y="3576188"/>
            <a:ext cx="148067" cy="108000"/>
            <a:chOff x="7409659" y="2902132"/>
            <a:chExt cx="317047" cy="239471"/>
          </a:xfrm>
        </p:grpSpPr>
        <p:grpSp>
          <p:nvGrpSpPr>
            <p:cNvPr id="1463" name="그룹 1462">
              <a:extLst>
                <a:ext uri="{FF2B5EF4-FFF2-40B4-BE49-F238E27FC236}">
                  <a16:creationId xmlns:a16="http://schemas.microsoft.com/office/drawing/2014/main" id="{5DAB5AFA-8D15-A69A-D750-C55FA476ACD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66" name="직선 연결선 322">
                <a:extLst>
                  <a:ext uri="{FF2B5EF4-FFF2-40B4-BE49-F238E27FC236}">
                    <a16:creationId xmlns:a16="http://schemas.microsoft.com/office/drawing/2014/main" id="{38AA5DF1-DBC9-AABA-D34D-04FA3CE6DAD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7" name="직선 연결선 323">
                <a:extLst>
                  <a:ext uri="{FF2B5EF4-FFF2-40B4-BE49-F238E27FC236}">
                    <a16:creationId xmlns:a16="http://schemas.microsoft.com/office/drawing/2014/main" id="{FDE618E8-4DB6-47B6-7144-251BCD5C79F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8" name="직선 연결선 324">
                <a:extLst>
                  <a:ext uri="{FF2B5EF4-FFF2-40B4-BE49-F238E27FC236}">
                    <a16:creationId xmlns:a16="http://schemas.microsoft.com/office/drawing/2014/main" id="{2A2A7A0A-E092-3984-9E1C-A7F44019DEA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64" name="직선 연결선 326">
              <a:extLst>
                <a:ext uri="{FF2B5EF4-FFF2-40B4-BE49-F238E27FC236}">
                  <a16:creationId xmlns:a16="http://schemas.microsoft.com/office/drawing/2014/main" id="{E6006B15-2B61-3C0B-DB9E-35BB588CCB1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65" name="타원 1464">
              <a:extLst>
                <a:ext uri="{FF2B5EF4-FFF2-40B4-BE49-F238E27FC236}">
                  <a16:creationId xmlns:a16="http://schemas.microsoft.com/office/drawing/2014/main" id="{165F91C8-2E3A-591A-4C56-0BDDE4A235E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69" name="그룹 1468">
            <a:extLst>
              <a:ext uri="{FF2B5EF4-FFF2-40B4-BE49-F238E27FC236}">
                <a16:creationId xmlns:a16="http://schemas.microsoft.com/office/drawing/2014/main" id="{212CC51D-1F79-40FF-D476-E033705AA9A7}"/>
              </a:ext>
            </a:extLst>
          </p:cNvPr>
          <p:cNvGrpSpPr>
            <a:grpSpLocks noChangeAspect="1"/>
          </p:cNvGrpSpPr>
          <p:nvPr/>
        </p:nvGrpSpPr>
        <p:grpSpPr>
          <a:xfrm>
            <a:off x="7715105" y="3870916"/>
            <a:ext cx="148067" cy="108000"/>
            <a:chOff x="7409659" y="2902132"/>
            <a:chExt cx="317047" cy="239471"/>
          </a:xfrm>
        </p:grpSpPr>
        <p:grpSp>
          <p:nvGrpSpPr>
            <p:cNvPr id="1470" name="그룹 1469">
              <a:extLst>
                <a:ext uri="{FF2B5EF4-FFF2-40B4-BE49-F238E27FC236}">
                  <a16:creationId xmlns:a16="http://schemas.microsoft.com/office/drawing/2014/main" id="{D6252919-5435-8733-229F-7AC3CEF3504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73" name="직선 연결선 322">
                <a:extLst>
                  <a:ext uri="{FF2B5EF4-FFF2-40B4-BE49-F238E27FC236}">
                    <a16:creationId xmlns:a16="http://schemas.microsoft.com/office/drawing/2014/main" id="{C647BE1F-6F33-C9A2-061A-D059D5CBE22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4" name="직선 연결선 323">
                <a:extLst>
                  <a:ext uri="{FF2B5EF4-FFF2-40B4-BE49-F238E27FC236}">
                    <a16:creationId xmlns:a16="http://schemas.microsoft.com/office/drawing/2014/main" id="{AE36068D-0D64-4D1E-1D67-D094E8A0239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5" name="직선 연결선 324">
                <a:extLst>
                  <a:ext uri="{FF2B5EF4-FFF2-40B4-BE49-F238E27FC236}">
                    <a16:creationId xmlns:a16="http://schemas.microsoft.com/office/drawing/2014/main" id="{6C102511-0ABB-B26C-B8B9-2E161780AE4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1" name="직선 연결선 326">
              <a:extLst>
                <a:ext uri="{FF2B5EF4-FFF2-40B4-BE49-F238E27FC236}">
                  <a16:creationId xmlns:a16="http://schemas.microsoft.com/office/drawing/2014/main" id="{F2D8D6C1-7826-5A56-4AF6-EAD6408520B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2" name="타원 1471">
              <a:extLst>
                <a:ext uri="{FF2B5EF4-FFF2-40B4-BE49-F238E27FC236}">
                  <a16:creationId xmlns:a16="http://schemas.microsoft.com/office/drawing/2014/main" id="{FA62FE0C-19EA-481E-9E4C-1ADE8BDA91B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76" name="그룹 1475">
            <a:extLst>
              <a:ext uri="{FF2B5EF4-FFF2-40B4-BE49-F238E27FC236}">
                <a16:creationId xmlns:a16="http://schemas.microsoft.com/office/drawing/2014/main" id="{63E002FC-1BF1-7FE2-B2A1-0EDA5D37E853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3884" y="4477068"/>
            <a:ext cx="148067" cy="108000"/>
            <a:chOff x="7409659" y="2902132"/>
            <a:chExt cx="317047" cy="239471"/>
          </a:xfrm>
        </p:grpSpPr>
        <p:grpSp>
          <p:nvGrpSpPr>
            <p:cNvPr id="1477" name="그룹 1476">
              <a:extLst>
                <a:ext uri="{FF2B5EF4-FFF2-40B4-BE49-F238E27FC236}">
                  <a16:creationId xmlns:a16="http://schemas.microsoft.com/office/drawing/2014/main" id="{C10D5D44-D220-73FB-96DE-B53C5F35BEF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0" name="직선 연결선 322">
                <a:extLst>
                  <a:ext uri="{FF2B5EF4-FFF2-40B4-BE49-F238E27FC236}">
                    <a16:creationId xmlns:a16="http://schemas.microsoft.com/office/drawing/2014/main" id="{336578D8-4E83-7620-7DE1-79C4B64B81A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1" name="직선 연결선 323">
                <a:extLst>
                  <a:ext uri="{FF2B5EF4-FFF2-40B4-BE49-F238E27FC236}">
                    <a16:creationId xmlns:a16="http://schemas.microsoft.com/office/drawing/2014/main" id="{18E79810-9737-1951-E05C-8525355EAEA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2" name="직선 연결선 324">
                <a:extLst>
                  <a:ext uri="{FF2B5EF4-FFF2-40B4-BE49-F238E27FC236}">
                    <a16:creationId xmlns:a16="http://schemas.microsoft.com/office/drawing/2014/main" id="{9BB1447A-04BA-D426-08BB-9AAE7012135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8" name="직선 연결선 326">
              <a:extLst>
                <a:ext uri="{FF2B5EF4-FFF2-40B4-BE49-F238E27FC236}">
                  <a16:creationId xmlns:a16="http://schemas.microsoft.com/office/drawing/2014/main" id="{EA002A58-C9FA-30E5-D51C-303524AE4EC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9" name="타원 1478">
              <a:extLst>
                <a:ext uri="{FF2B5EF4-FFF2-40B4-BE49-F238E27FC236}">
                  <a16:creationId xmlns:a16="http://schemas.microsoft.com/office/drawing/2014/main" id="{D44D12EE-0819-1F26-ED5E-7ABF08DB0B0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83" name="그룹 1482">
            <a:extLst>
              <a:ext uri="{FF2B5EF4-FFF2-40B4-BE49-F238E27FC236}">
                <a16:creationId xmlns:a16="http://schemas.microsoft.com/office/drawing/2014/main" id="{C9573D77-8785-311B-955B-AB47C6E29475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5" y="5374879"/>
            <a:ext cx="148067" cy="108000"/>
            <a:chOff x="7409659" y="2902132"/>
            <a:chExt cx="317047" cy="239471"/>
          </a:xfrm>
        </p:grpSpPr>
        <p:grpSp>
          <p:nvGrpSpPr>
            <p:cNvPr id="1484" name="그룹 1483">
              <a:extLst>
                <a:ext uri="{FF2B5EF4-FFF2-40B4-BE49-F238E27FC236}">
                  <a16:creationId xmlns:a16="http://schemas.microsoft.com/office/drawing/2014/main" id="{0341CA4D-A4D2-6B7F-EA22-63B1610DFCE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7" name="직선 연결선 322">
                <a:extLst>
                  <a:ext uri="{FF2B5EF4-FFF2-40B4-BE49-F238E27FC236}">
                    <a16:creationId xmlns:a16="http://schemas.microsoft.com/office/drawing/2014/main" id="{EBE0A5BF-035D-90E4-32DE-4C9F4E5A8C7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8" name="직선 연결선 323">
                <a:extLst>
                  <a:ext uri="{FF2B5EF4-FFF2-40B4-BE49-F238E27FC236}">
                    <a16:creationId xmlns:a16="http://schemas.microsoft.com/office/drawing/2014/main" id="{4C59DD74-2135-688D-CB3A-E942F384E3F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9" name="직선 연결선 324">
                <a:extLst>
                  <a:ext uri="{FF2B5EF4-FFF2-40B4-BE49-F238E27FC236}">
                    <a16:creationId xmlns:a16="http://schemas.microsoft.com/office/drawing/2014/main" id="{5162FB82-EA3E-ACC2-4752-86BA9938451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85" name="직선 연결선 326">
              <a:extLst>
                <a:ext uri="{FF2B5EF4-FFF2-40B4-BE49-F238E27FC236}">
                  <a16:creationId xmlns:a16="http://schemas.microsoft.com/office/drawing/2014/main" id="{59CFCC9D-C54A-55D9-7A85-71E9A9D81EC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86" name="타원 1485">
              <a:extLst>
                <a:ext uri="{FF2B5EF4-FFF2-40B4-BE49-F238E27FC236}">
                  <a16:creationId xmlns:a16="http://schemas.microsoft.com/office/drawing/2014/main" id="{A07F587A-79FD-ECD9-368B-F01DD34BEE0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1" name="그룹 1490">
            <a:extLst>
              <a:ext uri="{FF2B5EF4-FFF2-40B4-BE49-F238E27FC236}">
                <a16:creationId xmlns:a16="http://schemas.microsoft.com/office/drawing/2014/main" id="{154C26D4-7A06-D3D8-CDFE-B22F2FDD8DE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5663052"/>
            <a:ext cx="148067" cy="108000"/>
            <a:chOff x="7409659" y="2902132"/>
            <a:chExt cx="317047" cy="239471"/>
          </a:xfrm>
        </p:grpSpPr>
        <p:grpSp>
          <p:nvGrpSpPr>
            <p:cNvPr id="1492" name="그룹 1491">
              <a:extLst>
                <a:ext uri="{FF2B5EF4-FFF2-40B4-BE49-F238E27FC236}">
                  <a16:creationId xmlns:a16="http://schemas.microsoft.com/office/drawing/2014/main" id="{6ADA6BEA-ADC3-7E4C-E2E0-42FA01FCC16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95" name="직선 연결선 322">
                <a:extLst>
                  <a:ext uri="{FF2B5EF4-FFF2-40B4-BE49-F238E27FC236}">
                    <a16:creationId xmlns:a16="http://schemas.microsoft.com/office/drawing/2014/main" id="{0ED592BB-6769-C20C-C1BB-827996F693A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6" name="직선 연결선 323">
                <a:extLst>
                  <a:ext uri="{FF2B5EF4-FFF2-40B4-BE49-F238E27FC236}">
                    <a16:creationId xmlns:a16="http://schemas.microsoft.com/office/drawing/2014/main" id="{8C44442B-0BFE-A12A-A94B-162AECAEBE5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7" name="직선 연결선 324">
                <a:extLst>
                  <a:ext uri="{FF2B5EF4-FFF2-40B4-BE49-F238E27FC236}">
                    <a16:creationId xmlns:a16="http://schemas.microsoft.com/office/drawing/2014/main" id="{ACFAE9F8-CE66-0AB4-D099-9EDA2684730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93" name="직선 연결선 326">
              <a:extLst>
                <a:ext uri="{FF2B5EF4-FFF2-40B4-BE49-F238E27FC236}">
                  <a16:creationId xmlns:a16="http://schemas.microsoft.com/office/drawing/2014/main" id="{5DF896DE-3CC2-0D4A-C026-AC9B1DCB4DC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94" name="타원 1493">
              <a:extLst>
                <a:ext uri="{FF2B5EF4-FFF2-40B4-BE49-F238E27FC236}">
                  <a16:creationId xmlns:a16="http://schemas.microsoft.com/office/drawing/2014/main" id="{664747F0-7882-F6CE-4B59-5BE095E4CB7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8" name="그룹 1497">
            <a:extLst>
              <a:ext uri="{FF2B5EF4-FFF2-40B4-BE49-F238E27FC236}">
                <a16:creationId xmlns:a16="http://schemas.microsoft.com/office/drawing/2014/main" id="{960FBDBA-F34F-D5CC-FED9-63FB57090D93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5780852"/>
            <a:ext cx="148067" cy="108000"/>
            <a:chOff x="7409659" y="2902132"/>
            <a:chExt cx="317047" cy="239471"/>
          </a:xfrm>
        </p:grpSpPr>
        <p:grpSp>
          <p:nvGrpSpPr>
            <p:cNvPr id="1499" name="그룹 1498">
              <a:extLst>
                <a:ext uri="{FF2B5EF4-FFF2-40B4-BE49-F238E27FC236}">
                  <a16:creationId xmlns:a16="http://schemas.microsoft.com/office/drawing/2014/main" id="{D3CE2AE1-A18E-C137-6CEE-C7CF4A8F429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02" name="직선 연결선 322">
                <a:extLst>
                  <a:ext uri="{FF2B5EF4-FFF2-40B4-BE49-F238E27FC236}">
                    <a16:creationId xmlns:a16="http://schemas.microsoft.com/office/drawing/2014/main" id="{49947B1D-89DB-A964-686E-2D113573644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3" name="직선 연결선 323">
                <a:extLst>
                  <a:ext uri="{FF2B5EF4-FFF2-40B4-BE49-F238E27FC236}">
                    <a16:creationId xmlns:a16="http://schemas.microsoft.com/office/drawing/2014/main" id="{49ABE2F2-27F8-3DBB-B0B9-96FD9EB292C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4" name="직선 연결선 324">
                <a:extLst>
                  <a:ext uri="{FF2B5EF4-FFF2-40B4-BE49-F238E27FC236}">
                    <a16:creationId xmlns:a16="http://schemas.microsoft.com/office/drawing/2014/main" id="{41A9BE94-AC6B-D75E-7220-A06511D5D66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00" name="직선 연결선 326">
              <a:extLst>
                <a:ext uri="{FF2B5EF4-FFF2-40B4-BE49-F238E27FC236}">
                  <a16:creationId xmlns:a16="http://schemas.microsoft.com/office/drawing/2014/main" id="{A39CC831-7E15-30A4-6D3F-716889D6B91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1" name="타원 1500">
              <a:extLst>
                <a:ext uri="{FF2B5EF4-FFF2-40B4-BE49-F238E27FC236}">
                  <a16:creationId xmlns:a16="http://schemas.microsoft.com/office/drawing/2014/main" id="{6C78D480-DE13-A4B9-6AA8-9D60DBE78AB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3" name="그룹 1512">
            <a:extLst>
              <a:ext uri="{FF2B5EF4-FFF2-40B4-BE49-F238E27FC236}">
                <a16:creationId xmlns:a16="http://schemas.microsoft.com/office/drawing/2014/main" id="{C90C6779-F197-B820-257A-C5CAC8CD2FF2}"/>
              </a:ext>
            </a:extLst>
          </p:cNvPr>
          <p:cNvGrpSpPr/>
          <p:nvPr/>
        </p:nvGrpSpPr>
        <p:grpSpPr>
          <a:xfrm>
            <a:off x="5166275" y="3864653"/>
            <a:ext cx="90979" cy="106796"/>
            <a:chOff x="4947906" y="3396192"/>
            <a:chExt cx="90979" cy="106796"/>
          </a:xfrm>
        </p:grpSpPr>
        <p:cxnSp>
          <p:nvCxnSpPr>
            <p:cNvPr id="1508" name="직선 연결선 326">
              <a:extLst>
                <a:ext uri="{FF2B5EF4-FFF2-40B4-BE49-F238E27FC236}">
                  <a16:creationId xmlns:a16="http://schemas.microsoft.com/office/drawing/2014/main" id="{1E2A7AA0-7FB3-0A49-E754-E5EB63CA7E87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9" name="타원 1508">
              <a:extLst>
                <a:ext uri="{FF2B5EF4-FFF2-40B4-BE49-F238E27FC236}">
                  <a16:creationId xmlns:a16="http://schemas.microsoft.com/office/drawing/2014/main" id="{3A35EC11-25A1-785E-AE4F-21D62DFD2BEF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7" name="그룹 1516">
            <a:extLst>
              <a:ext uri="{FF2B5EF4-FFF2-40B4-BE49-F238E27FC236}">
                <a16:creationId xmlns:a16="http://schemas.microsoft.com/office/drawing/2014/main" id="{CF5C6A8E-2D58-48F8-454A-55A788883A63}"/>
              </a:ext>
            </a:extLst>
          </p:cNvPr>
          <p:cNvGrpSpPr/>
          <p:nvPr/>
        </p:nvGrpSpPr>
        <p:grpSpPr>
          <a:xfrm rot="16200000">
            <a:off x="7983722" y="582314"/>
            <a:ext cx="90979" cy="106796"/>
            <a:chOff x="4947906" y="3396192"/>
            <a:chExt cx="90979" cy="106796"/>
          </a:xfrm>
        </p:grpSpPr>
        <p:cxnSp>
          <p:nvCxnSpPr>
            <p:cNvPr id="1518" name="직선 연결선 326">
              <a:extLst>
                <a:ext uri="{FF2B5EF4-FFF2-40B4-BE49-F238E27FC236}">
                  <a16:creationId xmlns:a16="http://schemas.microsoft.com/office/drawing/2014/main" id="{E8868A92-0957-BF08-C54E-32529418B4CB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19" name="타원 1518">
              <a:extLst>
                <a:ext uri="{FF2B5EF4-FFF2-40B4-BE49-F238E27FC236}">
                  <a16:creationId xmlns:a16="http://schemas.microsoft.com/office/drawing/2014/main" id="{A160CA4B-BA65-88DE-398E-553D4761E0F0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0" name="그룹 1519">
            <a:extLst>
              <a:ext uri="{FF2B5EF4-FFF2-40B4-BE49-F238E27FC236}">
                <a16:creationId xmlns:a16="http://schemas.microsoft.com/office/drawing/2014/main" id="{AA261B87-CEC3-860C-A769-A03D532E33FF}"/>
              </a:ext>
            </a:extLst>
          </p:cNvPr>
          <p:cNvGrpSpPr/>
          <p:nvPr/>
        </p:nvGrpSpPr>
        <p:grpSpPr>
          <a:xfrm rot="16200000">
            <a:off x="8396342" y="587799"/>
            <a:ext cx="90979" cy="106796"/>
            <a:chOff x="4947906" y="3396192"/>
            <a:chExt cx="90979" cy="106796"/>
          </a:xfrm>
        </p:grpSpPr>
        <p:cxnSp>
          <p:nvCxnSpPr>
            <p:cNvPr id="1521" name="직선 연결선 326">
              <a:extLst>
                <a:ext uri="{FF2B5EF4-FFF2-40B4-BE49-F238E27FC236}">
                  <a16:creationId xmlns:a16="http://schemas.microsoft.com/office/drawing/2014/main" id="{4683B9E3-50C8-2D34-C852-D02D0A4CCB84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2" name="타원 1521">
              <a:extLst>
                <a:ext uri="{FF2B5EF4-FFF2-40B4-BE49-F238E27FC236}">
                  <a16:creationId xmlns:a16="http://schemas.microsoft.com/office/drawing/2014/main" id="{725312E6-8AEB-300B-1BF7-DA7AAA78FC52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3" name="그룹 1522">
            <a:extLst>
              <a:ext uri="{FF2B5EF4-FFF2-40B4-BE49-F238E27FC236}">
                <a16:creationId xmlns:a16="http://schemas.microsoft.com/office/drawing/2014/main" id="{A4CB517B-680E-7588-B9D8-9C8F760B40A2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1775186"/>
            <a:ext cx="148067" cy="108000"/>
            <a:chOff x="7409659" y="2902132"/>
            <a:chExt cx="317047" cy="239471"/>
          </a:xfrm>
        </p:grpSpPr>
        <p:grpSp>
          <p:nvGrpSpPr>
            <p:cNvPr id="1524" name="그룹 1523">
              <a:extLst>
                <a:ext uri="{FF2B5EF4-FFF2-40B4-BE49-F238E27FC236}">
                  <a16:creationId xmlns:a16="http://schemas.microsoft.com/office/drawing/2014/main" id="{0FFE33FA-6A66-3979-F1B5-B881F4DED72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27" name="직선 연결선 322">
                <a:extLst>
                  <a:ext uri="{FF2B5EF4-FFF2-40B4-BE49-F238E27FC236}">
                    <a16:creationId xmlns:a16="http://schemas.microsoft.com/office/drawing/2014/main" id="{59BE282C-E6AA-7D83-83D5-B0612213C71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8" name="직선 연결선 323">
                <a:extLst>
                  <a:ext uri="{FF2B5EF4-FFF2-40B4-BE49-F238E27FC236}">
                    <a16:creationId xmlns:a16="http://schemas.microsoft.com/office/drawing/2014/main" id="{8027CCA1-C543-A167-E423-6F8E6B74E2C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9" name="직선 연결선 324">
                <a:extLst>
                  <a:ext uri="{FF2B5EF4-FFF2-40B4-BE49-F238E27FC236}">
                    <a16:creationId xmlns:a16="http://schemas.microsoft.com/office/drawing/2014/main" id="{FDC0ACE7-BCFD-1EDD-9FB2-1D2BC69228B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25" name="직선 연결선 326">
              <a:extLst>
                <a:ext uri="{FF2B5EF4-FFF2-40B4-BE49-F238E27FC236}">
                  <a16:creationId xmlns:a16="http://schemas.microsoft.com/office/drawing/2014/main" id="{A5FAAF1A-4332-247E-5442-32EE29E06FC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6" name="타원 1525">
              <a:extLst>
                <a:ext uri="{FF2B5EF4-FFF2-40B4-BE49-F238E27FC236}">
                  <a16:creationId xmlns:a16="http://schemas.microsoft.com/office/drawing/2014/main" id="{55B9DAAA-B1B5-1056-9C47-C8308872374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0" name="그룹 1529">
            <a:extLst>
              <a:ext uri="{FF2B5EF4-FFF2-40B4-BE49-F238E27FC236}">
                <a16:creationId xmlns:a16="http://schemas.microsoft.com/office/drawing/2014/main" id="{17656D3C-0E10-8D56-D92B-E75D1AEE202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95620" y="1938529"/>
            <a:ext cx="148067" cy="108000"/>
            <a:chOff x="7409659" y="2902132"/>
            <a:chExt cx="317047" cy="239471"/>
          </a:xfrm>
        </p:grpSpPr>
        <p:grpSp>
          <p:nvGrpSpPr>
            <p:cNvPr id="1531" name="그룹 1530">
              <a:extLst>
                <a:ext uri="{FF2B5EF4-FFF2-40B4-BE49-F238E27FC236}">
                  <a16:creationId xmlns:a16="http://schemas.microsoft.com/office/drawing/2014/main" id="{F6DD1A50-927B-0CF9-F534-3872E1DB5E0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34" name="직선 연결선 322">
                <a:extLst>
                  <a:ext uri="{FF2B5EF4-FFF2-40B4-BE49-F238E27FC236}">
                    <a16:creationId xmlns:a16="http://schemas.microsoft.com/office/drawing/2014/main" id="{24FF2D97-828D-70F7-50D8-7364C335D6C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5" name="직선 연결선 323">
                <a:extLst>
                  <a:ext uri="{FF2B5EF4-FFF2-40B4-BE49-F238E27FC236}">
                    <a16:creationId xmlns:a16="http://schemas.microsoft.com/office/drawing/2014/main" id="{B17F2816-72AE-5BF4-A25F-AD08B9D608F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6" name="직선 연결선 324">
                <a:extLst>
                  <a:ext uri="{FF2B5EF4-FFF2-40B4-BE49-F238E27FC236}">
                    <a16:creationId xmlns:a16="http://schemas.microsoft.com/office/drawing/2014/main" id="{98768832-FB6A-48B5-EF95-B4C2A2BD859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2" name="직선 연결선 326">
              <a:extLst>
                <a:ext uri="{FF2B5EF4-FFF2-40B4-BE49-F238E27FC236}">
                  <a16:creationId xmlns:a16="http://schemas.microsoft.com/office/drawing/2014/main" id="{AA46B1DA-4305-2FC2-8A18-29D0313F504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33" name="타원 1532">
              <a:extLst>
                <a:ext uri="{FF2B5EF4-FFF2-40B4-BE49-F238E27FC236}">
                  <a16:creationId xmlns:a16="http://schemas.microsoft.com/office/drawing/2014/main" id="{785C61F4-9124-63A6-F22D-3E0AD52DEB5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7" name="그룹 1536">
            <a:extLst>
              <a:ext uri="{FF2B5EF4-FFF2-40B4-BE49-F238E27FC236}">
                <a16:creationId xmlns:a16="http://schemas.microsoft.com/office/drawing/2014/main" id="{2D5EE990-9020-5BAD-B08D-853DF9D7DA13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2181733"/>
            <a:ext cx="148067" cy="108000"/>
            <a:chOff x="7409659" y="2902132"/>
            <a:chExt cx="317047" cy="239471"/>
          </a:xfrm>
        </p:grpSpPr>
        <p:grpSp>
          <p:nvGrpSpPr>
            <p:cNvPr id="1538" name="그룹 1537">
              <a:extLst>
                <a:ext uri="{FF2B5EF4-FFF2-40B4-BE49-F238E27FC236}">
                  <a16:creationId xmlns:a16="http://schemas.microsoft.com/office/drawing/2014/main" id="{7006B2E2-8371-35AA-3109-6CECE3DAD03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1" name="직선 연결선 322">
                <a:extLst>
                  <a:ext uri="{FF2B5EF4-FFF2-40B4-BE49-F238E27FC236}">
                    <a16:creationId xmlns:a16="http://schemas.microsoft.com/office/drawing/2014/main" id="{E21F5B94-3988-8B72-1B85-9616C80D1E1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2" name="직선 연결선 323">
                <a:extLst>
                  <a:ext uri="{FF2B5EF4-FFF2-40B4-BE49-F238E27FC236}">
                    <a16:creationId xmlns:a16="http://schemas.microsoft.com/office/drawing/2014/main" id="{8B07DA25-0E8B-D707-79BD-7998DFA7F2E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3" name="직선 연결선 324">
                <a:extLst>
                  <a:ext uri="{FF2B5EF4-FFF2-40B4-BE49-F238E27FC236}">
                    <a16:creationId xmlns:a16="http://schemas.microsoft.com/office/drawing/2014/main" id="{FEB5B21C-E8E6-8FF2-B4DF-324F036C8D5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9" name="직선 연결선 326">
              <a:extLst>
                <a:ext uri="{FF2B5EF4-FFF2-40B4-BE49-F238E27FC236}">
                  <a16:creationId xmlns:a16="http://schemas.microsoft.com/office/drawing/2014/main" id="{3A853ACD-C9DB-CAA7-E359-3864CA53D95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0" name="타원 1539">
              <a:extLst>
                <a:ext uri="{FF2B5EF4-FFF2-40B4-BE49-F238E27FC236}">
                  <a16:creationId xmlns:a16="http://schemas.microsoft.com/office/drawing/2014/main" id="{55BC7633-930E-435F-6B14-5A6C9CCC071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44" name="그룹 1543">
            <a:extLst>
              <a:ext uri="{FF2B5EF4-FFF2-40B4-BE49-F238E27FC236}">
                <a16:creationId xmlns:a16="http://schemas.microsoft.com/office/drawing/2014/main" id="{9991E0BB-24A0-40FF-4762-3DF428DEEE6C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7" y="2677602"/>
            <a:ext cx="148067" cy="108000"/>
            <a:chOff x="7409659" y="2902132"/>
            <a:chExt cx="317047" cy="239471"/>
          </a:xfrm>
        </p:grpSpPr>
        <p:grpSp>
          <p:nvGrpSpPr>
            <p:cNvPr id="1545" name="그룹 1544">
              <a:extLst>
                <a:ext uri="{FF2B5EF4-FFF2-40B4-BE49-F238E27FC236}">
                  <a16:creationId xmlns:a16="http://schemas.microsoft.com/office/drawing/2014/main" id="{04754AE2-9387-A555-858A-ADAF2FB30E4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8" name="직선 연결선 322">
                <a:extLst>
                  <a:ext uri="{FF2B5EF4-FFF2-40B4-BE49-F238E27FC236}">
                    <a16:creationId xmlns:a16="http://schemas.microsoft.com/office/drawing/2014/main" id="{8209CF7A-2A26-01CD-3EAC-EDBEFCAB197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9" name="직선 연결선 323">
                <a:extLst>
                  <a:ext uri="{FF2B5EF4-FFF2-40B4-BE49-F238E27FC236}">
                    <a16:creationId xmlns:a16="http://schemas.microsoft.com/office/drawing/2014/main" id="{DCDB86ED-68BB-1C7F-8E65-7AD425DA0C1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0" name="직선 연결선 324">
                <a:extLst>
                  <a:ext uri="{FF2B5EF4-FFF2-40B4-BE49-F238E27FC236}">
                    <a16:creationId xmlns:a16="http://schemas.microsoft.com/office/drawing/2014/main" id="{D9F0C4F0-4A26-F321-48D1-E8F8CED60F4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46" name="직선 연결선 326">
              <a:extLst>
                <a:ext uri="{FF2B5EF4-FFF2-40B4-BE49-F238E27FC236}">
                  <a16:creationId xmlns:a16="http://schemas.microsoft.com/office/drawing/2014/main" id="{EC6D3ACA-DF26-DA2A-07D5-8585B7AF1D1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7" name="타원 1546">
              <a:extLst>
                <a:ext uri="{FF2B5EF4-FFF2-40B4-BE49-F238E27FC236}">
                  <a16:creationId xmlns:a16="http://schemas.microsoft.com/office/drawing/2014/main" id="{C1A7D1EC-6D8D-DF07-8905-18431CE66F3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1" name="그룹 1550">
            <a:extLst>
              <a:ext uri="{FF2B5EF4-FFF2-40B4-BE49-F238E27FC236}">
                <a16:creationId xmlns:a16="http://schemas.microsoft.com/office/drawing/2014/main" id="{02FEA6B3-C7FF-52DD-EEA6-457B2F38B92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8153334" y="3263219"/>
            <a:ext cx="148067" cy="108000"/>
            <a:chOff x="7409659" y="2902132"/>
            <a:chExt cx="317047" cy="239471"/>
          </a:xfrm>
        </p:grpSpPr>
        <p:grpSp>
          <p:nvGrpSpPr>
            <p:cNvPr id="1552" name="그룹 1551">
              <a:extLst>
                <a:ext uri="{FF2B5EF4-FFF2-40B4-BE49-F238E27FC236}">
                  <a16:creationId xmlns:a16="http://schemas.microsoft.com/office/drawing/2014/main" id="{67BBD351-F270-4A56-5999-B26C1DCB712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55" name="직선 연결선 322">
                <a:extLst>
                  <a:ext uri="{FF2B5EF4-FFF2-40B4-BE49-F238E27FC236}">
                    <a16:creationId xmlns:a16="http://schemas.microsoft.com/office/drawing/2014/main" id="{6D2EC5A9-E58F-3F55-6F49-F3F500503C0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6" name="직선 연결선 323">
                <a:extLst>
                  <a:ext uri="{FF2B5EF4-FFF2-40B4-BE49-F238E27FC236}">
                    <a16:creationId xmlns:a16="http://schemas.microsoft.com/office/drawing/2014/main" id="{FFE3694F-FD51-8C95-3A98-195204F7069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7" name="직선 연결선 324">
                <a:extLst>
                  <a:ext uri="{FF2B5EF4-FFF2-40B4-BE49-F238E27FC236}">
                    <a16:creationId xmlns:a16="http://schemas.microsoft.com/office/drawing/2014/main" id="{A526E008-82B3-DE12-2221-B1784AE0EFC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53" name="직선 연결선 326">
              <a:extLst>
                <a:ext uri="{FF2B5EF4-FFF2-40B4-BE49-F238E27FC236}">
                  <a16:creationId xmlns:a16="http://schemas.microsoft.com/office/drawing/2014/main" id="{5AB69364-1EC4-B47A-86EC-A14B0799BE6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54" name="타원 1553">
              <a:extLst>
                <a:ext uri="{FF2B5EF4-FFF2-40B4-BE49-F238E27FC236}">
                  <a16:creationId xmlns:a16="http://schemas.microsoft.com/office/drawing/2014/main" id="{2233A064-4A75-2B10-4A99-B758FAD74FD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9" name="그룹 1558">
            <a:extLst>
              <a:ext uri="{FF2B5EF4-FFF2-40B4-BE49-F238E27FC236}">
                <a16:creationId xmlns:a16="http://schemas.microsoft.com/office/drawing/2014/main" id="{E0FD2473-B930-E627-7292-D5058B4B439C}"/>
              </a:ext>
            </a:extLst>
          </p:cNvPr>
          <p:cNvGrpSpPr>
            <a:grpSpLocks noChangeAspect="1"/>
          </p:cNvGrpSpPr>
          <p:nvPr/>
        </p:nvGrpSpPr>
        <p:grpSpPr>
          <a:xfrm>
            <a:off x="7721117" y="2969185"/>
            <a:ext cx="148067" cy="108000"/>
            <a:chOff x="7409659" y="2902132"/>
            <a:chExt cx="317047" cy="239471"/>
          </a:xfrm>
        </p:grpSpPr>
        <p:grpSp>
          <p:nvGrpSpPr>
            <p:cNvPr id="1560" name="그룹 1559">
              <a:extLst>
                <a:ext uri="{FF2B5EF4-FFF2-40B4-BE49-F238E27FC236}">
                  <a16:creationId xmlns:a16="http://schemas.microsoft.com/office/drawing/2014/main" id="{6FF284D5-C942-02C2-CABE-CBF8CE5AB2A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63" name="직선 연결선 322">
                <a:extLst>
                  <a:ext uri="{FF2B5EF4-FFF2-40B4-BE49-F238E27FC236}">
                    <a16:creationId xmlns:a16="http://schemas.microsoft.com/office/drawing/2014/main" id="{79FC7B98-E7E2-E4AB-060D-EB5B597D93E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4" name="직선 연결선 323">
                <a:extLst>
                  <a:ext uri="{FF2B5EF4-FFF2-40B4-BE49-F238E27FC236}">
                    <a16:creationId xmlns:a16="http://schemas.microsoft.com/office/drawing/2014/main" id="{8C86FBEF-A930-9A2B-7833-AA285B19E04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5" name="직선 연결선 324">
                <a:extLst>
                  <a:ext uri="{FF2B5EF4-FFF2-40B4-BE49-F238E27FC236}">
                    <a16:creationId xmlns:a16="http://schemas.microsoft.com/office/drawing/2014/main" id="{9EC5BDE5-64B6-16D9-C967-E919AF8B0F4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1" name="직선 연결선 326">
              <a:extLst>
                <a:ext uri="{FF2B5EF4-FFF2-40B4-BE49-F238E27FC236}">
                  <a16:creationId xmlns:a16="http://schemas.microsoft.com/office/drawing/2014/main" id="{6E86DE57-A9E9-82D3-48DB-62A6A8F6ED0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62" name="타원 1561">
              <a:extLst>
                <a:ext uri="{FF2B5EF4-FFF2-40B4-BE49-F238E27FC236}">
                  <a16:creationId xmlns:a16="http://schemas.microsoft.com/office/drawing/2014/main" id="{695231F6-758F-47D3-2561-AEFA4279B09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67" name="그룹 1566">
            <a:extLst>
              <a:ext uri="{FF2B5EF4-FFF2-40B4-BE49-F238E27FC236}">
                <a16:creationId xmlns:a16="http://schemas.microsoft.com/office/drawing/2014/main" id="{3D2F9C11-55FD-5083-CF39-FEF72DAFA61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425109" y="3746574"/>
            <a:ext cx="148067" cy="108000"/>
            <a:chOff x="7409659" y="2902132"/>
            <a:chExt cx="317047" cy="239471"/>
          </a:xfrm>
        </p:grpSpPr>
        <p:grpSp>
          <p:nvGrpSpPr>
            <p:cNvPr id="1568" name="그룹 1567">
              <a:extLst>
                <a:ext uri="{FF2B5EF4-FFF2-40B4-BE49-F238E27FC236}">
                  <a16:creationId xmlns:a16="http://schemas.microsoft.com/office/drawing/2014/main" id="{37637460-82FC-2A8F-DEAC-CCFB1F365E6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71" name="직선 연결선 322">
                <a:extLst>
                  <a:ext uri="{FF2B5EF4-FFF2-40B4-BE49-F238E27FC236}">
                    <a16:creationId xmlns:a16="http://schemas.microsoft.com/office/drawing/2014/main" id="{6F79E62B-D440-C007-978A-75527E5EE5B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2" name="직선 연결선 323">
                <a:extLst>
                  <a:ext uri="{FF2B5EF4-FFF2-40B4-BE49-F238E27FC236}">
                    <a16:creationId xmlns:a16="http://schemas.microsoft.com/office/drawing/2014/main" id="{3538B138-CDF5-BE7E-7A2B-184A811E2C0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3" name="직선 연결선 324">
                <a:extLst>
                  <a:ext uri="{FF2B5EF4-FFF2-40B4-BE49-F238E27FC236}">
                    <a16:creationId xmlns:a16="http://schemas.microsoft.com/office/drawing/2014/main" id="{C699EB99-51F3-51FB-E000-168FCF05FE7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9" name="직선 연결선 326">
              <a:extLst>
                <a:ext uri="{FF2B5EF4-FFF2-40B4-BE49-F238E27FC236}">
                  <a16:creationId xmlns:a16="http://schemas.microsoft.com/office/drawing/2014/main" id="{08348FB7-E3AA-7709-3248-D7EB10E8F7E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70" name="타원 1569">
              <a:extLst>
                <a:ext uri="{FF2B5EF4-FFF2-40B4-BE49-F238E27FC236}">
                  <a16:creationId xmlns:a16="http://schemas.microsoft.com/office/drawing/2014/main" id="{9022A5F7-1E25-B1D4-112D-B58B016ED25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88" name="그룹 1587">
            <a:extLst>
              <a:ext uri="{FF2B5EF4-FFF2-40B4-BE49-F238E27FC236}">
                <a16:creationId xmlns:a16="http://schemas.microsoft.com/office/drawing/2014/main" id="{F343D01A-E76C-4B66-625F-5258CE96EBA3}"/>
              </a:ext>
            </a:extLst>
          </p:cNvPr>
          <p:cNvGrpSpPr/>
          <p:nvPr/>
        </p:nvGrpSpPr>
        <p:grpSpPr>
          <a:xfrm rot="5400000">
            <a:off x="5810780" y="3550809"/>
            <a:ext cx="90979" cy="106796"/>
            <a:chOff x="4947906" y="3396192"/>
            <a:chExt cx="90979" cy="106796"/>
          </a:xfrm>
        </p:grpSpPr>
        <p:cxnSp>
          <p:nvCxnSpPr>
            <p:cNvPr id="1589" name="직선 연결선 326">
              <a:extLst>
                <a:ext uri="{FF2B5EF4-FFF2-40B4-BE49-F238E27FC236}">
                  <a16:creationId xmlns:a16="http://schemas.microsoft.com/office/drawing/2014/main" id="{1B1C37AB-30DC-F5F2-F404-4DB44185DA2D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0" name="타원 1589">
              <a:extLst>
                <a:ext uri="{FF2B5EF4-FFF2-40B4-BE49-F238E27FC236}">
                  <a16:creationId xmlns:a16="http://schemas.microsoft.com/office/drawing/2014/main" id="{79853749-8CD0-9714-3E18-ACC1FC3034EC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5" name="그룹 1594">
            <a:extLst>
              <a:ext uri="{FF2B5EF4-FFF2-40B4-BE49-F238E27FC236}">
                <a16:creationId xmlns:a16="http://schemas.microsoft.com/office/drawing/2014/main" id="{B32A5EDD-9DEE-6358-8765-E8C80F0AE606}"/>
              </a:ext>
            </a:extLst>
          </p:cNvPr>
          <p:cNvGrpSpPr/>
          <p:nvPr/>
        </p:nvGrpSpPr>
        <p:grpSpPr>
          <a:xfrm rot="5400000">
            <a:off x="8396340" y="3550430"/>
            <a:ext cx="90979" cy="106796"/>
            <a:chOff x="4947906" y="3396192"/>
            <a:chExt cx="90979" cy="106796"/>
          </a:xfrm>
        </p:grpSpPr>
        <p:cxnSp>
          <p:nvCxnSpPr>
            <p:cNvPr id="1596" name="직선 연결선 326">
              <a:extLst>
                <a:ext uri="{FF2B5EF4-FFF2-40B4-BE49-F238E27FC236}">
                  <a16:creationId xmlns:a16="http://schemas.microsoft.com/office/drawing/2014/main" id="{5EB24175-4494-0D44-412F-D6BE22938FCA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7" name="타원 1596">
              <a:extLst>
                <a:ext uri="{FF2B5EF4-FFF2-40B4-BE49-F238E27FC236}">
                  <a16:creationId xmlns:a16="http://schemas.microsoft.com/office/drawing/2014/main" id="{CED9C51E-2071-CAD3-6006-93232CEBF535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8" name="그룹 1597">
            <a:extLst>
              <a:ext uri="{FF2B5EF4-FFF2-40B4-BE49-F238E27FC236}">
                <a16:creationId xmlns:a16="http://schemas.microsoft.com/office/drawing/2014/main" id="{0367D09D-FDF2-4D94-2F28-6789CA95E60E}"/>
              </a:ext>
            </a:extLst>
          </p:cNvPr>
          <p:cNvGrpSpPr/>
          <p:nvPr/>
        </p:nvGrpSpPr>
        <p:grpSpPr>
          <a:xfrm rot="10800000">
            <a:off x="10633348" y="3876737"/>
            <a:ext cx="90979" cy="106796"/>
            <a:chOff x="4947906" y="3396192"/>
            <a:chExt cx="90979" cy="106796"/>
          </a:xfrm>
        </p:grpSpPr>
        <p:cxnSp>
          <p:nvCxnSpPr>
            <p:cNvPr id="1599" name="직선 연결선 326">
              <a:extLst>
                <a:ext uri="{FF2B5EF4-FFF2-40B4-BE49-F238E27FC236}">
                  <a16:creationId xmlns:a16="http://schemas.microsoft.com/office/drawing/2014/main" id="{FB16DD46-4C48-8007-6B34-B519111E7418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0" name="타원 1599">
              <a:extLst>
                <a:ext uri="{FF2B5EF4-FFF2-40B4-BE49-F238E27FC236}">
                  <a16:creationId xmlns:a16="http://schemas.microsoft.com/office/drawing/2014/main" id="{59982199-F263-63CD-FAE6-03B72CAC0608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01" name="그룹 1600">
            <a:extLst>
              <a:ext uri="{FF2B5EF4-FFF2-40B4-BE49-F238E27FC236}">
                <a16:creationId xmlns:a16="http://schemas.microsoft.com/office/drawing/2014/main" id="{FD8B9D41-BBC7-B4D2-F2BD-870546087C90}"/>
              </a:ext>
            </a:extLst>
          </p:cNvPr>
          <p:cNvGrpSpPr>
            <a:grpSpLocks noChangeAspect="1"/>
          </p:cNvGrpSpPr>
          <p:nvPr/>
        </p:nvGrpSpPr>
        <p:grpSpPr>
          <a:xfrm>
            <a:off x="9707482" y="2973943"/>
            <a:ext cx="148067" cy="108000"/>
            <a:chOff x="7409659" y="2902132"/>
            <a:chExt cx="317047" cy="239471"/>
          </a:xfrm>
        </p:grpSpPr>
        <p:grpSp>
          <p:nvGrpSpPr>
            <p:cNvPr id="1602" name="그룹 1601">
              <a:extLst>
                <a:ext uri="{FF2B5EF4-FFF2-40B4-BE49-F238E27FC236}">
                  <a16:creationId xmlns:a16="http://schemas.microsoft.com/office/drawing/2014/main" id="{E9D654D1-C587-249D-E787-EC7E988B035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05" name="직선 연결선 322">
                <a:extLst>
                  <a:ext uri="{FF2B5EF4-FFF2-40B4-BE49-F238E27FC236}">
                    <a16:creationId xmlns:a16="http://schemas.microsoft.com/office/drawing/2014/main" id="{9247777D-3635-032A-2063-D140AAA8607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6" name="직선 연결선 323">
                <a:extLst>
                  <a:ext uri="{FF2B5EF4-FFF2-40B4-BE49-F238E27FC236}">
                    <a16:creationId xmlns:a16="http://schemas.microsoft.com/office/drawing/2014/main" id="{2B96FECA-1BCD-D512-1901-0AE0D3E7C58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7" name="직선 연결선 324">
                <a:extLst>
                  <a:ext uri="{FF2B5EF4-FFF2-40B4-BE49-F238E27FC236}">
                    <a16:creationId xmlns:a16="http://schemas.microsoft.com/office/drawing/2014/main" id="{47B98FC0-5AB3-5487-0E29-1B6FC52AA7B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03" name="직선 연결선 326">
              <a:extLst>
                <a:ext uri="{FF2B5EF4-FFF2-40B4-BE49-F238E27FC236}">
                  <a16:creationId xmlns:a16="http://schemas.microsoft.com/office/drawing/2014/main" id="{5B9DD0AB-E785-7DC7-71AF-D6612E3AF2C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4" name="타원 1603">
              <a:extLst>
                <a:ext uri="{FF2B5EF4-FFF2-40B4-BE49-F238E27FC236}">
                  <a16:creationId xmlns:a16="http://schemas.microsoft.com/office/drawing/2014/main" id="{97E0B6E2-CB50-7592-F1EB-F37CDB1E9D3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10" name="그룹 1609">
            <a:extLst>
              <a:ext uri="{FF2B5EF4-FFF2-40B4-BE49-F238E27FC236}">
                <a16:creationId xmlns:a16="http://schemas.microsoft.com/office/drawing/2014/main" id="{87AC43CC-8FE2-3FC6-5382-24FE6A95535A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0145378" y="3271461"/>
            <a:ext cx="148067" cy="108000"/>
            <a:chOff x="7409659" y="2902132"/>
            <a:chExt cx="317047" cy="239471"/>
          </a:xfrm>
        </p:grpSpPr>
        <p:grpSp>
          <p:nvGrpSpPr>
            <p:cNvPr id="1611" name="그룹 1610">
              <a:extLst>
                <a:ext uri="{FF2B5EF4-FFF2-40B4-BE49-F238E27FC236}">
                  <a16:creationId xmlns:a16="http://schemas.microsoft.com/office/drawing/2014/main" id="{858B86C3-4BF5-94A8-BFAB-9C0C2BF5160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14" name="직선 연결선 322">
                <a:extLst>
                  <a:ext uri="{FF2B5EF4-FFF2-40B4-BE49-F238E27FC236}">
                    <a16:creationId xmlns:a16="http://schemas.microsoft.com/office/drawing/2014/main" id="{19AECBFA-98C9-9FE7-020F-DBE25A23A1B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5" name="직선 연결선 323">
                <a:extLst>
                  <a:ext uri="{FF2B5EF4-FFF2-40B4-BE49-F238E27FC236}">
                    <a16:creationId xmlns:a16="http://schemas.microsoft.com/office/drawing/2014/main" id="{7F03D680-B26C-634B-2ED1-5E34282AA00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6" name="직선 연결선 324">
                <a:extLst>
                  <a:ext uri="{FF2B5EF4-FFF2-40B4-BE49-F238E27FC236}">
                    <a16:creationId xmlns:a16="http://schemas.microsoft.com/office/drawing/2014/main" id="{05A8E5E5-CF56-3335-2022-6994C8BED24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12" name="직선 연결선 326">
              <a:extLst>
                <a:ext uri="{FF2B5EF4-FFF2-40B4-BE49-F238E27FC236}">
                  <a16:creationId xmlns:a16="http://schemas.microsoft.com/office/drawing/2014/main" id="{0420A4FB-F5DE-C0E5-5560-826881DB1A2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13" name="타원 1612">
              <a:extLst>
                <a:ext uri="{FF2B5EF4-FFF2-40B4-BE49-F238E27FC236}">
                  <a16:creationId xmlns:a16="http://schemas.microsoft.com/office/drawing/2014/main" id="{D76F6396-EBAD-F51C-416E-1FF0FF73078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618" name="직선 연결선[R] 1617">
            <a:extLst>
              <a:ext uri="{FF2B5EF4-FFF2-40B4-BE49-F238E27FC236}">
                <a16:creationId xmlns:a16="http://schemas.microsoft.com/office/drawing/2014/main" id="{81AE53B7-DFE4-EFCF-B997-119C8A3DC661}"/>
              </a:ext>
            </a:extLst>
          </p:cNvPr>
          <p:cNvCxnSpPr>
            <a:cxnSpLocks/>
            <a:endCxn id="793" idx="3"/>
          </p:cNvCxnSpPr>
          <p:nvPr/>
        </p:nvCxnSpPr>
        <p:spPr>
          <a:xfrm flipH="1">
            <a:off x="10579411" y="3031397"/>
            <a:ext cx="910939" cy="14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1" name="직선 연결선[R] 1620">
            <a:extLst>
              <a:ext uri="{FF2B5EF4-FFF2-40B4-BE49-F238E27FC236}">
                <a16:creationId xmlns:a16="http://schemas.microsoft.com/office/drawing/2014/main" id="{4AFA931D-A59E-202A-D2F5-E714475B4556}"/>
              </a:ext>
            </a:extLst>
          </p:cNvPr>
          <p:cNvCxnSpPr>
            <a:cxnSpLocks/>
            <a:stCxn id="872" idx="0"/>
          </p:cNvCxnSpPr>
          <p:nvPr/>
        </p:nvCxnSpPr>
        <p:spPr>
          <a:xfrm flipV="1">
            <a:off x="11499142" y="3032833"/>
            <a:ext cx="0" cy="25535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23" name="그룹 1622">
            <a:extLst>
              <a:ext uri="{FF2B5EF4-FFF2-40B4-BE49-F238E27FC236}">
                <a16:creationId xmlns:a16="http://schemas.microsoft.com/office/drawing/2014/main" id="{940D48B7-2BA8-EE2F-DEEF-BF08275B848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0579411" y="2981329"/>
            <a:ext cx="148067" cy="108000"/>
            <a:chOff x="7409659" y="2902132"/>
            <a:chExt cx="317047" cy="239471"/>
          </a:xfrm>
        </p:grpSpPr>
        <p:grpSp>
          <p:nvGrpSpPr>
            <p:cNvPr id="1624" name="그룹 1623">
              <a:extLst>
                <a:ext uri="{FF2B5EF4-FFF2-40B4-BE49-F238E27FC236}">
                  <a16:creationId xmlns:a16="http://schemas.microsoft.com/office/drawing/2014/main" id="{1FA64637-2630-52F1-3B14-B7CCF14829C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27" name="직선 연결선 322">
                <a:extLst>
                  <a:ext uri="{FF2B5EF4-FFF2-40B4-BE49-F238E27FC236}">
                    <a16:creationId xmlns:a16="http://schemas.microsoft.com/office/drawing/2014/main" id="{72B9FA04-3B3D-1E68-BDD3-ACBFBC077A4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8" name="직선 연결선 323">
                <a:extLst>
                  <a:ext uri="{FF2B5EF4-FFF2-40B4-BE49-F238E27FC236}">
                    <a16:creationId xmlns:a16="http://schemas.microsoft.com/office/drawing/2014/main" id="{30FCDB72-0D36-3692-01F1-E4E7EE40054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9" name="직선 연결선 324">
                <a:extLst>
                  <a:ext uri="{FF2B5EF4-FFF2-40B4-BE49-F238E27FC236}">
                    <a16:creationId xmlns:a16="http://schemas.microsoft.com/office/drawing/2014/main" id="{1752DDC2-8900-A6D3-CA83-44963932F14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25" name="직선 연결선 326">
              <a:extLst>
                <a:ext uri="{FF2B5EF4-FFF2-40B4-BE49-F238E27FC236}">
                  <a16:creationId xmlns:a16="http://schemas.microsoft.com/office/drawing/2014/main" id="{B9182551-9FBF-6CE1-C175-8E6659FEDF6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26" name="타원 1625">
              <a:extLst>
                <a:ext uri="{FF2B5EF4-FFF2-40B4-BE49-F238E27FC236}">
                  <a16:creationId xmlns:a16="http://schemas.microsoft.com/office/drawing/2014/main" id="{95C592A4-507C-73B9-1060-A33474D0E85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0" name="그룹 1629">
            <a:extLst>
              <a:ext uri="{FF2B5EF4-FFF2-40B4-BE49-F238E27FC236}">
                <a16:creationId xmlns:a16="http://schemas.microsoft.com/office/drawing/2014/main" id="{57861E63-233D-04AA-A6FB-5F5A3F325408}"/>
              </a:ext>
            </a:extLst>
          </p:cNvPr>
          <p:cNvGrpSpPr/>
          <p:nvPr/>
        </p:nvGrpSpPr>
        <p:grpSpPr>
          <a:xfrm rot="5400000">
            <a:off x="11453652" y="3136844"/>
            <a:ext cx="90979" cy="106796"/>
            <a:chOff x="4947906" y="3396192"/>
            <a:chExt cx="90979" cy="106796"/>
          </a:xfrm>
        </p:grpSpPr>
        <p:cxnSp>
          <p:nvCxnSpPr>
            <p:cNvPr id="1631" name="직선 연결선 326">
              <a:extLst>
                <a:ext uri="{FF2B5EF4-FFF2-40B4-BE49-F238E27FC236}">
                  <a16:creationId xmlns:a16="http://schemas.microsoft.com/office/drawing/2014/main" id="{758B5587-E1AB-0BE6-D10D-977317650DAC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2" name="타원 1631">
              <a:extLst>
                <a:ext uri="{FF2B5EF4-FFF2-40B4-BE49-F238E27FC236}">
                  <a16:creationId xmlns:a16="http://schemas.microsoft.com/office/drawing/2014/main" id="{E6A77246-7570-11D7-56CC-1B1F0236D60B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3" name="그룹 1632">
            <a:extLst>
              <a:ext uri="{FF2B5EF4-FFF2-40B4-BE49-F238E27FC236}">
                <a16:creationId xmlns:a16="http://schemas.microsoft.com/office/drawing/2014/main" id="{BA9DBF55-3512-F25F-67C1-7AB5F04C5DAE}"/>
              </a:ext>
            </a:extLst>
          </p:cNvPr>
          <p:cNvGrpSpPr/>
          <p:nvPr/>
        </p:nvGrpSpPr>
        <p:grpSpPr>
          <a:xfrm>
            <a:off x="5162781" y="6068181"/>
            <a:ext cx="90979" cy="106796"/>
            <a:chOff x="4947906" y="3396192"/>
            <a:chExt cx="90979" cy="106796"/>
          </a:xfrm>
        </p:grpSpPr>
        <p:cxnSp>
          <p:nvCxnSpPr>
            <p:cNvPr id="1634" name="직선 연결선 326">
              <a:extLst>
                <a:ext uri="{FF2B5EF4-FFF2-40B4-BE49-F238E27FC236}">
                  <a16:creationId xmlns:a16="http://schemas.microsoft.com/office/drawing/2014/main" id="{FD8B36E2-AF72-300F-248B-57F416F8C31D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5" name="타원 1634">
              <a:extLst>
                <a:ext uri="{FF2B5EF4-FFF2-40B4-BE49-F238E27FC236}">
                  <a16:creationId xmlns:a16="http://schemas.microsoft.com/office/drawing/2014/main" id="{EF8AA60B-20D1-11ED-1B2E-A93F9B2BC847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43" name="그룹 1642">
            <a:extLst>
              <a:ext uri="{FF2B5EF4-FFF2-40B4-BE49-F238E27FC236}">
                <a16:creationId xmlns:a16="http://schemas.microsoft.com/office/drawing/2014/main" id="{ED56588A-5982-9B81-8376-29EA21B7739C}"/>
              </a:ext>
            </a:extLst>
          </p:cNvPr>
          <p:cNvGrpSpPr>
            <a:grpSpLocks noChangeAspect="1"/>
          </p:cNvGrpSpPr>
          <p:nvPr/>
        </p:nvGrpSpPr>
        <p:grpSpPr>
          <a:xfrm>
            <a:off x="6440121" y="5663535"/>
            <a:ext cx="148067" cy="108000"/>
            <a:chOff x="7409659" y="2902132"/>
            <a:chExt cx="317047" cy="239471"/>
          </a:xfrm>
        </p:grpSpPr>
        <p:grpSp>
          <p:nvGrpSpPr>
            <p:cNvPr id="1644" name="그룹 1643">
              <a:extLst>
                <a:ext uri="{FF2B5EF4-FFF2-40B4-BE49-F238E27FC236}">
                  <a16:creationId xmlns:a16="http://schemas.microsoft.com/office/drawing/2014/main" id="{7045E863-F6C6-2A55-EA0A-EA4311AA398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47" name="직선 연결선 322">
                <a:extLst>
                  <a:ext uri="{FF2B5EF4-FFF2-40B4-BE49-F238E27FC236}">
                    <a16:creationId xmlns:a16="http://schemas.microsoft.com/office/drawing/2014/main" id="{956358A8-990A-05A4-5710-9448493BB6A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8" name="직선 연결선 323">
                <a:extLst>
                  <a:ext uri="{FF2B5EF4-FFF2-40B4-BE49-F238E27FC236}">
                    <a16:creationId xmlns:a16="http://schemas.microsoft.com/office/drawing/2014/main" id="{D7EE5843-54E6-53FE-B26D-9081C54E923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9" name="직선 연결선 324">
                <a:extLst>
                  <a:ext uri="{FF2B5EF4-FFF2-40B4-BE49-F238E27FC236}">
                    <a16:creationId xmlns:a16="http://schemas.microsoft.com/office/drawing/2014/main" id="{39C5ACBE-5F2D-A04B-6234-E2DB8B1EEDF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45" name="직선 연결선 326">
              <a:extLst>
                <a:ext uri="{FF2B5EF4-FFF2-40B4-BE49-F238E27FC236}">
                  <a16:creationId xmlns:a16="http://schemas.microsoft.com/office/drawing/2014/main" id="{65962559-32E4-8913-4D2A-B5876B0135C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6" name="타원 1645">
              <a:extLst>
                <a:ext uri="{FF2B5EF4-FFF2-40B4-BE49-F238E27FC236}">
                  <a16:creationId xmlns:a16="http://schemas.microsoft.com/office/drawing/2014/main" id="{CFADD2B3-3EFC-AF37-B47F-9AD58DBE401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0" name="그룹 1649">
            <a:extLst>
              <a:ext uri="{FF2B5EF4-FFF2-40B4-BE49-F238E27FC236}">
                <a16:creationId xmlns:a16="http://schemas.microsoft.com/office/drawing/2014/main" id="{364B9C22-E881-5E67-FBE6-0E9D2C2AFF8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8188" y="5527249"/>
            <a:ext cx="148067" cy="108000"/>
            <a:chOff x="7409659" y="2902132"/>
            <a:chExt cx="317047" cy="239471"/>
          </a:xfrm>
        </p:grpSpPr>
        <p:grpSp>
          <p:nvGrpSpPr>
            <p:cNvPr id="1651" name="그룹 1650">
              <a:extLst>
                <a:ext uri="{FF2B5EF4-FFF2-40B4-BE49-F238E27FC236}">
                  <a16:creationId xmlns:a16="http://schemas.microsoft.com/office/drawing/2014/main" id="{FC8B8A53-86A9-1577-FFCE-99B9F33C13C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54" name="직선 연결선 322">
                <a:extLst>
                  <a:ext uri="{FF2B5EF4-FFF2-40B4-BE49-F238E27FC236}">
                    <a16:creationId xmlns:a16="http://schemas.microsoft.com/office/drawing/2014/main" id="{24473D8F-8380-F734-FBA4-7E6FD52D525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5" name="직선 연결선 323">
                <a:extLst>
                  <a:ext uri="{FF2B5EF4-FFF2-40B4-BE49-F238E27FC236}">
                    <a16:creationId xmlns:a16="http://schemas.microsoft.com/office/drawing/2014/main" id="{B7C50282-3BF9-0293-2CA7-7E7EA1B43AE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6" name="직선 연결선 324">
                <a:extLst>
                  <a:ext uri="{FF2B5EF4-FFF2-40B4-BE49-F238E27FC236}">
                    <a16:creationId xmlns:a16="http://schemas.microsoft.com/office/drawing/2014/main" id="{2512C495-A321-D547-EF5A-2928BD8B793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52" name="직선 연결선 326">
              <a:extLst>
                <a:ext uri="{FF2B5EF4-FFF2-40B4-BE49-F238E27FC236}">
                  <a16:creationId xmlns:a16="http://schemas.microsoft.com/office/drawing/2014/main" id="{779DB1CD-CF19-0A0C-1718-738E2571B07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53" name="타원 1652">
              <a:extLst>
                <a:ext uri="{FF2B5EF4-FFF2-40B4-BE49-F238E27FC236}">
                  <a16:creationId xmlns:a16="http://schemas.microsoft.com/office/drawing/2014/main" id="{13FD0FF6-2AEC-A416-0244-2882AFC8922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9" name="그룹 1658">
            <a:extLst>
              <a:ext uri="{FF2B5EF4-FFF2-40B4-BE49-F238E27FC236}">
                <a16:creationId xmlns:a16="http://schemas.microsoft.com/office/drawing/2014/main" id="{6DC47A5D-7F50-0948-45FC-E8C98BF499BF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7698" y="5666242"/>
            <a:ext cx="148067" cy="108000"/>
            <a:chOff x="7409659" y="2902132"/>
            <a:chExt cx="317047" cy="239471"/>
          </a:xfrm>
        </p:grpSpPr>
        <p:grpSp>
          <p:nvGrpSpPr>
            <p:cNvPr id="1660" name="그룹 1659">
              <a:extLst>
                <a:ext uri="{FF2B5EF4-FFF2-40B4-BE49-F238E27FC236}">
                  <a16:creationId xmlns:a16="http://schemas.microsoft.com/office/drawing/2014/main" id="{A429584C-CA34-B312-81B8-758E3313248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63" name="직선 연결선 322">
                <a:extLst>
                  <a:ext uri="{FF2B5EF4-FFF2-40B4-BE49-F238E27FC236}">
                    <a16:creationId xmlns:a16="http://schemas.microsoft.com/office/drawing/2014/main" id="{F5613EB1-E940-DEF3-1F91-331875B77F5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4" name="직선 연결선 323">
                <a:extLst>
                  <a:ext uri="{FF2B5EF4-FFF2-40B4-BE49-F238E27FC236}">
                    <a16:creationId xmlns:a16="http://schemas.microsoft.com/office/drawing/2014/main" id="{4AD01142-883F-AF51-0E57-7D7531848E1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5" name="직선 연결선 324">
                <a:extLst>
                  <a:ext uri="{FF2B5EF4-FFF2-40B4-BE49-F238E27FC236}">
                    <a16:creationId xmlns:a16="http://schemas.microsoft.com/office/drawing/2014/main" id="{047EBA39-C646-C875-4ED3-215391D7224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1" name="직선 연결선 326">
              <a:extLst>
                <a:ext uri="{FF2B5EF4-FFF2-40B4-BE49-F238E27FC236}">
                  <a16:creationId xmlns:a16="http://schemas.microsoft.com/office/drawing/2014/main" id="{449B0259-401C-D6F8-411F-369F8BA277C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2" name="타원 1661">
              <a:extLst>
                <a:ext uri="{FF2B5EF4-FFF2-40B4-BE49-F238E27FC236}">
                  <a16:creationId xmlns:a16="http://schemas.microsoft.com/office/drawing/2014/main" id="{248FCF00-7632-6D4E-ED34-9703F4451FE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66" name="그룹 1665">
            <a:extLst>
              <a:ext uri="{FF2B5EF4-FFF2-40B4-BE49-F238E27FC236}">
                <a16:creationId xmlns:a16="http://schemas.microsoft.com/office/drawing/2014/main" id="{A05E5672-16D6-38E8-1BBC-5A0623777EA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40272" y="2791543"/>
            <a:ext cx="148067" cy="108000"/>
            <a:chOff x="7409659" y="2902132"/>
            <a:chExt cx="317047" cy="239471"/>
          </a:xfrm>
        </p:grpSpPr>
        <p:grpSp>
          <p:nvGrpSpPr>
            <p:cNvPr id="1667" name="그룹 1666">
              <a:extLst>
                <a:ext uri="{FF2B5EF4-FFF2-40B4-BE49-F238E27FC236}">
                  <a16:creationId xmlns:a16="http://schemas.microsoft.com/office/drawing/2014/main" id="{F4A59A41-4B48-D184-0E47-622DD888793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70" name="직선 연결선 322">
                <a:extLst>
                  <a:ext uri="{FF2B5EF4-FFF2-40B4-BE49-F238E27FC236}">
                    <a16:creationId xmlns:a16="http://schemas.microsoft.com/office/drawing/2014/main" id="{0AA92BDC-F9B0-3601-BD16-578F6BF49CA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1" name="직선 연결선 323">
                <a:extLst>
                  <a:ext uri="{FF2B5EF4-FFF2-40B4-BE49-F238E27FC236}">
                    <a16:creationId xmlns:a16="http://schemas.microsoft.com/office/drawing/2014/main" id="{7493F239-EEA8-6D14-2E91-2294F8A8D48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2" name="직선 연결선 324">
                <a:extLst>
                  <a:ext uri="{FF2B5EF4-FFF2-40B4-BE49-F238E27FC236}">
                    <a16:creationId xmlns:a16="http://schemas.microsoft.com/office/drawing/2014/main" id="{43C49E91-D458-C09B-B095-312E20F0001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8" name="직선 연결선 326">
              <a:extLst>
                <a:ext uri="{FF2B5EF4-FFF2-40B4-BE49-F238E27FC236}">
                  <a16:creationId xmlns:a16="http://schemas.microsoft.com/office/drawing/2014/main" id="{89C8FF8F-7FFD-448B-B7A5-4E0C9EE110A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9" name="타원 1668">
              <a:extLst>
                <a:ext uri="{FF2B5EF4-FFF2-40B4-BE49-F238E27FC236}">
                  <a16:creationId xmlns:a16="http://schemas.microsoft.com/office/drawing/2014/main" id="{A1EABCE1-1EC5-CE6F-24B6-2B78934A3B9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76" name="그룹 1675">
            <a:extLst>
              <a:ext uri="{FF2B5EF4-FFF2-40B4-BE49-F238E27FC236}">
                <a16:creationId xmlns:a16="http://schemas.microsoft.com/office/drawing/2014/main" id="{B63DF008-2D9F-117A-E00E-BF47F9326CAF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587906" y="2503450"/>
            <a:ext cx="148067" cy="108000"/>
            <a:chOff x="7409659" y="2902132"/>
            <a:chExt cx="317047" cy="239471"/>
          </a:xfrm>
        </p:grpSpPr>
        <p:grpSp>
          <p:nvGrpSpPr>
            <p:cNvPr id="1677" name="그룹 1676">
              <a:extLst>
                <a:ext uri="{FF2B5EF4-FFF2-40B4-BE49-F238E27FC236}">
                  <a16:creationId xmlns:a16="http://schemas.microsoft.com/office/drawing/2014/main" id="{12FB1FB2-AF0F-D448-95FF-7030C9B8A9D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0" name="직선 연결선 322">
                <a:extLst>
                  <a:ext uri="{FF2B5EF4-FFF2-40B4-BE49-F238E27FC236}">
                    <a16:creationId xmlns:a16="http://schemas.microsoft.com/office/drawing/2014/main" id="{36904601-8822-D906-4381-30D9C8626CE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1" name="직선 연결선 323">
                <a:extLst>
                  <a:ext uri="{FF2B5EF4-FFF2-40B4-BE49-F238E27FC236}">
                    <a16:creationId xmlns:a16="http://schemas.microsoft.com/office/drawing/2014/main" id="{6EEA1371-A317-3C2B-E3A4-0599837280D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2" name="직선 연결선 324">
                <a:extLst>
                  <a:ext uri="{FF2B5EF4-FFF2-40B4-BE49-F238E27FC236}">
                    <a16:creationId xmlns:a16="http://schemas.microsoft.com/office/drawing/2014/main" id="{3700F3EF-2DC0-946F-E09B-A3DD6EF3B6A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78" name="직선 연결선 326">
              <a:extLst>
                <a:ext uri="{FF2B5EF4-FFF2-40B4-BE49-F238E27FC236}">
                  <a16:creationId xmlns:a16="http://schemas.microsoft.com/office/drawing/2014/main" id="{FBA64A70-580C-D83F-05FC-D9E906868F9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79" name="타원 1678">
              <a:extLst>
                <a:ext uri="{FF2B5EF4-FFF2-40B4-BE49-F238E27FC236}">
                  <a16:creationId xmlns:a16="http://schemas.microsoft.com/office/drawing/2014/main" id="{27739635-68A0-EAB2-8032-9E49BC9BF06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83" name="그룹 1682">
            <a:extLst>
              <a:ext uri="{FF2B5EF4-FFF2-40B4-BE49-F238E27FC236}">
                <a16:creationId xmlns:a16="http://schemas.microsoft.com/office/drawing/2014/main" id="{DD291276-2A68-0772-BBAB-9818ED6DEA8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6874155" y="5068900"/>
            <a:ext cx="148067" cy="108000"/>
            <a:chOff x="7409659" y="2902132"/>
            <a:chExt cx="317047" cy="239471"/>
          </a:xfrm>
        </p:grpSpPr>
        <p:grpSp>
          <p:nvGrpSpPr>
            <p:cNvPr id="1684" name="그룹 1683">
              <a:extLst>
                <a:ext uri="{FF2B5EF4-FFF2-40B4-BE49-F238E27FC236}">
                  <a16:creationId xmlns:a16="http://schemas.microsoft.com/office/drawing/2014/main" id="{66841694-DF8F-C756-8FD2-4942774B3E8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7" name="직선 연결선 322">
                <a:extLst>
                  <a:ext uri="{FF2B5EF4-FFF2-40B4-BE49-F238E27FC236}">
                    <a16:creationId xmlns:a16="http://schemas.microsoft.com/office/drawing/2014/main" id="{D81EF967-74B8-69FE-351C-A2BB52A49EC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8" name="직선 연결선 323">
                <a:extLst>
                  <a:ext uri="{FF2B5EF4-FFF2-40B4-BE49-F238E27FC236}">
                    <a16:creationId xmlns:a16="http://schemas.microsoft.com/office/drawing/2014/main" id="{7C5210D6-F3E7-E72D-0B8B-17068D76FBE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9" name="직선 연결선 324">
                <a:extLst>
                  <a:ext uri="{FF2B5EF4-FFF2-40B4-BE49-F238E27FC236}">
                    <a16:creationId xmlns:a16="http://schemas.microsoft.com/office/drawing/2014/main" id="{1153A986-9092-7528-9797-4625C75D252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85" name="직선 연결선 326">
              <a:extLst>
                <a:ext uri="{FF2B5EF4-FFF2-40B4-BE49-F238E27FC236}">
                  <a16:creationId xmlns:a16="http://schemas.microsoft.com/office/drawing/2014/main" id="{5BBE4E82-3211-6E9E-C100-A9D53923E60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86" name="타원 1685">
              <a:extLst>
                <a:ext uri="{FF2B5EF4-FFF2-40B4-BE49-F238E27FC236}">
                  <a16:creationId xmlns:a16="http://schemas.microsoft.com/office/drawing/2014/main" id="{E76D4EB5-DED1-ADA4-A782-82EC673DD36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92" name="그룹 1691">
            <a:extLst>
              <a:ext uri="{FF2B5EF4-FFF2-40B4-BE49-F238E27FC236}">
                <a16:creationId xmlns:a16="http://schemas.microsoft.com/office/drawing/2014/main" id="{FE256114-F15C-1BC2-5338-CA0734510686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041082" y="4482009"/>
            <a:ext cx="148067" cy="108000"/>
            <a:chOff x="7409659" y="2902132"/>
            <a:chExt cx="317047" cy="239471"/>
          </a:xfrm>
        </p:grpSpPr>
        <p:grpSp>
          <p:nvGrpSpPr>
            <p:cNvPr id="1693" name="그룹 1692">
              <a:extLst>
                <a:ext uri="{FF2B5EF4-FFF2-40B4-BE49-F238E27FC236}">
                  <a16:creationId xmlns:a16="http://schemas.microsoft.com/office/drawing/2014/main" id="{C99B0038-12C4-BB72-DE4F-DAB6EB6938A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96" name="직선 연결선 322">
                <a:extLst>
                  <a:ext uri="{FF2B5EF4-FFF2-40B4-BE49-F238E27FC236}">
                    <a16:creationId xmlns:a16="http://schemas.microsoft.com/office/drawing/2014/main" id="{385239C7-35EF-9067-A2C4-7075ABEDA64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7" name="직선 연결선 323">
                <a:extLst>
                  <a:ext uri="{FF2B5EF4-FFF2-40B4-BE49-F238E27FC236}">
                    <a16:creationId xmlns:a16="http://schemas.microsoft.com/office/drawing/2014/main" id="{6EC50206-B1CA-4BB2-6ED3-F8DE65B3E12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8" name="직선 연결선 324">
                <a:extLst>
                  <a:ext uri="{FF2B5EF4-FFF2-40B4-BE49-F238E27FC236}">
                    <a16:creationId xmlns:a16="http://schemas.microsoft.com/office/drawing/2014/main" id="{2011FDCE-193D-1412-6B1E-D41BBC49F05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94" name="직선 연결선 326">
              <a:extLst>
                <a:ext uri="{FF2B5EF4-FFF2-40B4-BE49-F238E27FC236}">
                  <a16:creationId xmlns:a16="http://schemas.microsoft.com/office/drawing/2014/main" id="{7A24193B-6E09-0D16-0372-2C60202213C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95" name="타원 1694">
              <a:extLst>
                <a:ext uri="{FF2B5EF4-FFF2-40B4-BE49-F238E27FC236}">
                  <a16:creationId xmlns:a16="http://schemas.microsoft.com/office/drawing/2014/main" id="{18BA8858-1401-058A-E6EA-F7259591863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2" name="그룹 1701">
            <a:extLst>
              <a:ext uri="{FF2B5EF4-FFF2-40B4-BE49-F238E27FC236}">
                <a16:creationId xmlns:a16="http://schemas.microsoft.com/office/drawing/2014/main" id="{38F594BB-C1D1-8342-6F93-636B7C0A646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800274" y="2792513"/>
            <a:ext cx="148067" cy="108000"/>
            <a:chOff x="7409659" y="2902132"/>
            <a:chExt cx="317047" cy="239471"/>
          </a:xfrm>
        </p:grpSpPr>
        <p:grpSp>
          <p:nvGrpSpPr>
            <p:cNvPr id="1703" name="그룹 1702">
              <a:extLst>
                <a:ext uri="{FF2B5EF4-FFF2-40B4-BE49-F238E27FC236}">
                  <a16:creationId xmlns:a16="http://schemas.microsoft.com/office/drawing/2014/main" id="{C5C2F427-2894-CEFB-78CB-ACCC79C68DA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06" name="직선 연결선 322">
                <a:extLst>
                  <a:ext uri="{FF2B5EF4-FFF2-40B4-BE49-F238E27FC236}">
                    <a16:creationId xmlns:a16="http://schemas.microsoft.com/office/drawing/2014/main" id="{CE057A04-CFD4-7C35-00F8-5D9D12ED52D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7" name="직선 연결선 323">
                <a:extLst>
                  <a:ext uri="{FF2B5EF4-FFF2-40B4-BE49-F238E27FC236}">
                    <a16:creationId xmlns:a16="http://schemas.microsoft.com/office/drawing/2014/main" id="{BCF5A6E6-F428-77DA-995E-EDDBCF004BB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8" name="직선 연결선 324">
                <a:extLst>
                  <a:ext uri="{FF2B5EF4-FFF2-40B4-BE49-F238E27FC236}">
                    <a16:creationId xmlns:a16="http://schemas.microsoft.com/office/drawing/2014/main" id="{D9A4B064-AC59-BE4A-415C-4C3B9E6EF24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04" name="직선 연결선 326">
              <a:extLst>
                <a:ext uri="{FF2B5EF4-FFF2-40B4-BE49-F238E27FC236}">
                  <a16:creationId xmlns:a16="http://schemas.microsoft.com/office/drawing/2014/main" id="{96EC5DBE-4BE1-7A6A-20BD-E4BB6E5A5FF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05" name="타원 1704">
              <a:extLst>
                <a:ext uri="{FF2B5EF4-FFF2-40B4-BE49-F238E27FC236}">
                  <a16:creationId xmlns:a16="http://schemas.microsoft.com/office/drawing/2014/main" id="{D526FCC1-2A72-55D3-D46B-C2D91464F77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9" name="그룹 1708">
            <a:extLst>
              <a:ext uri="{FF2B5EF4-FFF2-40B4-BE49-F238E27FC236}">
                <a16:creationId xmlns:a16="http://schemas.microsoft.com/office/drawing/2014/main" id="{570C25D1-8F3D-CB6C-EECE-603F3E0B9A3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2503450"/>
            <a:ext cx="148067" cy="108000"/>
            <a:chOff x="7409659" y="2902132"/>
            <a:chExt cx="317047" cy="239471"/>
          </a:xfrm>
        </p:grpSpPr>
        <p:grpSp>
          <p:nvGrpSpPr>
            <p:cNvPr id="1710" name="그룹 1709">
              <a:extLst>
                <a:ext uri="{FF2B5EF4-FFF2-40B4-BE49-F238E27FC236}">
                  <a16:creationId xmlns:a16="http://schemas.microsoft.com/office/drawing/2014/main" id="{3AC108D4-6159-35D7-C24F-060095C0327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13" name="직선 연결선 322">
                <a:extLst>
                  <a:ext uri="{FF2B5EF4-FFF2-40B4-BE49-F238E27FC236}">
                    <a16:creationId xmlns:a16="http://schemas.microsoft.com/office/drawing/2014/main" id="{FCE568B7-64CB-5194-4BB4-7BC92B1E1ED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4" name="직선 연결선 323">
                <a:extLst>
                  <a:ext uri="{FF2B5EF4-FFF2-40B4-BE49-F238E27FC236}">
                    <a16:creationId xmlns:a16="http://schemas.microsoft.com/office/drawing/2014/main" id="{2F344D9F-7754-F698-2395-7F552271A8D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5" name="직선 연결선 324">
                <a:extLst>
                  <a:ext uri="{FF2B5EF4-FFF2-40B4-BE49-F238E27FC236}">
                    <a16:creationId xmlns:a16="http://schemas.microsoft.com/office/drawing/2014/main" id="{A62E3B34-166A-CB33-8596-A65A0B4D4AA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1" name="직선 연결선 326">
              <a:extLst>
                <a:ext uri="{FF2B5EF4-FFF2-40B4-BE49-F238E27FC236}">
                  <a16:creationId xmlns:a16="http://schemas.microsoft.com/office/drawing/2014/main" id="{48ADBBCB-E0BC-523F-715D-430CC131AF3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2" name="타원 1711">
              <a:extLst>
                <a:ext uri="{FF2B5EF4-FFF2-40B4-BE49-F238E27FC236}">
                  <a16:creationId xmlns:a16="http://schemas.microsoft.com/office/drawing/2014/main" id="{E9040008-4697-9F90-585D-DA0F96AB612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16" name="그룹 1715">
            <a:extLst>
              <a:ext uri="{FF2B5EF4-FFF2-40B4-BE49-F238E27FC236}">
                <a16:creationId xmlns:a16="http://schemas.microsoft.com/office/drawing/2014/main" id="{025FE0C7-0F99-A1CA-6A84-0B35A1EC9CEA}"/>
              </a:ext>
            </a:extLst>
          </p:cNvPr>
          <p:cNvGrpSpPr>
            <a:grpSpLocks noChangeAspect="1"/>
          </p:cNvGrpSpPr>
          <p:nvPr/>
        </p:nvGrpSpPr>
        <p:grpSpPr>
          <a:xfrm>
            <a:off x="2359423" y="1948443"/>
            <a:ext cx="148067" cy="108000"/>
            <a:chOff x="7409659" y="2902132"/>
            <a:chExt cx="317047" cy="239471"/>
          </a:xfrm>
        </p:grpSpPr>
        <p:grpSp>
          <p:nvGrpSpPr>
            <p:cNvPr id="1717" name="그룹 1716">
              <a:extLst>
                <a:ext uri="{FF2B5EF4-FFF2-40B4-BE49-F238E27FC236}">
                  <a16:creationId xmlns:a16="http://schemas.microsoft.com/office/drawing/2014/main" id="{276EC937-22F1-0FAF-DA9C-4C092B384A5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0" name="직선 연결선 322">
                <a:extLst>
                  <a:ext uri="{FF2B5EF4-FFF2-40B4-BE49-F238E27FC236}">
                    <a16:creationId xmlns:a16="http://schemas.microsoft.com/office/drawing/2014/main" id="{FD221C44-DB5D-8760-F262-065CBDB502E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1" name="직선 연결선 323">
                <a:extLst>
                  <a:ext uri="{FF2B5EF4-FFF2-40B4-BE49-F238E27FC236}">
                    <a16:creationId xmlns:a16="http://schemas.microsoft.com/office/drawing/2014/main" id="{CCB2E25D-8B9D-C05B-3398-E2D6E990AC1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2" name="직선 연결선 324">
                <a:extLst>
                  <a:ext uri="{FF2B5EF4-FFF2-40B4-BE49-F238E27FC236}">
                    <a16:creationId xmlns:a16="http://schemas.microsoft.com/office/drawing/2014/main" id="{4FB388A7-E4F6-1ABB-CBB9-2813FC050C2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8" name="직선 연결선 326">
              <a:extLst>
                <a:ext uri="{FF2B5EF4-FFF2-40B4-BE49-F238E27FC236}">
                  <a16:creationId xmlns:a16="http://schemas.microsoft.com/office/drawing/2014/main" id="{756AE7F9-9484-74C2-C323-0CA9CA3AAA6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9" name="타원 1718">
              <a:extLst>
                <a:ext uri="{FF2B5EF4-FFF2-40B4-BE49-F238E27FC236}">
                  <a16:creationId xmlns:a16="http://schemas.microsoft.com/office/drawing/2014/main" id="{0D955960-BC4C-17FC-CCE0-E6901B85B3D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23" name="그룹 1722">
            <a:extLst>
              <a:ext uri="{FF2B5EF4-FFF2-40B4-BE49-F238E27FC236}">
                <a16:creationId xmlns:a16="http://schemas.microsoft.com/office/drawing/2014/main" id="{475FC974-8E39-4235-89CF-2DD71C3FFFAC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1959431"/>
            <a:ext cx="148067" cy="108000"/>
            <a:chOff x="7409659" y="2902132"/>
            <a:chExt cx="317047" cy="239471"/>
          </a:xfrm>
        </p:grpSpPr>
        <p:grpSp>
          <p:nvGrpSpPr>
            <p:cNvPr id="1724" name="그룹 1723">
              <a:extLst>
                <a:ext uri="{FF2B5EF4-FFF2-40B4-BE49-F238E27FC236}">
                  <a16:creationId xmlns:a16="http://schemas.microsoft.com/office/drawing/2014/main" id="{059FB3D0-67D8-FCC7-799E-E782AC4CFE8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7" name="직선 연결선 322">
                <a:extLst>
                  <a:ext uri="{FF2B5EF4-FFF2-40B4-BE49-F238E27FC236}">
                    <a16:creationId xmlns:a16="http://schemas.microsoft.com/office/drawing/2014/main" id="{FCFEC299-5025-2EB2-F11F-502033A366C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8" name="직선 연결선 323">
                <a:extLst>
                  <a:ext uri="{FF2B5EF4-FFF2-40B4-BE49-F238E27FC236}">
                    <a16:creationId xmlns:a16="http://schemas.microsoft.com/office/drawing/2014/main" id="{15CE5E35-F49F-C797-110A-8D21F37B586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9" name="직선 연결선 324">
                <a:extLst>
                  <a:ext uri="{FF2B5EF4-FFF2-40B4-BE49-F238E27FC236}">
                    <a16:creationId xmlns:a16="http://schemas.microsoft.com/office/drawing/2014/main" id="{E0A63920-6C93-FFF4-19CA-B5683975FC1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25" name="직선 연결선 326">
              <a:extLst>
                <a:ext uri="{FF2B5EF4-FFF2-40B4-BE49-F238E27FC236}">
                  <a16:creationId xmlns:a16="http://schemas.microsoft.com/office/drawing/2014/main" id="{CB227E39-CC43-1AD7-63E7-B952D86401D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26" name="타원 1725">
              <a:extLst>
                <a:ext uri="{FF2B5EF4-FFF2-40B4-BE49-F238E27FC236}">
                  <a16:creationId xmlns:a16="http://schemas.microsoft.com/office/drawing/2014/main" id="{ED95AC90-FDFC-29DE-BC31-77B73DB0174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32" name="직선 연결선[R] 1731">
            <a:extLst>
              <a:ext uri="{FF2B5EF4-FFF2-40B4-BE49-F238E27FC236}">
                <a16:creationId xmlns:a16="http://schemas.microsoft.com/office/drawing/2014/main" id="{FAF36370-0C7E-CC1E-30F1-00EAD1657E86}"/>
              </a:ext>
            </a:extLst>
          </p:cNvPr>
          <p:cNvCxnSpPr>
            <a:cxnSpLocks/>
            <a:stCxn id="1387" idx="1"/>
          </p:cNvCxnSpPr>
          <p:nvPr/>
        </p:nvCxnSpPr>
        <p:spPr>
          <a:xfrm flipH="1">
            <a:off x="879231" y="1502765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7" name="직선 연결선[R] 1736">
            <a:extLst>
              <a:ext uri="{FF2B5EF4-FFF2-40B4-BE49-F238E27FC236}">
                <a16:creationId xmlns:a16="http://schemas.microsoft.com/office/drawing/2014/main" id="{813919AF-87EC-2363-0EA7-0BB436471D0D}"/>
              </a:ext>
            </a:extLst>
          </p:cNvPr>
          <p:cNvCxnSpPr>
            <a:cxnSpLocks/>
          </p:cNvCxnSpPr>
          <p:nvPr/>
        </p:nvCxnSpPr>
        <p:spPr>
          <a:xfrm flipH="1">
            <a:off x="879231" y="2921257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8" name="직선 연결선[R] 1737">
            <a:extLst>
              <a:ext uri="{FF2B5EF4-FFF2-40B4-BE49-F238E27FC236}">
                <a16:creationId xmlns:a16="http://schemas.microsoft.com/office/drawing/2014/main" id="{C6479AB1-4467-C0B4-3498-CCA68736E54B}"/>
              </a:ext>
            </a:extLst>
          </p:cNvPr>
          <p:cNvCxnSpPr>
            <a:cxnSpLocks/>
          </p:cNvCxnSpPr>
          <p:nvPr/>
        </p:nvCxnSpPr>
        <p:spPr>
          <a:xfrm flipV="1">
            <a:off x="885704" y="1506415"/>
            <a:ext cx="0" cy="141849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1" name="그룹 1740">
            <a:extLst>
              <a:ext uri="{FF2B5EF4-FFF2-40B4-BE49-F238E27FC236}">
                <a16:creationId xmlns:a16="http://schemas.microsoft.com/office/drawing/2014/main" id="{976CD253-9AF5-3C6B-9555-4ADA5990C396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1453377"/>
            <a:ext cx="148067" cy="108000"/>
            <a:chOff x="7409659" y="2902132"/>
            <a:chExt cx="317047" cy="239471"/>
          </a:xfrm>
        </p:grpSpPr>
        <p:grpSp>
          <p:nvGrpSpPr>
            <p:cNvPr id="1742" name="그룹 1741">
              <a:extLst>
                <a:ext uri="{FF2B5EF4-FFF2-40B4-BE49-F238E27FC236}">
                  <a16:creationId xmlns:a16="http://schemas.microsoft.com/office/drawing/2014/main" id="{A1611E34-E3F7-AAF5-6D64-B29F147667F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45" name="직선 연결선 322">
                <a:extLst>
                  <a:ext uri="{FF2B5EF4-FFF2-40B4-BE49-F238E27FC236}">
                    <a16:creationId xmlns:a16="http://schemas.microsoft.com/office/drawing/2014/main" id="{6304D76D-8FE0-4E05-7D44-809038156D6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6" name="직선 연결선 323">
                <a:extLst>
                  <a:ext uri="{FF2B5EF4-FFF2-40B4-BE49-F238E27FC236}">
                    <a16:creationId xmlns:a16="http://schemas.microsoft.com/office/drawing/2014/main" id="{A304388F-3133-7F66-6955-C786D55C48E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7" name="직선 연결선 324">
                <a:extLst>
                  <a:ext uri="{FF2B5EF4-FFF2-40B4-BE49-F238E27FC236}">
                    <a16:creationId xmlns:a16="http://schemas.microsoft.com/office/drawing/2014/main" id="{E592F7BC-CC23-0B56-BF85-D4AE60B64AD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43" name="직선 연결선 326">
              <a:extLst>
                <a:ext uri="{FF2B5EF4-FFF2-40B4-BE49-F238E27FC236}">
                  <a16:creationId xmlns:a16="http://schemas.microsoft.com/office/drawing/2014/main" id="{8E19F998-FD9B-3AD3-583B-BB7D6008F0C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44" name="타원 1743">
              <a:extLst>
                <a:ext uri="{FF2B5EF4-FFF2-40B4-BE49-F238E27FC236}">
                  <a16:creationId xmlns:a16="http://schemas.microsoft.com/office/drawing/2014/main" id="{896913CF-23A7-E19D-0DA7-7E2C7E78C77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48" name="직선 연결선 351">
            <a:extLst>
              <a:ext uri="{FF2B5EF4-FFF2-40B4-BE49-F238E27FC236}">
                <a16:creationId xmlns:a16="http://schemas.microsoft.com/office/drawing/2014/main" id="{EED19423-7A94-4311-5DED-598DC6142A85}"/>
              </a:ext>
            </a:extLst>
          </p:cNvPr>
          <p:cNvCxnSpPr>
            <a:cxnSpLocks/>
          </p:cNvCxnSpPr>
          <p:nvPr/>
        </p:nvCxnSpPr>
        <p:spPr>
          <a:xfrm>
            <a:off x="1082227" y="2868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749" name="그룹 1748">
            <a:extLst>
              <a:ext uri="{FF2B5EF4-FFF2-40B4-BE49-F238E27FC236}">
                <a16:creationId xmlns:a16="http://schemas.microsoft.com/office/drawing/2014/main" id="{9C83AC9F-474C-820F-8E26-ABDD722C18A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544830"/>
            <a:ext cx="148067" cy="108000"/>
            <a:chOff x="7409659" y="2902132"/>
            <a:chExt cx="317047" cy="239471"/>
          </a:xfrm>
        </p:grpSpPr>
        <p:grpSp>
          <p:nvGrpSpPr>
            <p:cNvPr id="1750" name="그룹 1749">
              <a:extLst>
                <a:ext uri="{FF2B5EF4-FFF2-40B4-BE49-F238E27FC236}">
                  <a16:creationId xmlns:a16="http://schemas.microsoft.com/office/drawing/2014/main" id="{4E3BB188-95D8-ED1D-CACA-37FF74142D3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53" name="직선 연결선 322">
                <a:extLst>
                  <a:ext uri="{FF2B5EF4-FFF2-40B4-BE49-F238E27FC236}">
                    <a16:creationId xmlns:a16="http://schemas.microsoft.com/office/drawing/2014/main" id="{369AF64A-40A8-E64C-7599-B298853C9AF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4" name="직선 연결선 323">
                <a:extLst>
                  <a:ext uri="{FF2B5EF4-FFF2-40B4-BE49-F238E27FC236}">
                    <a16:creationId xmlns:a16="http://schemas.microsoft.com/office/drawing/2014/main" id="{BD2CA632-DFCF-2AE7-82BA-2BA4CA857F8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5" name="직선 연결선 324">
                <a:extLst>
                  <a:ext uri="{FF2B5EF4-FFF2-40B4-BE49-F238E27FC236}">
                    <a16:creationId xmlns:a16="http://schemas.microsoft.com/office/drawing/2014/main" id="{0D89DB19-4BE8-56B0-678B-CEE76AEFD6A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51" name="직선 연결선 326">
              <a:extLst>
                <a:ext uri="{FF2B5EF4-FFF2-40B4-BE49-F238E27FC236}">
                  <a16:creationId xmlns:a16="http://schemas.microsoft.com/office/drawing/2014/main" id="{9FE02534-2618-302F-7452-E33943F4BFE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2" name="타원 1751">
              <a:extLst>
                <a:ext uri="{FF2B5EF4-FFF2-40B4-BE49-F238E27FC236}">
                  <a16:creationId xmlns:a16="http://schemas.microsoft.com/office/drawing/2014/main" id="{AFFCB8BE-8C60-429C-722C-9DCB187C40A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6" name="그룹 1755">
            <a:extLst>
              <a:ext uri="{FF2B5EF4-FFF2-40B4-BE49-F238E27FC236}">
                <a16:creationId xmlns:a16="http://schemas.microsoft.com/office/drawing/2014/main" id="{728246EB-419F-D0B1-EA30-543716F6FC81}"/>
              </a:ext>
            </a:extLst>
          </p:cNvPr>
          <p:cNvGrpSpPr/>
          <p:nvPr/>
        </p:nvGrpSpPr>
        <p:grpSpPr>
          <a:xfrm rot="5400000">
            <a:off x="2822000" y="1644696"/>
            <a:ext cx="90979" cy="106796"/>
            <a:chOff x="4947906" y="3396192"/>
            <a:chExt cx="90979" cy="106796"/>
          </a:xfrm>
        </p:grpSpPr>
        <p:cxnSp>
          <p:nvCxnSpPr>
            <p:cNvPr id="1757" name="직선 연결선 326">
              <a:extLst>
                <a:ext uri="{FF2B5EF4-FFF2-40B4-BE49-F238E27FC236}">
                  <a16:creationId xmlns:a16="http://schemas.microsoft.com/office/drawing/2014/main" id="{780C0491-1F69-3ABE-E64E-9E1459983034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8" name="타원 1757">
              <a:extLst>
                <a:ext uri="{FF2B5EF4-FFF2-40B4-BE49-F238E27FC236}">
                  <a16:creationId xmlns:a16="http://schemas.microsoft.com/office/drawing/2014/main" id="{87169BFE-BBA2-33DD-2374-74DBA61D39DF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9" name="그룹 1758">
            <a:extLst>
              <a:ext uri="{FF2B5EF4-FFF2-40B4-BE49-F238E27FC236}">
                <a16:creationId xmlns:a16="http://schemas.microsoft.com/office/drawing/2014/main" id="{75AAB7C4-DD7E-4017-6871-B277F4534B75}"/>
              </a:ext>
            </a:extLst>
          </p:cNvPr>
          <p:cNvGrpSpPr/>
          <p:nvPr/>
        </p:nvGrpSpPr>
        <p:grpSpPr>
          <a:xfrm rot="5400000">
            <a:off x="1462134" y="1136243"/>
            <a:ext cx="90979" cy="106796"/>
            <a:chOff x="4947906" y="3396192"/>
            <a:chExt cx="90979" cy="106796"/>
          </a:xfrm>
        </p:grpSpPr>
        <p:cxnSp>
          <p:nvCxnSpPr>
            <p:cNvPr id="1760" name="직선 연결선 326">
              <a:extLst>
                <a:ext uri="{FF2B5EF4-FFF2-40B4-BE49-F238E27FC236}">
                  <a16:creationId xmlns:a16="http://schemas.microsoft.com/office/drawing/2014/main" id="{FADB94D0-5241-0867-024F-026C2BFC0C35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1" name="타원 1760">
              <a:extLst>
                <a:ext uri="{FF2B5EF4-FFF2-40B4-BE49-F238E27FC236}">
                  <a16:creationId xmlns:a16="http://schemas.microsoft.com/office/drawing/2014/main" id="{D20243BB-D21D-2783-D992-983A9DE284B3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2" name="그룹 1761">
            <a:extLst>
              <a:ext uri="{FF2B5EF4-FFF2-40B4-BE49-F238E27FC236}">
                <a16:creationId xmlns:a16="http://schemas.microsoft.com/office/drawing/2014/main" id="{5E974C6E-43DE-7F2D-0BCF-D2538EE3296C}"/>
              </a:ext>
            </a:extLst>
          </p:cNvPr>
          <p:cNvGrpSpPr/>
          <p:nvPr/>
        </p:nvGrpSpPr>
        <p:grpSpPr>
          <a:xfrm rot="5400000">
            <a:off x="5622416" y="861248"/>
            <a:ext cx="90979" cy="106796"/>
            <a:chOff x="4947906" y="3396192"/>
            <a:chExt cx="90979" cy="106796"/>
          </a:xfrm>
        </p:grpSpPr>
        <p:cxnSp>
          <p:nvCxnSpPr>
            <p:cNvPr id="1763" name="직선 연결선 326">
              <a:extLst>
                <a:ext uri="{FF2B5EF4-FFF2-40B4-BE49-F238E27FC236}">
                  <a16:creationId xmlns:a16="http://schemas.microsoft.com/office/drawing/2014/main" id="{5B8A6701-FA70-43AC-93C6-BF5CE7AF57E0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4" name="타원 1763">
              <a:extLst>
                <a:ext uri="{FF2B5EF4-FFF2-40B4-BE49-F238E27FC236}">
                  <a16:creationId xmlns:a16="http://schemas.microsoft.com/office/drawing/2014/main" id="{0C89B363-0A9B-4A05-40A2-95BED6CA2EFD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7" name="그룹 1766">
            <a:extLst>
              <a:ext uri="{FF2B5EF4-FFF2-40B4-BE49-F238E27FC236}">
                <a16:creationId xmlns:a16="http://schemas.microsoft.com/office/drawing/2014/main" id="{7F9CBD66-67D0-2366-59A0-00E83CB2DF6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875343" y="266461"/>
            <a:ext cx="148067" cy="108000"/>
            <a:chOff x="7409659" y="2902132"/>
            <a:chExt cx="317047" cy="239471"/>
          </a:xfrm>
        </p:grpSpPr>
        <p:grpSp>
          <p:nvGrpSpPr>
            <p:cNvPr id="1768" name="그룹 1767">
              <a:extLst>
                <a:ext uri="{FF2B5EF4-FFF2-40B4-BE49-F238E27FC236}">
                  <a16:creationId xmlns:a16="http://schemas.microsoft.com/office/drawing/2014/main" id="{788967E9-CF7F-3787-8E40-16FBF5EDCF3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1" name="직선 연결선 322">
                <a:extLst>
                  <a:ext uri="{FF2B5EF4-FFF2-40B4-BE49-F238E27FC236}">
                    <a16:creationId xmlns:a16="http://schemas.microsoft.com/office/drawing/2014/main" id="{B23CD38A-4A43-76EC-8C0D-2423B8B1951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2" name="직선 연결선 323">
                <a:extLst>
                  <a:ext uri="{FF2B5EF4-FFF2-40B4-BE49-F238E27FC236}">
                    <a16:creationId xmlns:a16="http://schemas.microsoft.com/office/drawing/2014/main" id="{3D76B335-83DC-1976-3C21-BCE5DA2C5FE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3" name="직선 연결선 324">
                <a:extLst>
                  <a:ext uri="{FF2B5EF4-FFF2-40B4-BE49-F238E27FC236}">
                    <a16:creationId xmlns:a16="http://schemas.microsoft.com/office/drawing/2014/main" id="{A5C02551-156C-7E84-2AF6-A672023D2AF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69" name="직선 연결선 326">
              <a:extLst>
                <a:ext uri="{FF2B5EF4-FFF2-40B4-BE49-F238E27FC236}">
                  <a16:creationId xmlns:a16="http://schemas.microsoft.com/office/drawing/2014/main" id="{8BE76CF6-D90B-BFAF-9028-9B06F257E1C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0" name="타원 1769">
              <a:extLst>
                <a:ext uri="{FF2B5EF4-FFF2-40B4-BE49-F238E27FC236}">
                  <a16:creationId xmlns:a16="http://schemas.microsoft.com/office/drawing/2014/main" id="{8A79FC78-A495-3D76-D4C1-27A0836F93D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74" name="그룹 1773">
            <a:extLst>
              <a:ext uri="{FF2B5EF4-FFF2-40B4-BE49-F238E27FC236}">
                <a16:creationId xmlns:a16="http://schemas.microsoft.com/office/drawing/2014/main" id="{46172B27-6115-6154-CE44-21BF9C5FD379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35813" y="556494"/>
            <a:ext cx="148067" cy="108000"/>
            <a:chOff x="7409659" y="2902132"/>
            <a:chExt cx="317047" cy="239471"/>
          </a:xfrm>
        </p:grpSpPr>
        <p:grpSp>
          <p:nvGrpSpPr>
            <p:cNvPr id="1775" name="그룹 1774">
              <a:extLst>
                <a:ext uri="{FF2B5EF4-FFF2-40B4-BE49-F238E27FC236}">
                  <a16:creationId xmlns:a16="http://schemas.microsoft.com/office/drawing/2014/main" id="{C2B792D8-BBF9-3066-57FB-ED5C3A14535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8" name="직선 연결선 322">
                <a:extLst>
                  <a:ext uri="{FF2B5EF4-FFF2-40B4-BE49-F238E27FC236}">
                    <a16:creationId xmlns:a16="http://schemas.microsoft.com/office/drawing/2014/main" id="{EC250076-A45F-56E7-024A-7D98FAED7E4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9" name="직선 연결선 323">
                <a:extLst>
                  <a:ext uri="{FF2B5EF4-FFF2-40B4-BE49-F238E27FC236}">
                    <a16:creationId xmlns:a16="http://schemas.microsoft.com/office/drawing/2014/main" id="{4F17CB0A-E388-FF99-CFF6-F5B096B1175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0" name="직선 연결선 324">
                <a:extLst>
                  <a:ext uri="{FF2B5EF4-FFF2-40B4-BE49-F238E27FC236}">
                    <a16:creationId xmlns:a16="http://schemas.microsoft.com/office/drawing/2014/main" id="{0235E7C5-C9AF-517A-387D-9DB8520778F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76" name="직선 연결선 326">
              <a:extLst>
                <a:ext uri="{FF2B5EF4-FFF2-40B4-BE49-F238E27FC236}">
                  <a16:creationId xmlns:a16="http://schemas.microsoft.com/office/drawing/2014/main" id="{64E6296F-64A2-A2B4-CD59-1F5F9B8E295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7" name="타원 1776">
              <a:extLst>
                <a:ext uri="{FF2B5EF4-FFF2-40B4-BE49-F238E27FC236}">
                  <a16:creationId xmlns:a16="http://schemas.microsoft.com/office/drawing/2014/main" id="{8F5135DA-AD86-576C-F9C8-2FBAEEED5C3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1" name="그룹 1780">
            <a:extLst>
              <a:ext uri="{FF2B5EF4-FFF2-40B4-BE49-F238E27FC236}">
                <a16:creationId xmlns:a16="http://schemas.microsoft.com/office/drawing/2014/main" id="{D0146BEE-3F40-8238-6ADE-9F6DE330E6A0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91607" y="1461750"/>
            <a:ext cx="148067" cy="108000"/>
            <a:chOff x="7409659" y="2902132"/>
            <a:chExt cx="317047" cy="239471"/>
          </a:xfrm>
        </p:grpSpPr>
        <p:grpSp>
          <p:nvGrpSpPr>
            <p:cNvPr id="1782" name="그룹 1781">
              <a:extLst>
                <a:ext uri="{FF2B5EF4-FFF2-40B4-BE49-F238E27FC236}">
                  <a16:creationId xmlns:a16="http://schemas.microsoft.com/office/drawing/2014/main" id="{9AA55DD7-FA63-14F3-7310-3AD44B20AD9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85" name="직선 연결선 322">
                <a:extLst>
                  <a:ext uri="{FF2B5EF4-FFF2-40B4-BE49-F238E27FC236}">
                    <a16:creationId xmlns:a16="http://schemas.microsoft.com/office/drawing/2014/main" id="{21107F2C-52C4-BF71-CF7E-E064B75BE58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6" name="직선 연결선 323">
                <a:extLst>
                  <a:ext uri="{FF2B5EF4-FFF2-40B4-BE49-F238E27FC236}">
                    <a16:creationId xmlns:a16="http://schemas.microsoft.com/office/drawing/2014/main" id="{05E278D8-D515-F879-DF46-3C606679F14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7" name="직선 연결선 324">
                <a:extLst>
                  <a:ext uri="{FF2B5EF4-FFF2-40B4-BE49-F238E27FC236}">
                    <a16:creationId xmlns:a16="http://schemas.microsoft.com/office/drawing/2014/main" id="{BA5BA70E-639E-647C-D2E5-58FD898FD08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83" name="직선 연결선 326">
              <a:extLst>
                <a:ext uri="{FF2B5EF4-FFF2-40B4-BE49-F238E27FC236}">
                  <a16:creationId xmlns:a16="http://schemas.microsoft.com/office/drawing/2014/main" id="{93C90628-64D9-435D-6256-3BD2CCEA02B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84" name="타원 1783">
              <a:extLst>
                <a:ext uri="{FF2B5EF4-FFF2-40B4-BE49-F238E27FC236}">
                  <a16:creationId xmlns:a16="http://schemas.microsoft.com/office/drawing/2014/main" id="{F841D1BA-B834-E46D-BEB4-A2FD8870178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8" name="그룹 1787">
            <a:extLst>
              <a:ext uri="{FF2B5EF4-FFF2-40B4-BE49-F238E27FC236}">
                <a16:creationId xmlns:a16="http://schemas.microsoft.com/office/drawing/2014/main" id="{C55C12F4-F756-804C-F2BB-8C9A6BCCD05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8499" y="5658592"/>
            <a:ext cx="148067" cy="108000"/>
            <a:chOff x="7409659" y="2902132"/>
            <a:chExt cx="317047" cy="239471"/>
          </a:xfrm>
        </p:grpSpPr>
        <p:grpSp>
          <p:nvGrpSpPr>
            <p:cNvPr id="1789" name="그룹 1788">
              <a:extLst>
                <a:ext uri="{FF2B5EF4-FFF2-40B4-BE49-F238E27FC236}">
                  <a16:creationId xmlns:a16="http://schemas.microsoft.com/office/drawing/2014/main" id="{E04930C8-FABB-76C5-090F-F005FC0BDF9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2" name="직선 연결선 322">
                <a:extLst>
                  <a:ext uri="{FF2B5EF4-FFF2-40B4-BE49-F238E27FC236}">
                    <a16:creationId xmlns:a16="http://schemas.microsoft.com/office/drawing/2014/main" id="{74E11758-A6DF-A450-DD4B-5A55C8A3960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3" name="직선 연결선 323">
                <a:extLst>
                  <a:ext uri="{FF2B5EF4-FFF2-40B4-BE49-F238E27FC236}">
                    <a16:creationId xmlns:a16="http://schemas.microsoft.com/office/drawing/2014/main" id="{137C7AF3-6947-5F45-588D-EF9A6ED2AA5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4" name="직선 연결선 324">
                <a:extLst>
                  <a:ext uri="{FF2B5EF4-FFF2-40B4-BE49-F238E27FC236}">
                    <a16:creationId xmlns:a16="http://schemas.microsoft.com/office/drawing/2014/main" id="{54CA238B-4CBF-2C09-F797-190D64F8EF5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0" name="직선 연결선 326">
              <a:extLst>
                <a:ext uri="{FF2B5EF4-FFF2-40B4-BE49-F238E27FC236}">
                  <a16:creationId xmlns:a16="http://schemas.microsoft.com/office/drawing/2014/main" id="{1EF01AC9-C0D0-D1E1-1894-8C176594BBD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1" name="타원 1790">
              <a:extLst>
                <a:ext uri="{FF2B5EF4-FFF2-40B4-BE49-F238E27FC236}">
                  <a16:creationId xmlns:a16="http://schemas.microsoft.com/office/drawing/2014/main" id="{497BE8C7-3A5C-3D47-E5A6-6BFDA04E18E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95" name="그룹 1794">
            <a:extLst>
              <a:ext uri="{FF2B5EF4-FFF2-40B4-BE49-F238E27FC236}">
                <a16:creationId xmlns:a16="http://schemas.microsoft.com/office/drawing/2014/main" id="{4C36CAED-C6D1-0E1D-1BEC-14080981FE75}"/>
              </a:ext>
            </a:extLst>
          </p:cNvPr>
          <p:cNvGrpSpPr>
            <a:grpSpLocks noChangeAspect="1"/>
          </p:cNvGrpSpPr>
          <p:nvPr/>
        </p:nvGrpSpPr>
        <p:grpSpPr>
          <a:xfrm>
            <a:off x="5590097" y="4759125"/>
            <a:ext cx="148067" cy="108000"/>
            <a:chOff x="7409659" y="2902132"/>
            <a:chExt cx="317047" cy="239471"/>
          </a:xfrm>
        </p:grpSpPr>
        <p:grpSp>
          <p:nvGrpSpPr>
            <p:cNvPr id="1796" name="그룹 1795">
              <a:extLst>
                <a:ext uri="{FF2B5EF4-FFF2-40B4-BE49-F238E27FC236}">
                  <a16:creationId xmlns:a16="http://schemas.microsoft.com/office/drawing/2014/main" id="{6394B9F5-39A8-781D-89E2-E19D6B9D63D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9" name="직선 연결선 322">
                <a:extLst>
                  <a:ext uri="{FF2B5EF4-FFF2-40B4-BE49-F238E27FC236}">
                    <a16:creationId xmlns:a16="http://schemas.microsoft.com/office/drawing/2014/main" id="{326110DE-F32D-2C74-878B-6DECEF71457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0" name="직선 연결선 323">
                <a:extLst>
                  <a:ext uri="{FF2B5EF4-FFF2-40B4-BE49-F238E27FC236}">
                    <a16:creationId xmlns:a16="http://schemas.microsoft.com/office/drawing/2014/main" id="{1A44C812-85AA-52B6-3D03-C47E63E21CA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1" name="직선 연결선 324">
                <a:extLst>
                  <a:ext uri="{FF2B5EF4-FFF2-40B4-BE49-F238E27FC236}">
                    <a16:creationId xmlns:a16="http://schemas.microsoft.com/office/drawing/2014/main" id="{8F4E2486-74B0-7D05-C81A-423BD021EE1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7" name="직선 연결선 326">
              <a:extLst>
                <a:ext uri="{FF2B5EF4-FFF2-40B4-BE49-F238E27FC236}">
                  <a16:creationId xmlns:a16="http://schemas.microsoft.com/office/drawing/2014/main" id="{EFF5F7F1-6531-B634-103E-D55DB569647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8" name="타원 1797">
              <a:extLst>
                <a:ext uri="{FF2B5EF4-FFF2-40B4-BE49-F238E27FC236}">
                  <a16:creationId xmlns:a16="http://schemas.microsoft.com/office/drawing/2014/main" id="{0DDB13D3-122A-072D-753C-A637DC73254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2" name="그룹 1801">
            <a:extLst>
              <a:ext uri="{FF2B5EF4-FFF2-40B4-BE49-F238E27FC236}">
                <a16:creationId xmlns:a16="http://schemas.microsoft.com/office/drawing/2014/main" id="{7BCDFFA3-7931-AAD6-1D4D-BDD41DF3EEB0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143906" y="4468826"/>
            <a:ext cx="148067" cy="108000"/>
            <a:chOff x="7409659" y="2902132"/>
            <a:chExt cx="317047" cy="239471"/>
          </a:xfrm>
        </p:grpSpPr>
        <p:grpSp>
          <p:nvGrpSpPr>
            <p:cNvPr id="1803" name="그룹 1802">
              <a:extLst>
                <a:ext uri="{FF2B5EF4-FFF2-40B4-BE49-F238E27FC236}">
                  <a16:creationId xmlns:a16="http://schemas.microsoft.com/office/drawing/2014/main" id="{FEBE89FA-3F32-9222-4FED-7DF6A7446E4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06" name="직선 연결선 322">
                <a:extLst>
                  <a:ext uri="{FF2B5EF4-FFF2-40B4-BE49-F238E27FC236}">
                    <a16:creationId xmlns:a16="http://schemas.microsoft.com/office/drawing/2014/main" id="{C00DD16B-3E3D-564B-71D4-D8F1415015F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7" name="직선 연결선 323">
                <a:extLst>
                  <a:ext uri="{FF2B5EF4-FFF2-40B4-BE49-F238E27FC236}">
                    <a16:creationId xmlns:a16="http://schemas.microsoft.com/office/drawing/2014/main" id="{4796C3C4-B8B3-B0A4-4F93-47FE472145C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8" name="직선 연결선 324">
                <a:extLst>
                  <a:ext uri="{FF2B5EF4-FFF2-40B4-BE49-F238E27FC236}">
                    <a16:creationId xmlns:a16="http://schemas.microsoft.com/office/drawing/2014/main" id="{7751E4EB-F05C-BB38-54AD-53DA9CC7398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04" name="직선 연결선 326">
              <a:extLst>
                <a:ext uri="{FF2B5EF4-FFF2-40B4-BE49-F238E27FC236}">
                  <a16:creationId xmlns:a16="http://schemas.microsoft.com/office/drawing/2014/main" id="{13E45A84-4F96-F734-8154-9A5FE8801EF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05" name="타원 1804">
              <a:extLst>
                <a:ext uri="{FF2B5EF4-FFF2-40B4-BE49-F238E27FC236}">
                  <a16:creationId xmlns:a16="http://schemas.microsoft.com/office/drawing/2014/main" id="{1EAD8637-FE44-D9D5-6919-56D6D43EDBA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9" name="그룹 1808">
            <a:extLst>
              <a:ext uri="{FF2B5EF4-FFF2-40B4-BE49-F238E27FC236}">
                <a16:creationId xmlns:a16="http://schemas.microsoft.com/office/drawing/2014/main" id="{9630D83A-5262-FA14-7BD5-D73F4A3CC58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20071" y="5332821"/>
            <a:ext cx="148067" cy="108000"/>
            <a:chOff x="7409659" y="2902132"/>
            <a:chExt cx="317047" cy="239471"/>
          </a:xfrm>
        </p:grpSpPr>
        <p:grpSp>
          <p:nvGrpSpPr>
            <p:cNvPr id="1810" name="그룹 1809">
              <a:extLst>
                <a:ext uri="{FF2B5EF4-FFF2-40B4-BE49-F238E27FC236}">
                  <a16:creationId xmlns:a16="http://schemas.microsoft.com/office/drawing/2014/main" id="{7ED5ED59-3E78-E8F4-3B0B-113339BAB0F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13" name="직선 연결선 322">
                <a:extLst>
                  <a:ext uri="{FF2B5EF4-FFF2-40B4-BE49-F238E27FC236}">
                    <a16:creationId xmlns:a16="http://schemas.microsoft.com/office/drawing/2014/main" id="{A15BB4AD-836C-4007-96D5-6D6535A7E54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4" name="직선 연결선 323">
                <a:extLst>
                  <a:ext uri="{FF2B5EF4-FFF2-40B4-BE49-F238E27FC236}">
                    <a16:creationId xmlns:a16="http://schemas.microsoft.com/office/drawing/2014/main" id="{1DEEB590-45AE-94C6-43EC-7B119209336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5" name="직선 연결선 324">
                <a:extLst>
                  <a:ext uri="{FF2B5EF4-FFF2-40B4-BE49-F238E27FC236}">
                    <a16:creationId xmlns:a16="http://schemas.microsoft.com/office/drawing/2014/main" id="{9CA08718-8E6A-05DB-FA26-1AD81285678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1" name="직선 연결선 326">
              <a:extLst>
                <a:ext uri="{FF2B5EF4-FFF2-40B4-BE49-F238E27FC236}">
                  <a16:creationId xmlns:a16="http://schemas.microsoft.com/office/drawing/2014/main" id="{E13CF1A3-E930-0D6C-A66F-33AF252C3B2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2" name="타원 1811">
              <a:extLst>
                <a:ext uri="{FF2B5EF4-FFF2-40B4-BE49-F238E27FC236}">
                  <a16:creationId xmlns:a16="http://schemas.microsoft.com/office/drawing/2014/main" id="{C01FC8AF-8005-CAE6-854E-15AF7A7BCE9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16" name="그룹 1815">
            <a:extLst>
              <a:ext uri="{FF2B5EF4-FFF2-40B4-BE49-F238E27FC236}">
                <a16:creationId xmlns:a16="http://schemas.microsoft.com/office/drawing/2014/main" id="{A18E0D43-F34A-3A66-D718-37D6D4F7AC75}"/>
              </a:ext>
            </a:extLst>
          </p:cNvPr>
          <p:cNvGrpSpPr>
            <a:grpSpLocks noChangeAspect="1"/>
          </p:cNvGrpSpPr>
          <p:nvPr/>
        </p:nvGrpSpPr>
        <p:grpSpPr>
          <a:xfrm>
            <a:off x="4843039" y="5500842"/>
            <a:ext cx="148067" cy="108000"/>
            <a:chOff x="7409659" y="2902132"/>
            <a:chExt cx="317047" cy="239471"/>
          </a:xfrm>
        </p:grpSpPr>
        <p:grpSp>
          <p:nvGrpSpPr>
            <p:cNvPr id="1817" name="그룹 1816">
              <a:extLst>
                <a:ext uri="{FF2B5EF4-FFF2-40B4-BE49-F238E27FC236}">
                  <a16:creationId xmlns:a16="http://schemas.microsoft.com/office/drawing/2014/main" id="{97121624-E1E3-784A-DAED-D774F05DA50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0" name="직선 연결선 322">
                <a:extLst>
                  <a:ext uri="{FF2B5EF4-FFF2-40B4-BE49-F238E27FC236}">
                    <a16:creationId xmlns:a16="http://schemas.microsoft.com/office/drawing/2014/main" id="{C425B7AC-DA59-4DD7-83CD-0E701C462B6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1" name="직선 연결선 323">
                <a:extLst>
                  <a:ext uri="{FF2B5EF4-FFF2-40B4-BE49-F238E27FC236}">
                    <a16:creationId xmlns:a16="http://schemas.microsoft.com/office/drawing/2014/main" id="{F60A9711-0033-5DF4-C57F-3DF3CDEB76F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2" name="직선 연결선 324">
                <a:extLst>
                  <a:ext uri="{FF2B5EF4-FFF2-40B4-BE49-F238E27FC236}">
                    <a16:creationId xmlns:a16="http://schemas.microsoft.com/office/drawing/2014/main" id="{53789DF3-B514-AB10-70AA-9CC607B65F5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8" name="직선 연결선 326">
              <a:extLst>
                <a:ext uri="{FF2B5EF4-FFF2-40B4-BE49-F238E27FC236}">
                  <a16:creationId xmlns:a16="http://schemas.microsoft.com/office/drawing/2014/main" id="{8670B9E0-A8D6-603F-5EF7-FEA4818FBE4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9" name="타원 1818">
              <a:extLst>
                <a:ext uri="{FF2B5EF4-FFF2-40B4-BE49-F238E27FC236}">
                  <a16:creationId xmlns:a16="http://schemas.microsoft.com/office/drawing/2014/main" id="{7F07358A-D5FA-7364-ACC2-B1A72579CF7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23" name="그룹 1822">
            <a:extLst>
              <a:ext uri="{FF2B5EF4-FFF2-40B4-BE49-F238E27FC236}">
                <a16:creationId xmlns:a16="http://schemas.microsoft.com/office/drawing/2014/main" id="{9D5A3241-FFED-C7ED-1F43-3CD5CE4CD2E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19239" y="4155496"/>
            <a:ext cx="148067" cy="108000"/>
            <a:chOff x="7409659" y="2902132"/>
            <a:chExt cx="317047" cy="239471"/>
          </a:xfrm>
        </p:grpSpPr>
        <p:grpSp>
          <p:nvGrpSpPr>
            <p:cNvPr id="1824" name="그룹 1823">
              <a:extLst>
                <a:ext uri="{FF2B5EF4-FFF2-40B4-BE49-F238E27FC236}">
                  <a16:creationId xmlns:a16="http://schemas.microsoft.com/office/drawing/2014/main" id="{4B2AB629-2652-2A83-F612-C514747BB1D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7" name="직선 연결선 322">
                <a:extLst>
                  <a:ext uri="{FF2B5EF4-FFF2-40B4-BE49-F238E27FC236}">
                    <a16:creationId xmlns:a16="http://schemas.microsoft.com/office/drawing/2014/main" id="{7909161D-019C-0BA0-3A10-A228D565361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8" name="직선 연결선 323">
                <a:extLst>
                  <a:ext uri="{FF2B5EF4-FFF2-40B4-BE49-F238E27FC236}">
                    <a16:creationId xmlns:a16="http://schemas.microsoft.com/office/drawing/2014/main" id="{54BC8F26-50BC-E306-11DD-0236799C539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9" name="직선 연결선 324">
                <a:extLst>
                  <a:ext uri="{FF2B5EF4-FFF2-40B4-BE49-F238E27FC236}">
                    <a16:creationId xmlns:a16="http://schemas.microsoft.com/office/drawing/2014/main" id="{3317AB6E-DE12-16D6-FD32-975C2153746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25" name="직선 연결선 326">
              <a:extLst>
                <a:ext uri="{FF2B5EF4-FFF2-40B4-BE49-F238E27FC236}">
                  <a16:creationId xmlns:a16="http://schemas.microsoft.com/office/drawing/2014/main" id="{05D13CD7-F8C9-14A1-837E-6A266148992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26" name="타원 1825">
              <a:extLst>
                <a:ext uri="{FF2B5EF4-FFF2-40B4-BE49-F238E27FC236}">
                  <a16:creationId xmlns:a16="http://schemas.microsoft.com/office/drawing/2014/main" id="{1FC832F6-93B7-719B-2F78-89D49BFA041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0" name="그룹 1829">
            <a:extLst>
              <a:ext uri="{FF2B5EF4-FFF2-40B4-BE49-F238E27FC236}">
                <a16:creationId xmlns:a16="http://schemas.microsoft.com/office/drawing/2014/main" id="{01C74468-DCA8-0078-ECEA-195D38E010FA}"/>
              </a:ext>
            </a:extLst>
          </p:cNvPr>
          <p:cNvGrpSpPr>
            <a:grpSpLocks noChangeAspect="1"/>
          </p:cNvGrpSpPr>
          <p:nvPr/>
        </p:nvGrpSpPr>
        <p:grpSpPr>
          <a:xfrm>
            <a:off x="9004861" y="1086714"/>
            <a:ext cx="148067" cy="108000"/>
            <a:chOff x="7409659" y="2902132"/>
            <a:chExt cx="317047" cy="239471"/>
          </a:xfrm>
        </p:grpSpPr>
        <p:grpSp>
          <p:nvGrpSpPr>
            <p:cNvPr id="1831" name="그룹 1830">
              <a:extLst>
                <a:ext uri="{FF2B5EF4-FFF2-40B4-BE49-F238E27FC236}">
                  <a16:creationId xmlns:a16="http://schemas.microsoft.com/office/drawing/2014/main" id="{DD6FCD56-BF64-451E-34FB-A0804A90D24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34" name="직선 연결선 322">
                <a:extLst>
                  <a:ext uri="{FF2B5EF4-FFF2-40B4-BE49-F238E27FC236}">
                    <a16:creationId xmlns:a16="http://schemas.microsoft.com/office/drawing/2014/main" id="{C0601021-2462-3574-6503-40B19ECB21A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5" name="직선 연결선 323">
                <a:extLst>
                  <a:ext uri="{FF2B5EF4-FFF2-40B4-BE49-F238E27FC236}">
                    <a16:creationId xmlns:a16="http://schemas.microsoft.com/office/drawing/2014/main" id="{04E31CB2-3450-515E-8F4A-164172A9436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6" name="직선 연결선 324">
                <a:extLst>
                  <a:ext uri="{FF2B5EF4-FFF2-40B4-BE49-F238E27FC236}">
                    <a16:creationId xmlns:a16="http://schemas.microsoft.com/office/drawing/2014/main" id="{124681F0-53F9-0D62-3BAF-DE39B51B61C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2" name="직선 연결선 326">
              <a:extLst>
                <a:ext uri="{FF2B5EF4-FFF2-40B4-BE49-F238E27FC236}">
                  <a16:creationId xmlns:a16="http://schemas.microsoft.com/office/drawing/2014/main" id="{388EBCF2-AAB2-7C3B-2583-1927EED09A5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33" name="타원 1832">
              <a:extLst>
                <a:ext uri="{FF2B5EF4-FFF2-40B4-BE49-F238E27FC236}">
                  <a16:creationId xmlns:a16="http://schemas.microsoft.com/office/drawing/2014/main" id="{67814B91-B922-8E76-996B-05C1A1CD5A3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7" name="그룹 1836">
            <a:extLst>
              <a:ext uri="{FF2B5EF4-FFF2-40B4-BE49-F238E27FC236}">
                <a16:creationId xmlns:a16="http://schemas.microsoft.com/office/drawing/2014/main" id="{9C6392F2-AB92-D75F-3AD5-A2FC18C0B42E}"/>
              </a:ext>
            </a:extLst>
          </p:cNvPr>
          <p:cNvGrpSpPr>
            <a:grpSpLocks noChangeAspect="1"/>
          </p:cNvGrpSpPr>
          <p:nvPr/>
        </p:nvGrpSpPr>
        <p:grpSpPr>
          <a:xfrm>
            <a:off x="9000094" y="1243877"/>
            <a:ext cx="148067" cy="108000"/>
            <a:chOff x="7409659" y="2902132"/>
            <a:chExt cx="317047" cy="239471"/>
          </a:xfrm>
        </p:grpSpPr>
        <p:grpSp>
          <p:nvGrpSpPr>
            <p:cNvPr id="1838" name="그룹 1837">
              <a:extLst>
                <a:ext uri="{FF2B5EF4-FFF2-40B4-BE49-F238E27FC236}">
                  <a16:creationId xmlns:a16="http://schemas.microsoft.com/office/drawing/2014/main" id="{6EF28DF5-C231-6D48-E0AC-4991C4BAE35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1" name="직선 연결선 322">
                <a:extLst>
                  <a:ext uri="{FF2B5EF4-FFF2-40B4-BE49-F238E27FC236}">
                    <a16:creationId xmlns:a16="http://schemas.microsoft.com/office/drawing/2014/main" id="{1C27787E-39F9-8D4E-9EBF-42E2DE44306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2" name="직선 연결선 323">
                <a:extLst>
                  <a:ext uri="{FF2B5EF4-FFF2-40B4-BE49-F238E27FC236}">
                    <a16:creationId xmlns:a16="http://schemas.microsoft.com/office/drawing/2014/main" id="{E8F15771-5770-EA64-DC66-7A859D30E43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3" name="직선 연결선 324">
                <a:extLst>
                  <a:ext uri="{FF2B5EF4-FFF2-40B4-BE49-F238E27FC236}">
                    <a16:creationId xmlns:a16="http://schemas.microsoft.com/office/drawing/2014/main" id="{83465C85-3B53-A99C-F101-B4DCCC76B14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9" name="직선 연결선 326">
              <a:extLst>
                <a:ext uri="{FF2B5EF4-FFF2-40B4-BE49-F238E27FC236}">
                  <a16:creationId xmlns:a16="http://schemas.microsoft.com/office/drawing/2014/main" id="{484CC3F4-53EB-B363-293F-7A48A336617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0" name="타원 1839">
              <a:extLst>
                <a:ext uri="{FF2B5EF4-FFF2-40B4-BE49-F238E27FC236}">
                  <a16:creationId xmlns:a16="http://schemas.microsoft.com/office/drawing/2014/main" id="{6DC07F70-952E-BA89-BCC7-EAAF2D7007B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44" name="그룹 1843">
            <a:extLst>
              <a:ext uri="{FF2B5EF4-FFF2-40B4-BE49-F238E27FC236}">
                <a16:creationId xmlns:a16="http://schemas.microsoft.com/office/drawing/2014/main" id="{AE0FBC95-5EF4-0DC7-96BF-9B25A6452896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747310" y="2361483"/>
            <a:ext cx="148067" cy="108000"/>
            <a:chOff x="7409659" y="2902132"/>
            <a:chExt cx="317047" cy="239471"/>
          </a:xfrm>
        </p:grpSpPr>
        <p:grpSp>
          <p:nvGrpSpPr>
            <p:cNvPr id="1845" name="그룹 1844">
              <a:extLst>
                <a:ext uri="{FF2B5EF4-FFF2-40B4-BE49-F238E27FC236}">
                  <a16:creationId xmlns:a16="http://schemas.microsoft.com/office/drawing/2014/main" id="{BB238ADC-4558-F996-D712-931E797439D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8" name="직선 연결선 322">
                <a:extLst>
                  <a:ext uri="{FF2B5EF4-FFF2-40B4-BE49-F238E27FC236}">
                    <a16:creationId xmlns:a16="http://schemas.microsoft.com/office/drawing/2014/main" id="{D964825D-340E-9537-8A5C-982DF76D145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9" name="직선 연결선 323">
                <a:extLst>
                  <a:ext uri="{FF2B5EF4-FFF2-40B4-BE49-F238E27FC236}">
                    <a16:creationId xmlns:a16="http://schemas.microsoft.com/office/drawing/2014/main" id="{B6470A59-1D33-8ED2-0F62-4B20DBDCC8E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0" name="직선 연결선 324">
                <a:extLst>
                  <a:ext uri="{FF2B5EF4-FFF2-40B4-BE49-F238E27FC236}">
                    <a16:creationId xmlns:a16="http://schemas.microsoft.com/office/drawing/2014/main" id="{827E5315-4E8D-99E2-796A-FD24065501B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46" name="직선 연결선 326">
              <a:extLst>
                <a:ext uri="{FF2B5EF4-FFF2-40B4-BE49-F238E27FC236}">
                  <a16:creationId xmlns:a16="http://schemas.microsoft.com/office/drawing/2014/main" id="{9FBB6215-770F-C8D7-EB82-00C2E8BD1BD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7" name="타원 1846">
              <a:extLst>
                <a:ext uri="{FF2B5EF4-FFF2-40B4-BE49-F238E27FC236}">
                  <a16:creationId xmlns:a16="http://schemas.microsoft.com/office/drawing/2014/main" id="{898712F4-B2F3-2F9C-BB1F-E6D479DC2B2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1" name="그룹 1850">
            <a:extLst>
              <a:ext uri="{FF2B5EF4-FFF2-40B4-BE49-F238E27FC236}">
                <a16:creationId xmlns:a16="http://schemas.microsoft.com/office/drawing/2014/main" id="{7FA9E8D9-4BFE-91AE-2FA6-BB7790B44FF1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934856" y="1781417"/>
            <a:ext cx="148067" cy="108000"/>
            <a:chOff x="7409659" y="2902132"/>
            <a:chExt cx="317047" cy="239471"/>
          </a:xfrm>
        </p:grpSpPr>
        <p:grpSp>
          <p:nvGrpSpPr>
            <p:cNvPr id="1852" name="그룹 1851">
              <a:extLst>
                <a:ext uri="{FF2B5EF4-FFF2-40B4-BE49-F238E27FC236}">
                  <a16:creationId xmlns:a16="http://schemas.microsoft.com/office/drawing/2014/main" id="{E9DDBCAC-DA96-70CE-69DF-9A1CB5B735A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55" name="직선 연결선 322">
                <a:extLst>
                  <a:ext uri="{FF2B5EF4-FFF2-40B4-BE49-F238E27FC236}">
                    <a16:creationId xmlns:a16="http://schemas.microsoft.com/office/drawing/2014/main" id="{4D821A40-8235-F18E-81CD-3AFD4F7EFDC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6" name="직선 연결선 323">
                <a:extLst>
                  <a:ext uri="{FF2B5EF4-FFF2-40B4-BE49-F238E27FC236}">
                    <a16:creationId xmlns:a16="http://schemas.microsoft.com/office/drawing/2014/main" id="{4FCCB4D2-AAEF-7FF7-68DB-287850037D8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7" name="직선 연결선 324">
                <a:extLst>
                  <a:ext uri="{FF2B5EF4-FFF2-40B4-BE49-F238E27FC236}">
                    <a16:creationId xmlns:a16="http://schemas.microsoft.com/office/drawing/2014/main" id="{86F4F7F4-9CED-66EB-C665-DBA26462B0B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53" name="직선 연결선 326">
              <a:extLst>
                <a:ext uri="{FF2B5EF4-FFF2-40B4-BE49-F238E27FC236}">
                  <a16:creationId xmlns:a16="http://schemas.microsoft.com/office/drawing/2014/main" id="{3DC48451-F760-E988-677F-6FA3BBA14FB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54" name="타원 1853">
              <a:extLst>
                <a:ext uri="{FF2B5EF4-FFF2-40B4-BE49-F238E27FC236}">
                  <a16:creationId xmlns:a16="http://schemas.microsoft.com/office/drawing/2014/main" id="{7F369B77-E2B2-2D92-9D49-7353E5DDD8C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8" name="그룹 1857">
            <a:extLst>
              <a:ext uri="{FF2B5EF4-FFF2-40B4-BE49-F238E27FC236}">
                <a16:creationId xmlns:a16="http://schemas.microsoft.com/office/drawing/2014/main" id="{EAD60078-4734-45AF-CCDD-AAE9386812F8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153872" y="6207475"/>
            <a:ext cx="148067" cy="108000"/>
            <a:chOff x="7409659" y="2902132"/>
            <a:chExt cx="317047" cy="239471"/>
          </a:xfrm>
        </p:grpSpPr>
        <p:grpSp>
          <p:nvGrpSpPr>
            <p:cNvPr id="1859" name="그룹 1858">
              <a:extLst>
                <a:ext uri="{FF2B5EF4-FFF2-40B4-BE49-F238E27FC236}">
                  <a16:creationId xmlns:a16="http://schemas.microsoft.com/office/drawing/2014/main" id="{F30149DE-416B-913C-9A7A-83D7758E452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2" name="직선 연결선 322">
                <a:extLst>
                  <a:ext uri="{FF2B5EF4-FFF2-40B4-BE49-F238E27FC236}">
                    <a16:creationId xmlns:a16="http://schemas.microsoft.com/office/drawing/2014/main" id="{410131A7-9EF8-2305-28B4-82D0D3B0062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3" name="직선 연결선 323">
                <a:extLst>
                  <a:ext uri="{FF2B5EF4-FFF2-40B4-BE49-F238E27FC236}">
                    <a16:creationId xmlns:a16="http://schemas.microsoft.com/office/drawing/2014/main" id="{34E8C986-BF46-AFD6-53A7-7E8805B0338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4" name="직선 연결선 324">
                <a:extLst>
                  <a:ext uri="{FF2B5EF4-FFF2-40B4-BE49-F238E27FC236}">
                    <a16:creationId xmlns:a16="http://schemas.microsoft.com/office/drawing/2014/main" id="{BC0CBDFA-A5A8-964B-E3A6-B6611C04D6B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0" name="직선 연결선 326">
              <a:extLst>
                <a:ext uri="{FF2B5EF4-FFF2-40B4-BE49-F238E27FC236}">
                  <a16:creationId xmlns:a16="http://schemas.microsoft.com/office/drawing/2014/main" id="{4502B8A3-E796-1D2D-07D7-347941CDB02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1" name="타원 1860">
              <a:extLst>
                <a:ext uri="{FF2B5EF4-FFF2-40B4-BE49-F238E27FC236}">
                  <a16:creationId xmlns:a16="http://schemas.microsoft.com/office/drawing/2014/main" id="{F001432C-53AF-7474-9385-F495529DE64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65" name="그룹 1864">
            <a:extLst>
              <a:ext uri="{FF2B5EF4-FFF2-40B4-BE49-F238E27FC236}">
                <a16:creationId xmlns:a16="http://schemas.microsoft.com/office/drawing/2014/main" id="{082E2F1F-FAEC-528D-D200-C55D61F9A2B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6019" y="6073546"/>
            <a:ext cx="148067" cy="108000"/>
            <a:chOff x="7409659" y="2902132"/>
            <a:chExt cx="317047" cy="239471"/>
          </a:xfrm>
        </p:grpSpPr>
        <p:grpSp>
          <p:nvGrpSpPr>
            <p:cNvPr id="1866" name="그룹 1865">
              <a:extLst>
                <a:ext uri="{FF2B5EF4-FFF2-40B4-BE49-F238E27FC236}">
                  <a16:creationId xmlns:a16="http://schemas.microsoft.com/office/drawing/2014/main" id="{54F65A08-B4A7-35A1-0B5E-0FD522BE404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9" name="직선 연결선 322">
                <a:extLst>
                  <a:ext uri="{FF2B5EF4-FFF2-40B4-BE49-F238E27FC236}">
                    <a16:creationId xmlns:a16="http://schemas.microsoft.com/office/drawing/2014/main" id="{1B5CADE2-8770-51D7-C1B7-9EA08B8DAEC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0" name="직선 연결선 323">
                <a:extLst>
                  <a:ext uri="{FF2B5EF4-FFF2-40B4-BE49-F238E27FC236}">
                    <a16:creationId xmlns:a16="http://schemas.microsoft.com/office/drawing/2014/main" id="{DD9E4025-AC76-1B0C-4878-C05D0C5D43C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1" name="직선 연결선 324">
                <a:extLst>
                  <a:ext uri="{FF2B5EF4-FFF2-40B4-BE49-F238E27FC236}">
                    <a16:creationId xmlns:a16="http://schemas.microsoft.com/office/drawing/2014/main" id="{D14ED44A-1CC0-CFF4-D49A-3D2573EFA2E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7" name="직선 연결선 326">
              <a:extLst>
                <a:ext uri="{FF2B5EF4-FFF2-40B4-BE49-F238E27FC236}">
                  <a16:creationId xmlns:a16="http://schemas.microsoft.com/office/drawing/2014/main" id="{6CB8542C-8BB7-F833-BDBA-E958792FA13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8" name="타원 1867">
              <a:extLst>
                <a:ext uri="{FF2B5EF4-FFF2-40B4-BE49-F238E27FC236}">
                  <a16:creationId xmlns:a16="http://schemas.microsoft.com/office/drawing/2014/main" id="{582736BA-7388-5CF3-8A9A-E5E6406F60F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2" name="그룹 1871">
            <a:extLst>
              <a:ext uri="{FF2B5EF4-FFF2-40B4-BE49-F238E27FC236}">
                <a16:creationId xmlns:a16="http://schemas.microsoft.com/office/drawing/2014/main" id="{C19E7474-AFB9-3F2F-8587-2E4085EFF87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5506" y="5072535"/>
            <a:ext cx="148067" cy="108000"/>
            <a:chOff x="7409659" y="2902132"/>
            <a:chExt cx="317047" cy="239471"/>
          </a:xfrm>
        </p:grpSpPr>
        <p:grpSp>
          <p:nvGrpSpPr>
            <p:cNvPr id="1873" name="그룹 1872">
              <a:extLst>
                <a:ext uri="{FF2B5EF4-FFF2-40B4-BE49-F238E27FC236}">
                  <a16:creationId xmlns:a16="http://schemas.microsoft.com/office/drawing/2014/main" id="{7AD6E9D6-9D4D-5953-2D45-8D58E4FEAA1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76" name="직선 연결선 322">
                <a:extLst>
                  <a:ext uri="{FF2B5EF4-FFF2-40B4-BE49-F238E27FC236}">
                    <a16:creationId xmlns:a16="http://schemas.microsoft.com/office/drawing/2014/main" id="{E45B9FEF-988E-9555-94E8-C2C78A097CF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7" name="직선 연결선 323">
                <a:extLst>
                  <a:ext uri="{FF2B5EF4-FFF2-40B4-BE49-F238E27FC236}">
                    <a16:creationId xmlns:a16="http://schemas.microsoft.com/office/drawing/2014/main" id="{682C8779-0391-F960-6020-17C3E5B9120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8" name="직선 연결선 324">
                <a:extLst>
                  <a:ext uri="{FF2B5EF4-FFF2-40B4-BE49-F238E27FC236}">
                    <a16:creationId xmlns:a16="http://schemas.microsoft.com/office/drawing/2014/main" id="{0323729E-CCC5-5F04-C9B0-709BB559A57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74" name="직선 연결선 326">
              <a:extLst>
                <a:ext uri="{FF2B5EF4-FFF2-40B4-BE49-F238E27FC236}">
                  <a16:creationId xmlns:a16="http://schemas.microsoft.com/office/drawing/2014/main" id="{88C64367-B245-01FF-3C74-C60E34D25EB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75" name="타원 1874">
              <a:extLst>
                <a:ext uri="{FF2B5EF4-FFF2-40B4-BE49-F238E27FC236}">
                  <a16:creationId xmlns:a16="http://schemas.microsoft.com/office/drawing/2014/main" id="{DF8E57C0-C6B3-C8CE-D7DF-96449B89EDD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9" name="그룹 1878">
            <a:extLst>
              <a:ext uri="{FF2B5EF4-FFF2-40B4-BE49-F238E27FC236}">
                <a16:creationId xmlns:a16="http://schemas.microsoft.com/office/drawing/2014/main" id="{AFF7537A-5F95-BA17-3DC7-F5416C13D466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33590" y="4456295"/>
            <a:ext cx="148067" cy="108000"/>
            <a:chOff x="7409659" y="2902132"/>
            <a:chExt cx="317047" cy="239471"/>
          </a:xfrm>
        </p:grpSpPr>
        <p:grpSp>
          <p:nvGrpSpPr>
            <p:cNvPr id="1880" name="그룹 1879">
              <a:extLst>
                <a:ext uri="{FF2B5EF4-FFF2-40B4-BE49-F238E27FC236}">
                  <a16:creationId xmlns:a16="http://schemas.microsoft.com/office/drawing/2014/main" id="{FBAB7F7A-127C-30BD-B613-0A6DD5F5813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83" name="직선 연결선 322">
                <a:extLst>
                  <a:ext uri="{FF2B5EF4-FFF2-40B4-BE49-F238E27FC236}">
                    <a16:creationId xmlns:a16="http://schemas.microsoft.com/office/drawing/2014/main" id="{BB236F11-18CB-01EB-1EA0-CDAEED59929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4" name="직선 연결선 323">
                <a:extLst>
                  <a:ext uri="{FF2B5EF4-FFF2-40B4-BE49-F238E27FC236}">
                    <a16:creationId xmlns:a16="http://schemas.microsoft.com/office/drawing/2014/main" id="{ADA65E63-24A8-5AF8-9109-99BF450C667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5" name="직선 연결선 324">
                <a:extLst>
                  <a:ext uri="{FF2B5EF4-FFF2-40B4-BE49-F238E27FC236}">
                    <a16:creationId xmlns:a16="http://schemas.microsoft.com/office/drawing/2014/main" id="{AB4D8A90-9BA7-52BF-18E6-769DC9D0B51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81" name="직선 연결선 326">
              <a:extLst>
                <a:ext uri="{FF2B5EF4-FFF2-40B4-BE49-F238E27FC236}">
                  <a16:creationId xmlns:a16="http://schemas.microsoft.com/office/drawing/2014/main" id="{A543FC85-C97B-97C0-6308-60B830F19D6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2" name="타원 1881">
              <a:extLst>
                <a:ext uri="{FF2B5EF4-FFF2-40B4-BE49-F238E27FC236}">
                  <a16:creationId xmlns:a16="http://schemas.microsoft.com/office/drawing/2014/main" id="{89EF7CD4-38CB-E1FF-04CD-DDFCB14546D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6" name="그룹 1885">
            <a:extLst>
              <a:ext uri="{FF2B5EF4-FFF2-40B4-BE49-F238E27FC236}">
                <a16:creationId xmlns:a16="http://schemas.microsoft.com/office/drawing/2014/main" id="{7FDCF1AB-699A-82C1-07BB-4E77D323EDD6}"/>
              </a:ext>
            </a:extLst>
          </p:cNvPr>
          <p:cNvGrpSpPr/>
          <p:nvPr/>
        </p:nvGrpSpPr>
        <p:grpSpPr>
          <a:xfrm rot="5400000">
            <a:off x="3962074" y="5338573"/>
            <a:ext cx="90979" cy="106796"/>
            <a:chOff x="4947906" y="3396192"/>
            <a:chExt cx="90979" cy="106796"/>
          </a:xfrm>
        </p:grpSpPr>
        <p:cxnSp>
          <p:nvCxnSpPr>
            <p:cNvPr id="1887" name="직선 연결선 326">
              <a:extLst>
                <a:ext uri="{FF2B5EF4-FFF2-40B4-BE49-F238E27FC236}">
                  <a16:creationId xmlns:a16="http://schemas.microsoft.com/office/drawing/2014/main" id="{20475CF8-76C1-CEED-73E1-3332D53B2CEA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8" name="타원 1887">
              <a:extLst>
                <a:ext uri="{FF2B5EF4-FFF2-40B4-BE49-F238E27FC236}">
                  <a16:creationId xmlns:a16="http://schemas.microsoft.com/office/drawing/2014/main" id="{8E51E035-AFB9-5F72-BB77-79204E5099A8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9" name="그룹 1888">
            <a:extLst>
              <a:ext uri="{FF2B5EF4-FFF2-40B4-BE49-F238E27FC236}">
                <a16:creationId xmlns:a16="http://schemas.microsoft.com/office/drawing/2014/main" id="{FBAF9404-49C2-CC2A-FAB3-8358F140580D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041" y="5948625"/>
            <a:ext cx="148067" cy="108000"/>
            <a:chOff x="7409659" y="2902132"/>
            <a:chExt cx="317047" cy="239471"/>
          </a:xfrm>
        </p:grpSpPr>
        <p:grpSp>
          <p:nvGrpSpPr>
            <p:cNvPr id="1890" name="그룹 1889">
              <a:extLst>
                <a:ext uri="{FF2B5EF4-FFF2-40B4-BE49-F238E27FC236}">
                  <a16:creationId xmlns:a16="http://schemas.microsoft.com/office/drawing/2014/main" id="{2788127D-8B35-F2FB-C9D5-80DE093533E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93" name="직선 연결선 322">
                <a:extLst>
                  <a:ext uri="{FF2B5EF4-FFF2-40B4-BE49-F238E27FC236}">
                    <a16:creationId xmlns:a16="http://schemas.microsoft.com/office/drawing/2014/main" id="{353D9F2B-30A4-6A18-7295-D0FF0633010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4" name="직선 연결선 323">
                <a:extLst>
                  <a:ext uri="{FF2B5EF4-FFF2-40B4-BE49-F238E27FC236}">
                    <a16:creationId xmlns:a16="http://schemas.microsoft.com/office/drawing/2014/main" id="{129CA4BD-75E6-8C50-A08C-E1F1843BCE6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5" name="직선 연결선 324">
                <a:extLst>
                  <a:ext uri="{FF2B5EF4-FFF2-40B4-BE49-F238E27FC236}">
                    <a16:creationId xmlns:a16="http://schemas.microsoft.com/office/drawing/2014/main" id="{79CC32B8-0ABA-28BE-20BD-BDE04B18CBA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91" name="직선 연결선 326">
              <a:extLst>
                <a:ext uri="{FF2B5EF4-FFF2-40B4-BE49-F238E27FC236}">
                  <a16:creationId xmlns:a16="http://schemas.microsoft.com/office/drawing/2014/main" id="{833A01FF-AC3A-1134-EDD3-F531C97A301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92" name="타원 1891">
              <a:extLst>
                <a:ext uri="{FF2B5EF4-FFF2-40B4-BE49-F238E27FC236}">
                  <a16:creationId xmlns:a16="http://schemas.microsoft.com/office/drawing/2014/main" id="{0664A6DF-7CF5-F546-E6C6-3559E0180A6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36606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BFE26-388A-92BF-CC0A-8F7C03738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1" name="제목 1">
            <a:extLst>
              <a:ext uri="{FF2B5EF4-FFF2-40B4-BE49-F238E27FC236}">
                <a16:creationId xmlns:a16="http://schemas.microsoft.com/office/drawing/2014/main" id="{3C8C74D6-0098-EDC0-2A41-D81526BD3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04" y="160360"/>
            <a:ext cx="496074" cy="654861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예매결제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2A6B0FC-1E4B-55B2-3011-4192829052A9}"/>
              </a:ext>
            </a:extLst>
          </p:cNvPr>
          <p:cNvGrpSpPr/>
          <p:nvPr/>
        </p:nvGrpSpPr>
        <p:grpSpPr>
          <a:xfrm>
            <a:off x="2859875" y="1078738"/>
            <a:ext cx="4350502" cy="3310047"/>
            <a:chOff x="2859875" y="1078738"/>
            <a:chExt cx="4350502" cy="3310047"/>
          </a:xfrm>
        </p:grpSpPr>
        <p:sp>
          <p:nvSpPr>
            <p:cNvPr id="928" name="직사각형 927">
              <a:extLst>
                <a:ext uri="{FF2B5EF4-FFF2-40B4-BE49-F238E27FC236}">
                  <a16:creationId xmlns:a16="http://schemas.microsoft.com/office/drawing/2014/main" id="{B590CA9B-3897-3691-8AEC-D8873F680E7F}"/>
                </a:ext>
              </a:extLst>
            </p:cNvPr>
            <p:cNvSpPr>
              <a:spLocks/>
            </p:cNvSpPr>
            <p:nvPr/>
          </p:nvSpPr>
          <p:spPr>
            <a:xfrm>
              <a:off x="5995089" y="3034469"/>
              <a:ext cx="720000" cy="4320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booking</a:t>
              </a:r>
              <a:endParaRPr lang="ko-KR" altLang="en-US" sz="10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932" name="직사각형 931">
              <a:extLst>
                <a:ext uri="{FF2B5EF4-FFF2-40B4-BE49-F238E27FC236}">
                  <a16:creationId xmlns:a16="http://schemas.microsoft.com/office/drawing/2014/main" id="{86870F0D-CC9F-FC37-776A-541A4C34C3C4}"/>
                </a:ext>
              </a:extLst>
            </p:cNvPr>
            <p:cNvSpPr>
              <a:spLocks/>
            </p:cNvSpPr>
            <p:nvPr/>
          </p:nvSpPr>
          <p:spPr>
            <a:xfrm>
              <a:off x="4634673" y="3034469"/>
              <a:ext cx="720000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booking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non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member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933" name="직사각형 932">
              <a:extLst>
                <a:ext uri="{FF2B5EF4-FFF2-40B4-BE49-F238E27FC236}">
                  <a16:creationId xmlns:a16="http://schemas.microsoft.com/office/drawing/2014/main" id="{E0EAC047-CD05-EB17-0650-8A3F72D5F6EF}"/>
                </a:ext>
              </a:extLst>
            </p:cNvPr>
            <p:cNvSpPr>
              <a:spLocks/>
            </p:cNvSpPr>
            <p:nvPr/>
          </p:nvSpPr>
          <p:spPr>
            <a:xfrm>
              <a:off x="4622755" y="3951136"/>
              <a:ext cx="720000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non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member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938" name="직선 연결선[R] 937">
              <a:extLst>
                <a:ext uri="{FF2B5EF4-FFF2-40B4-BE49-F238E27FC236}">
                  <a16:creationId xmlns:a16="http://schemas.microsoft.com/office/drawing/2014/main" id="{D4514E30-7A99-B16F-F5D2-F359C757EB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00610" y="3483186"/>
              <a:ext cx="0" cy="467733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9" name="직사각형 938">
              <a:extLst>
                <a:ext uri="{FF2B5EF4-FFF2-40B4-BE49-F238E27FC236}">
                  <a16:creationId xmlns:a16="http://schemas.microsoft.com/office/drawing/2014/main" id="{3E3C7CBD-B0F1-0F8C-3862-1E7F62C11179}"/>
                </a:ext>
              </a:extLst>
            </p:cNvPr>
            <p:cNvSpPr>
              <a:spLocks/>
            </p:cNvSpPr>
            <p:nvPr/>
          </p:nvSpPr>
          <p:spPr>
            <a:xfrm>
              <a:off x="6470337" y="3683103"/>
              <a:ext cx="720000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booking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seat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940" name="직사각형 939">
              <a:extLst>
                <a:ext uri="{FF2B5EF4-FFF2-40B4-BE49-F238E27FC236}">
                  <a16:creationId xmlns:a16="http://schemas.microsoft.com/office/drawing/2014/main" id="{4B58E825-25D7-36FA-5770-F47CDA9D8A31}"/>
                </a:ext>
              </a:extLst>
            </p:cNvPr>
            <p:cNvSpPr>
              <a:spLocks/>
            </p:cNvSpPr>
            <p:nvPr/>
          </p:nvSpPr>
          <p:spPr>
            <a:xfrm>
              <a:off x="4634673" y="2490450"/>
              <a:ext cx="720000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payment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941" name="직사각형 940">
              <a:extLst>
                <a:ext uri="{FF2B5EF4-FFF2-40B4-BE49-F238E27FC236}">
                  <a16:creationId xmlns:a16="http://schemas.microsoft.com/office/drawing/2014/main" id="{85518897-438D-A466-81CC-DCE250C243A1}"/>
                </a:ext>
              </a:extLst>
            </p:cNvPr>
            <p:cNvSpPr>
              <a:spLocks/>
            </p:cNvSpPr>
            <p:nvPr/>
          </p:nvSpPr>
          <p:spPr>
            <a:xfrm>
              <a:off x="3274807" y="2490450"/>
              <a:ext cx="720000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payment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method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942" name="직사각형 941">
              <a:extLst>
                <a:ext uri="{FF2B5EF4-FFF2-40B4-BE49-F238E27FC236}">
                  <a16:creationId xmlns:a16="http://schemas.microsoft.com/office/drawing/2014/main" id="{9505028A-9A4A-43C7-A4B4-EDB71E2BEADA}"/>
                </a:ext>
              </a:extLst>
            </p:cNvPr>
            <p:cNvSpPr>
              <a:spLocks/>
            </p:cNvSpPr>
            <p:nvPr/>
          </p:nvSpPr>
          <p:spPr>
            <a:xfrm>
              <a:off x="4640610" y="1078738"/>
              <a:ext cx="720000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refund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943" name="직사각형 942">
              <a:extLst>
                <a:ext uri="{FF2B5EF4-FFF2-40B4-BE49-F238E27FC236}">
                  <a16:creationId xmlns:a16="http://schemas.microsoft.com/office/drawing/2014/main" id="{59C0EB31-A94E-7908-2521-6518DC017AFA}"/>
                </a:ext>
              </a:extLst>
            </p:cNvPr>
            <p:cNvSpPr>
              <a:spLocks/>
            </p:cNvSpPr>
            <p:nvPr/>
          </p:nvSpPr>
          <p:spPr>
            <a:xfrm>
              <a:off x="6490377" y="1702736"/>
              <a:ext cx="720000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ticket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960" name="직선 연결선[R] 959">
              <a:extLst>
                <a:ext uri="{FF2B5EF4-FFF2-40B4-BE49-F238E27FC236}">
                  <a16:creationId xmlns:a16="http://schemas.microsoft.com/office/drawing/2014/main" id="{13E7F24C-4D00-7666-9695-9FC2B3D47A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9287" y="3467181"/>
              <a:ext cx="0" cy="215922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2" name="직선 연결선[R] 981">
              <a:extLst>
                <a:ext uri="{FF2B5EF4-FFF2-40B4-BE49-F238E27FC236}">
                  <a16:creationId xmlns:a16="http://schemas.microsoft.com/office/drawing/2014/main" id="{8F2972A7-52D2-6C2E-9F71-D888580E1EEB}"/>
                </a:ext>
              </a:extLst>
            </p:cNvPr>
            <p:cNvCxnSpPr>
              <a:cxnSpLocks/>
              <a:stCxn id="928" idx="1"/>
              <a:endCxn id="932" idx="3"/>
            </p:cNvCxnSpPr>
            <p:nvPr/>
          </p:nvCxnSpPr>
          <p:spPr>
            <a:xfrm flipH="1">
              <a:off x="5354673" y="3250469"/>
              <a:ext cx="640416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5" name="직선 연결선[R] 984">
              <a:extLst>
                <a:ext uri="{FF2B5EF4-FFF2-40B4-BE49-F238E27FC236}">
                  <a16:creationId xmlns:a16="http://schemas.microsoft.com/office/drawing/2014/main" id="{5DE60B02-59F4-93FE-AFF1-41F7C6547E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94807" y="2695305"/>
              <a:ext cx="640416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6" name="직선 연결선[R] 985">
              <a:extLst>
                <a:ext uri="{FF2B5EF4-FFF2-40B4-BE49-F238E27FC236}">
                  <a16:creationId xmlns:a16="http://schemas.microsoft.com/office/drawing/2014/main" id="{B07AA8BD-F9C6-8920-42FE-FC9F8A58D1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68589" y="1286471"/>
              <a:ext cx="0" cy="1747998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9" name="직선 연결선[R] 988">
              <a:extLst>
                <a:ext uri="{FF2B5EF4-FFF2-40B4-BE49-F238E27FC236}">
                  <a16:creationId xmlns:a16="http://schemas.microsoft.com/office/drawing/2014/main" id="{8D162AE7-432C-9EF8-C4BC-FE035BF1F407}"/>
                </a:ext>
              </a:extLst>
            </p:cNvPr>
            <p:cNvCxnSpPr>
              <a:cxnSpLocks/>
              <a:endCxn id="942" idx="3"/>
            </p:cNvCxnSpPr>
            <p:nvPr/>
          </p:nvCxnSpPr>
          <p:spPr>
            <a:xfrm flipH="1">
              <a:off x="5360610" y="1294738"/>
              <a:ext cx="907979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2" name="직선 연결선[R] 991">
              <a:extLst>
                <a:ext uri="{FF2B5EF4-FFF2-40B4-BE49-F238E27FC236}">
                  <a16:creationId xmlns:a16="http://schemas.microsoft.com/office/drawing/2014/main" id="{F2AFD866-FD21-8B9A-BA8C-4577B0AB4172}"/>
                </a:ext>
              </a:extLst>
            </p:cNvPr>
            <p:cNvCxnSpPr>
              <a:cxnSpLocks/>
              <a:stCxn id="940" idx="0"/>
              <a:endCxn id="942" idx="2"/>
            </p:cNvCxnSpPr>
            <p:nvPr/>
          </p:nvCxnSpPr>
          <p:spPr>
            <a:xfrm flipV="1">
              <a:off x="4994673" y="1510738"/>
              <a:ext cx="5937" cy="979712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1" name="직선 연결선[R] 1000">
              <a:extLst>
                <a:ext uri="{FF2B5EF4-FFF2-40B4-BE49-F238E27FC236}">
                  <a16:creationId xmlns:a16="http://schemas.microsoft.com/office/drawing/2014/main" id="{C6B3D2FB-1EA6-5983-20AE-A07CE4D39C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95363" y="2134736"/>
              <a:ext cx="0" cy="899689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36" name="그룹 1135">
              <a:extLst>
                <a:ext uri="{FF2B5EF4-FFF2-40B4-BE49-F238E27FC236}">
                  <a16:creationId xmlns:a16="http://schemas.microsoft.com/office/drawing/2014/main" id="{21AE281B-47F5-AC87-791B-EE6B9FA4C5D3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6589867" y="3597727"/>
              <a:ext cx="57088" cy="108000"/>
              <a:chOff x="7604467" y="2108611"/>
              <a:chExt cx="122239" cy="239471"/>
            </a:xfrm>
          </p:grpSpPr>
          <p:grpSp>
            <p:nvGrpSpPr>
              <p:cNvPr id="1137" name="그룹 1136">
                <a:extLst>
                  <a:ext uri="{FF2B5EF4-FFF2-40B4-BE49-F238E27FC236}">
                    <a16:creationId xmlns:a16="http://schemas.microsoft.com/office/drawing/2014/main" id="{41B69E06-130C-F876-49B2-84E740E9C2A6}"/>
                  </a:ext>
                </a:extLst>
              </p:cNvPr>
              <p:cNvGrpSpPr/>
              <p:nvPr/>
            </p:nvGrpSpPr>
            <p:grpSpPr>
              <a:xfrm>
                <a:off x="7604467" y="2111281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139" name="직선 연결선 359">
                  <a:extLst>
                    <a:ext uri="{FF2B5EF4-FFF2-40B4-BE49-F238E27FC236}">
                      <a16:creationId xmlns:a16="http://schemas.microsoft.com/office/drawing/2014/main" id="{0F2073D3-815F-15C8-B533-A810B3C55223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40" name="직선 연결선 360">
                  <a:extLst>
                    <a:ext uri="{FF2B5EF4-FFF2-40B4-BE49-F238E27FC236}">
                      <a16:creationId xmlns:a16="http://schemas.microsoft.com/office/drawing/2014/main" id="{A7D7A9CC-46D2-32CA-AF16-79EABA0581E8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41" name="직선 연결선 361">
                  <a:extLst>
                    <a:ext uri="{FF2B5EF4-FFF2-40B4-BE49-F238E27FC236}">
                      <a16:creationId xmlns:a16="http://schemas.microsoft.com/office/drawing/2014/main" id="{5E6E6A93-ECC6-AE66-2DFF-C19A2983E5A4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38" name="직선 연결선 363">
                <a:extLst>
                  <a:ext uri="{FF2B5EF4-FFF2-40B4-BE49-F238E27FC236}">
                    <a16:creationId xmlns:a16="http://schemas.microsoft.com/office/drawing/2014/main" id="{77F9B240-AC6E-41B2-4A90-88201237BDC7}"/>
                  </a:ext>
                </a:extLst>
              </p:cNvPr>
              <p:cNvCxnSpPr/>
              <p:nvPr/>
            </p:nvCxnSpPr>
            <p:spPr>
              <a:xfrm>
                <a:off x="7604467" y="2108611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42" name="직선 연결선 351">
              <a:extLst>
                <a:ext uri="{FF2B5EF4-FFF2-40B4-BE49-F238E27FC236}">
                  <a16:creationId xmlns:a16="http://schemas.microsoft.com/office/drawing/2014/main" id="{132D063E-BFEE-610B-8AEA-4C1496ABD98B}"/>
                </a:ext>
              </a:extLst>
            </p:cNvPr>
            <p:cNvCxnSpPr>
              <a:cxnSpLocks/>
            </p:cNvCxnSpPr>
            <p:nvPr/>
          </p:nvCxnSpPr>
          <p:spPr>
            <a:xfrm>
              <a:off x="6569963" y="3532685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66" name="직선 연결선 351">
              <a:extLst>
                <a:ext uri="{FF2B5EF4-FFF2-40B4-BE49-F238E27FC236}">
                  <a16:creationId xmlns:a16="http://schemas.microsoft.com/office/drawing/2014/main" id="{E4963D1E-5D6E-3074-9F79-66F7D30FBC52}"/>
                </a:ext>
              </a:extLst>
            </p:cNvPr>
            <p:cNvCxnSpPr>
              <a:cxnSpLocks/>
            </p:cNvCxnSpPr>
            <p:nvPr/>
          </p:nvCxnSpPr>
          <p:spPr>
            <a:xfrm>
              <a:off x="4940673" y="3883205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73" name="직선 연결선 351">
              <a:extLst>
                <a:ext uri="{FF2B5EF4-FFF2-40B4-BE49-F238E27FC236}">
                  <a16:creationId xmlns:a16="http://schemas.microsoft.com/office/drawing/2014/main" id="{72D779AA-3F49-47EE-55A4-76A17FA2A40A}"/>
                </a:ext>
              </a:extLst>
            </p:cNvPr>
            <p:cNvCxnSpPr>
              <a:cxnSpLocks/>
            </p:cNvCxnSpPr>
            <p:nvPr/>
          </p:nvCxnSpPr>
          <p:spPr>
            <a:xfrm>
              <a:off x="5937500" y="3199095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75" name="직선 연결선[R] 1174">
              <a:extLst>
                <a:ext uri="{FF2B5EF4-FFF2-40B4-BE49-F238E27FC236}">
                  <a16:creationId xmlns:a16="http://schemas.microsoft.com/office/drawing/2014/main" id="{D8560397-FDF0-3A50-F6E9-96309681A340}"/>
                </a:ext>
              </a:extLst>
            </p:cNvPr>
            <p:cNvCxnSpPr>
              <a:cxnSpLocks/>
              <a:endCxn id="940" idx="3"/>
            </p:cNvCxnSpPr>
            <p:nvPr/>
          </p:nvCxnSpPr>
          <p:spPr>
            <a:xfrm flipH="1">
              <a:off x="5354673" y="2706450"/>
              <a:ext cx="77714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9" name="직선 연결선[R] 1178">
              <a:extLst>
                <a:ext uri="{FF2B5EF4-FFF2-40B4-BE49-F238E27FC236}">
                  <a16:creationId xmlns:a16="http://schemas.microsoft.com/office/drawing/2014/main" id="{673EDEFE-CB7A-1261-8902-EA94461B03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31813" y="2706450"/>
              <a:ext cx="0" cy="328019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9" name="직선 연결선 351">
              <a:extLst>
                <a:ext uri="{FF2B5EF4-FFF2-40B4-BE49-F238E27FC236}">
                  <a16:creationId xmlns:a16="http://schemas.microsoft.com/office/drawing/2014/main" id="{5E289C21-3ADC-5F37-9F3E-829F3B7D22AF}"/>
                </a:ext>
              </a:extLst>
            </p:cNvPr>
            <p:cNvCxnSpPr>
              <a:cxnSpLocks/>
            </p:cNvCxnSpPr>
            <p:nvPr/>
          </p:nvCxnSpPr>
          <p:spPr>
            <a:xfrm>
              <a:off x="6077813" y="2968805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96" name="직선 연결선 351">
              <a:extLst>
                <a:ext uri="{FF2B5EF4-FFF2-40B4-BE49-F238E27FC236}">
                  <a16:creationId xmlns:a16="http://schemas.microsoft.com/office/drawing/2014/main" id="{52137F40-C311-F64E-2BD8-968A0A7A6DF9}"/>
                </a:ext>
              </a:extLst>
            </p:cNvPr>
            <p:cNvCxnSpPr>
              <a:cxnSpLocks/>
            </p:cNvCxnSpPr>
            <p:nvPr/>
          </p:nvCxnSpPr>
          <p:spPr>
            <a:xfrm>
              <a:off x="4053370" y="2641305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97" name="직선 연결선 351">
              <a:extLst>
                <a:ext uri="{FF2B5EF4-FFF2-40B4-BE49-F238E27FC236}">
                  <a16:creationId xmlns:a16="http://schemas.microsoft.com/office/drawing/2014/main" id="{B078EA79-65A0-5C03-7D62-E59528EF9595}"/>
                </a:ext>
              </a:extLst>
            </p:cNvPr>
            <p:cNvCxnSpPr>
              <a:cxnSpLocks/>
            </p:cNvCxnSpPr>
            <p:nvPr/>
          </p:nvCxnSpPr>
          <p:spPr>
            <a:xfrm>
              <a:off x="6214589" y="2968805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204" name="그룹 1203">
              <a:extLst>
                <a:ext uri="{FF2B5EF4-FFF2-40B4-BE49-F238E27FC236}">
                  <a16:creationId xmlns:a16="http://schemas.microsoft.com/office/drawing/2014/main" id="{AD3E62E5-8C38-CD87-2836-80D41941A448}"/>
                </a:ext>
              </a:extLst>
            </p:cNvPr>
            <p:cNvGrpSpPr>
              <a:grpSpLocks noChangeAspect="1"/>
            </p:cNvGrpSpPr>
            <p:nvPr/>
          </p:nvGrpSpPr>
          <p:grpSpPr>
            <a:xfrm rot="16200000">
              <a:off x="4923962" y="1535687"/>
              <a:ext cx="148067" cy="108000"/>
              <a:chOff x="7409659" y="2902132"/>
              <a:chExt cx="317047" cy="239471"/>
            </a:xfrm>
          </p:grpSpPr>
          <p:grpSp>
            <p:nvGrpSpPr>
              <p:cNvPr id="1205" name="그룹 1204">
                <a:extLst>
                  <a:ext uri="{FF2B5EF4-FFF2-40B4-BE49-F238E27FC236}">
                    <a16:creationId xmlns:a16="http://schemas.microsoft.com/office/drawing/2014/main" id="{ED27D12C-7F3A-FFE6-39E5-F33B59ABEAD7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208" name="직선 연결선 322">
                  <a:extLst>
                    <a:ext uri="{FF2B5EF4-FFF2-40B4-BE49-F238E27FC236}">
                      <a16:creationId xmlns:a16="http://schemas.microsoft.com/office/drawing/2014/main" id="{ACAF4C93-4687-2885-6CCA-3AB9E5BE0AD1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09" name="직선 연결선 323">
                  <a:extLst>
                    <a:ext uri="{FF2B5EF4-FFF2-40B4-BE49-F238E27FC236}">
                      <a16:creationId xmlns:a16="http://schemas.microsoft.com/office/drawing/2014/main" id="{C8C660D7-EDC2-1898-2679-F5109A07C755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10" name="직선 연결선 324">
                  <a:extLst>
                    <a:ext uri="{FF2B5EF4-FFF2-40B4-BE49-F238E27FC236}">
                      <a16:creationId xmlns:a16="http://schemas.microsoft.com/office/drawing/2014/main" id="{3F4BD826-2EB2-9614-8BCE-AF6EC4C9531C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206" name="직선 연결선 326">
                <a:extLst>
                  <a:ext uri="{FF2B5EF4-FFF2-40B4-BE49-F238E27FC236}">
                    <a16:creationId xmlns:a16="http://schemas.microsoft.com/office/drawing/2014/main" id="{EEC16361-2DC8-91BD-E87B-CC3B5E5CD55D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07" name="타원 1206">
                <a:extLst>
                  <a:ext uri="{FF2B5EF4-FFF2-40B4-BE49-F238E27FC236}">
                    <a16:creationId xmlns:a16="http://schemas.microsoft.com/office/drawing/2014/main" id="{977224C5-88C1-7BC8-DCD0-AD3EBA836033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cxnSp>
          <p:nvCxnSpPr>
            <p:cNvPr id="1218" name="직선 연결선 351">
              <a:extLst>
                <a:ext uri="{FF2B5EF4-FFF2-40B4-BE49-F238E27FC236}">
                  <a16:creationId xmlns:a16="http://schemas.microsoft.com/office/drawing/2014/main" id="{5BA4B800-48F4-7047-47D0-FE1ACC6B13F9}"/>
                </a:ext>
              </a:extLst>
            </p:cNvPr>
            <p:cNvCxnSpPr>
              <a:cxnSpLocks/>
            </p:cNvCxnSpPr>
            <p:nvPr/>
          </p:nvCxnSpPr>
          <p:spPr>
            <a:xfrm>
              <a:off x="6544563" y="2968805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86" name="직사각형 1385">
              <a:extLst>
                <a:ext uri="{FF2B5EF4-FFF2-40B4-BE49-F238E27FC236}">
                  <a16:creationId xmlns:a16="http://schemas.microsoft.com/office/drawing/2014/main" id="{150E8F7D-9887-D30D-4668-83F8489CC5FF}"/>
                </a:ext>
              </a:extLst>
            </p:cNvPr>
            <p:cNvSpPr>
              <a:spLocks/>
            </p:cNvSpPr>
            <p:nvPr/>
          </p:nvSpPr>
          <p:spPr>
            <a:xfrm>
              <a:off x="3274807" y="3459914"/>
              <a:ext cx="720000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booking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charge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1387" name="직사각형 1386">
              <a:extLst>
                <a:ext uri="{FF2B5EF4-FFF2-40B4-BE49-F238E27FC236}">
                  <a16:creationId xmlns:a16="http://schemas.microsoft.com/office/drawing/2014/main" id="{36D14917-EFA7-10DE-6192-C4118A1FD04A}"/>
                </a:ext>
              </a:extLst>
            </p:cNvPr>
            <p:cNvSpPr>
              <a:spLocks/>
            </p:cNvSpPr>
            <p:nvPr/>
          </p:nvSpPr>
          <p:spPr>
            <a:xfrm>
              <a:off x="3274807" y="1979784"/>
              <a:ext cx="720000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payment</a:t>
              </a:r>
            </a:p>
            <a:p>
              <a:pPr algn="ctr"/>
              <a:r>
                <a:rPr lang="en-US" altLang="ko-KR" sz="9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allocation</a:t>
              </a:r>
              <a:endParaRPr lang="ko-KR" altLang="en-US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1388" name="직사각형 1387">
              <a:extLst>
                <a:ext uri="{FF2B5EF4-FFF2-40B4-BE49-F238E27FC236}">
                  <a16:creationId xmlns:a16="http://schemas.microsoft.com/office/drawing/2014/main" id="{8AD7FB12-EB00-9530-01F4-BBC200184B04}"/>
                </a:ext>
              </a:extLst>
            </p:cNvPr>
            <p:cNvSpPr>
              <a:spLocks/>
            </p:cNvSpPr>
            <p:nvPr/>
          </p:nvSpPr>
          <p:spPr>
            <a:xfrm>
              <a:off x="3274807" y="1081643"/>
              <a:ext cx="720000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refund</a:t>
              </a:r>
            </a:p>
            <a:p>
              <a:pPr algn="ctr"/>
              <a:r>
                <a:rPr lang="en-US" altLang="ko-KR" sz="9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allocation</a:t>
              </a:r>
              <a:endParaRPr lang="ko-KR" altLang="en-US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1392" name="직선 연결선[R] 1391">
              <a:extLst>
                <a:ext uri="{FF2B5EF4-FFF2-40B4-BE49-F238E27FC236}">
                  <a16:creationId xmlns:a16="http://schemas.microsoft.com/office/drawing/2014/main" id="{15BA6E61-64F2-9458-D774-75E9845FF9BB}"/>
                </a:ext>
              </a:extLst>
            </p:cNvPr>
            <p:cNvCxnSpPr>
              <a:cxnSpLocks/>
              <a:stCxn id="942" idx="1"/>
              <a:endCxn id="1388" idx="3"/>
            </p:cNvCxnSpPr>
            <p:nvPr/>
          </p:nvCxnSpPr>
          <p:spPr>
            <a:xfrm flipH="1">
              <a:off x="3994807" y="1294738"/>
              <a:ext cx="645803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5" name="직선 연결선[R] 1394">
              <a:extLst>
                <a:ext uri="{FF2B5EF4-FFF2-40B4-BE49-F238E27FC236}">
                  <a16:creationId xmlns:a16="http://schemas.microsoft.com/office/drawing/2014/main" id="{D7566288-6843-3E91-47B2-BB2C38D6F982}"/>
                </a:ext>
              </a:extLst>
            </p:cNvPr>
            <p:cNvCxnSpPr>
              <a:cxnSpLocks/>
              <a:endCxn id="1386" idx="3"/>
            </p:cNvCxnSpPr>
            <p:nvPr/>
          </p:nvCxnSpPr>
          <p:spPr>
            <a:xfrm flipH="1">
              <a:off x="3994807" y="3675914"/>
              <a:ext cx="2137006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9" name="직선 연결선[R] 1398">
              <a:extLst>
                <a:ext uri="{FF2B5EF4-FFF2-40B4-BE49-F238E27FC236}">
                  <a16:creationId xmlns:a16="http://schemas.microsoft.com/office/drawing/2014/main" id="{CD52FAD8-E69A-34C7-8187-2C3225FB1C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28193" y="3474119"/>
              <a:ext cx="0" cy="20835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04" name="그룹 1403">
              <a:extLst>
                <a:ext uri="{FF2B5EF4-FFF2-40B4-BE49-F238E27FC236}">
                  <a16:creationId xmlns:a16="http://schemas.microsoft.com/office/drawing/2014/main" id="{9D9366C1-8892-138D-CA3C-CF434B3BE2D6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3999059" y="3621979"/>
              <a:ext cx="57088" cy="108000"/>
              <a:chOff x="7604467" y="2108611"/>
              <a:chExt cx="122239" cy="239471"/>
            </a:xfrm>
          </p:grpSpPr>
          <p:grpSp>
            <p:nvGrpSpPr>
              <p:cNvPr id="1405" name="그룹 1404">
                <a:extLst>
                  <a:ext uri="{FF2B5EF4-FFF2-40B4-BE49-F238E27FC236}">
                    <a16:creationId xmlns:a16="http://schemas.microsoft.com/office/drawing/2014/main" id="{B323A128-66F4-1140-997C-3F3967FD2BF3}"/>
                  </a:ext>
                </a:extLst>
              </p:cNvPr>
              <p:cNvGrpSpPr/>
              <p:nvPr/>
            </p:nvGrpSpPr>
            <p:grpSpPr>
              <a:xfrm>
                <a:off x="7604467" y="2111281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407" name="직선 연결선 359">
                  <a:extLst>
                    <a:ext uri="{FF2B5EF4-FFF2-40B4-BE49-F238E27FC236}">
                      <a16:creationId xmlns:a16="http://schemas.microsoft.com/office/drawing/2014/main" id="{482FB124-81CC-48EC-F674-20FF7B76524F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08" name="직선 연결선 360">
                  <a:extLst>
                    <a:ext uri="{FF2B5EF4-FFF2-40B4-BE49-F238E27FC236}">
                      <a16:creationId xmlns:a16="http://schemas.microsoft.com/office/drawing/2014/main" id="{7181703E-B058-DE91-4FFE-AFC2F07FBF41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09" name="직선 연결선 361">
                  <a:extLst>
                    <a:ext uri="{FF2B5EF4-FFF2-40B4-BE49-F238E27FC236}">
                      <a16:creationId xmlns:a16="http://schemas.microsoft.com/office/drawing/2014/main" id="{80AA60A0-8C73-249A-667A-4AF48187AEA7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406" name="직선 연결선 363">
                <a:extLst>
                  <a:ext uri="{FF2B5EF4-FFF2-40B4-BE49-F238E27FC236}">
                    <a16:creationId xmlns:a16="http://schemas.microsoft.com/office/drawing/2014/main" id="{3DD7195D-7671-8312-2CD4-754288CEB942}"/>
                  </a:ext>
                </a:extLst>
              </p:cNvPr>
              <p:cNvCxnSpPr/>
              <p:nvPr/>
            </p:nvCxnSpPr>
            <p:spPr>
              <a:xfrm>
                <a:off x="7604467" y="2108611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10" name="직선 연결선 351">
              <a:extLst>
                <a:ext uri="{FF2B5EF4-FFF2-40B4-BE49-F238E27FC236}">
                  <a16:creationId xmlns:a16="http://schemas.microsoft.com/office/drawing/2014/main" id="{9E33D84A-0B5A-0EEB-9E63-3B8BE9DE3B5C}"/>
                </a:ext>
              </a:extLst>
            </p:cNvPr>
            <p:cNvCxnSpPr>
              <a:cxnSpLocks/>
            </p:cNvCxnSpPr>
            <p:nvPr/>
          </p:nvCxnSpPr>
          <p:spPr>
            <a:xfrm>
              <a:off x="6077813" y="3545937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11" name="직선 연결선[R] 1410">
              <a:extLst>
                <a:ext uri="{FF2B5EF4-FFF2-40B4-BE49-F238E27FC236}">
                  <a16:creationId xmlns:a16="http://schemas.microsoft.com/office/drawing/2014/main" id="{32A9473A-9995-14DA-54FA-7F1DBEC0A2C9}"/>
                </a:ext>
              </a:extLst>
            </p:cNvPr>
            <p:cNvCxnSpPr>
              <a:cxnSpLocks/>
              <a:endCxn id="1387" idx="3"/>
            </p:cNvCxnSpPr>
            <p:nvPr/>
          </p:nvCxnSpPr>
          <p:spPr>
            <a:xfrm flipH="1">
              <a:off x="3994807" y="2195784"/>
              <a:ext cx="744379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4" name="직선 연결선[R] 1413">
              <a:extLst>
                <a:ext uri="{FF2B5EF4-FFF2-40B4-BE49-F238E27FC236}">
                  <a16:creationId xmlns:a16="http://schemas.microsoft.com/office/drawing/2014/main" id="{1893617E-F264-6AE3-8F12-6ECAC922E1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38038" y="2197029"/>
              <a:ext cx="0" cy="291575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16" name="그룹 1415">
              <a:extLst>
                <a:ext uri="{FF2B5EF4-FFF2-40B4-BE49-F238E27FC236}">
                  <a16:creationId xmlns:a16="http://schemas.microsoft.com/office/drawing/2014/main" id="{08B4C723-6D19-A21B-EDB8-CB217A0DB752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3994807" y="2140738"/>
              <a:ext cx="148067" cy="108000"/>
              <a:chOff x="7409659" y="2902132"/>
              <a:chExt cx="317047" cy="239471"/>
            </a:xfrm>
          </p:grpSpPr>
          <p:grpSp>
            <p:nvGrpSpPr>
              <p:cNvPr id="1417" name="그룹 1416">
                <a:extLst>
                  <a:ext uri="{FF2B5EF4-FFF2-40B4-BE49-F238E27FC236}">
                    <a16:creationId xmlns:a16="http://schemas.microsoft.com/office/drawing/2014/main" id="{AA67BB6C-5C26-8B7E-25DE-2B80FD292C99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420" name="직선 연결선 322">
                  <a:extLst>
                    <a:ext uri="{FF2B5EF4-FFF2-40B4-BE49-F238E27FC236}">
                      <a16:creationId xmlns:a16="http://schemas.microsoft.com/office/drawing/2014/main" id="{40828C14-D340-EF91-3BD7-E277B2619D5C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21" name="직선 연결선 323">
                  <a:extLst>
                    <a:ext uri="{FF2B5EF4-FFF2-40B4-BE49-F238E27FC236}">
                      <a16:creationId xmlns:a16="http://schemas.microsoft.com/office/drawing/2014/main" id="{D943081F-D33B-29FD-8F3A-ED1FFBC86368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22" name="직선 연결선 324">
                  <a:extLst>
                    <a:ext uri="{FF2B5EF4-FFF2-40B4-BE49-F238E27FC236}">
                      <a16:creationId xmlns:a16="http://schemas.microsoft.com/office/drawing/2014/main" id="{52AC0001-5E73-47DF-F43E-4F4A08D2DCD3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418" name="직선 연결선 326">
                <a:extLst>
                  <a:ext uri="{FF2B5EF4-FFF2-40B4-BE49-F238E27FC236}">
                    <a16:creationId xmlns:a16="http://schemas.microsoft.com/office/drawing/2014/main" id="{E253CA17-1963-7BC8-8A0E-0A23D718CB10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19" name="타원 1418">
                <a:extLst>
                  <a:ext uri="{FF2B5EF4-FFF2-40B4-BE49-F238E27FC236}">
                    <a16:creationId xmlns:a16="http://schemas.microsoft.com/office/drawing/2014/main" id="{5898DD87-FF32-6D30-429F-3B7BC8B32113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cxnSp>
          <p:nvCxnSpPr>
            <p:cNvPr id="1423" name="직선 연결선 351">
              <a:extLst>
                <a:ext uri="{FF2B5EF4-FFF2-40B4-BE49-F238E27FC236}">
                  <a16:creationId xmlns:a16="http://schemas.microsoft.com/office/drawing/2014/main" id="{9FBEAD0F-8820-5626-8938-50AFD6C3CFC2}"/>
                </a:ext>
              </a:extLst>
            </p:cNvPr>
            <p:cNvCxnSpPr>
              <a:cxnSpLocks/>
            </p:cNvCxnSpPr>
            <p:nvPr/>
          </p:nvCxnSpPr>
          <p:spPr>
            <a:xfrm>
              <a:off x="4685644" y="2426610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24" name="직선 연결선 351">
              <a:extLst>
                <a:ext uri="{FF2B5EF4-FFF2-40B4-BE49-F238E27FC236}">
                  <a16:creationId xmlns:a16="http://schemas.microsoft.com/office/drawing/2014/main" id="{1D25E906-2048-3022-6FA3-0BC4D171B1E6}"/>
                </a:ext>
              </a:extLst>
            </p:cNvPr>
            <p:cNvCxnSpPr>
              <a:cxnSpLocks/>
            </p:cNvCxnSpPr>
            <p:nvPr/>
          </p:nvCxnSpPr>
          <p:spPr>
            <a:xfrm>
              <a:off x="4587432" y="1241408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425" name="그룹 1424">
              <a:extLst>
                <a:ext uri="{FF2B5EF4-FFF2-40B4-BE49-F238E27FC236}">
                  <a16:creationId xmlns:a16="http://schemas.microsoft.com/office/drawing/2014/main" id="{934FADC2-557F-D7E3-B7E1-1AD9C9185DB2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3994807" y="1244433"/>
              <a:ext cx="148067" cy="108000"/>
              <a:chOff x="7409659" y="2902132"/>
              <a:chExt cx="317047" cy="239471"/>
            </a:xfrm>
          </p:grpSpPr>
          <p:grpSp>
            <p:nvGrpSpPr>
              <p:cNvPr id="1426" name="그룹 1425">
                <a:extLst>
                  <a:ext uri="{FF2B5EF4-FFF2-40B4-BE49-F238E27FC236}">
                    <a16:creationId xmlns:a16="http://schemas.microsoft.com/office/drawing/2014/main" id="{18FF834E-4E36-C785-5E58-6FC78CD03E5A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429" name="직선 연결선 322">
                  <a:extLst>
                    <a:ext uri="{FF2B5EF4-FFF2-40B4-BE49-F238E27FC236}">
                      <a16:creationId xmlns:a16="http://schemas.microsoft.com/office/drawing/2014/main" id="{32FDDDC2-B90A-F6D0-D1A2-2C318514C689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30" name="직선 연결선 323">
                  <a:extLst>
                    <a:ext uri="{FF2B5EF4-FFF2-40B4-BE49-F238E27FC236}">
                      <a16:creationId xmlns:a16="http://schemas.microsoft.com/office/drawing/2014/main" id="{0BA8A749-AF3E-186E-677B-552D10ECDFF8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31" name="직선 연결선 324">
                  <a:extLst>
                    <a:ext uri="{FF2B5EF4-FFF2-40B4-BE49-F238E27FC236}">
                      <a16:creationId xmlns:a16="http://schemas.microsoft.com/office/drawing/2014/main" id="{61B0C729-56FE-576F-9029-F86000947885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427" name="직선 연결선 326">
                <a:extLst>
                  <a:ext uri="{FF2B5EF4-FFF2-40B4-BE49-F238E27FC236}">
                    <a16:creationId xmlns:a16="http://schemas.microsoft.com/office/drawing/2014/main" id="{0518B995-686D-FC83-BFB5-69921D7B93E5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28" name="타원 1427">
                <a:extLst>
                  <a:ext uri="{FF2B5EF4-FFF2-40B4-BE49-F238E27FC236}">
                    <a16:creationId xmlns:a16="http://schemas.microsoft.com/office/drawing/2014/main" id="{A59F5E35-DF15-9574-BFD4-AF89A311DF70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cxnSp>
          <p:nvCxnSpPr>
            <p:cNvPr id="1432" name="직선 연결선[R] 1431">
              <a:extLst>
                <a:ext uri="{FF2B5EF4-FFF2-40B4-BE49-F238E27FC236}">
                  <a16:creationId xmlns:a16="http://schemas.microsoft.com/office/drawing/2014/main" id="{07E5323E-0F3D-DDC6-B179-86835C6FF263}"/>
                </a:ext>
              </a:extLst>
            </p:cNvPr>
            <p:cNvCxnSpPr>
              <a:cxnSpLocks/>
              <a:stCxn id="1388" idx="1"/>
            </p:cNvCxnSpPr>
            <p:nvPr/>
          </p:nvCxnSpPr>
          <p:spPr>
            <a:xfrm flipH="1">
              <a:off x="2859875" y="1297643"/>
              <a:ext cx="414932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5" name="직선 연결선[R] 1434">
              <a:extLst>
                <a:ext uri="{FF2B5EF4-FFF2-40B4-BE49-F238E27FC236}">
                  <a16:creationId xmlns:a16="http://schemas.microsoft.com/office/drawing/2014/main" id="{257C348E-61CA-4C6B-B7D5-A8EEC55FD4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60487" y="1301730"/>
              <a:ext cx="0" cy="2468597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8" name="직선 연결선[R] 1437">
              <a:extLst>
                <a:ext uri="{FF2B5EF4-FFF2-40B4-BE49-F238E27FC236}">
                  <a16:creationId xmlns:a16="http://schemas.microsoft.com/office/drawing/2014/main" id="{4B850B90-1350-2CCA-06E9-D35485A61E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9875" y="3769699"/>
              <a:ext cx="414932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41" name="그룹 1440">
              <a:extLst>
                <a:ext uri="{FF2B5EF4-FFF2-40B4-BE49-F238E27FC236}">
                  <a16:creationId xmlns:a16="http://schemas.microsoft.com/office/drawing/2014/main" id="{85DE623F-89EF-2D0B-CB97-CD7F86B4597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126740" y="1241408"/>
              <a:ext cx="148067" cy="108000"/>
              <a:chOff x="7409659" y="2902132"/>
              <a:chExt cx="317047" cy="239471"/>
            </a:xfrm>
          </p:grpSpPr>
          <p:grpSp>
            <p:nvGrpSpPr>
              <p:cNvPr id="1442" name="그룹 1441">
                <a:extLst>
                  <a:ext uri="{FF2B5EF4-FFF2-40B4-BE49-F238E27FC236}">
                    <a16:creationId xmlns:a16="http://schemas.microsoft.com/office/drawing/2014/main" id="{BED7130C-67EF-F689-9386-FB4B4C0A3644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445" name="직선 연결선 322">
                  <a:extLst>
                    <a:ext uri="{FF2B5EF4-FFF2-40B4-BE49-F238E27FC236}">
                      <a16:creationId xmlns:a16="http://schemas.microsoft.com/office/drawing/2014/main" id="{C32FCD1D-9FFE-65AA-BD65-A042CE25B641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46" name="직선 연결선 323">
                  <a:extLst>
                    <a:ext uri="{FF2B5EF4-FFF2-40B4-BE49-F238E27FC236}">
                      <a16:creationId xmlns:a16="http://schemas.microsoft.com/office/drawing/2014/main" id="{E973F2DA-E1B5-3030-78A5-77EBF54EC68E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47" name="직선 연결선 324">
                  <a:extLst>
                    <a:ext uri="{FF2B5EF4-FFF2-40B4-BE49-F238E27FC236}">
                      <a16:creationId xmlns:a16="http://schemas.microsoft.com/office/drawing/2014/main" id="{69E2ADE6-D81B-D069-CE6B-ABD43DACDF92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443" name="직선 연결선 326">
                <a:extLst>
                  <a:ext uri="{FF2B5EF4-FFF2-40B4-BE49-F238E27FC236}">
                    <a16:creationId xmlns:a16="http://schemas.microsoft.com/office/drawing/2014/main" id="{3795410B-C16A-4E12-11A3-56BA2ECDB152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44" name="타원 1443">
                <a:extLst>
                  <a:ext uri="{FF2B5EF4-FFF2-40B4-BE49-F238E27FC236}">
                    <a16:creationId xmlns:a16="http://schemas.microsoft.com/office/drawing/2014/main" id="{F549FB91-8BE4-7659-9757-F43AC22DDAC6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cxnSp>
          <p:nvCxnSpPr>
            <p:cNvPr id="1448" name="직선 연결선 351">
              <a:extLst>
                <a:ext uri="{FF2B5EF4-FFF2-40B4-BE49-F238E27FC236}">
                  <a16:creationId xmlns:a16="http://schemas.microsoft.com/office/drawing/2014/main" id="{FC2DA98A-C3FE-6CD8-1EA0-69016B843277}"/>
                </a:ext>
              </a:extLst>
            </p:cNvPr>
            <p:cNvCxnSpPr>
              <a:cxnSpLocks/>
            </p:cNvCxnSpPr>
            <p:nvPr/>
          </p:nvCxnSpPr>
          <p:spPr>
            <a:xfrm>
              <a:off x="3215271" y="3725852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49" name="직선 연결선[R] 1448">
              <a:extLst>
                <a:ext uri="{FF2B5EF4-FFF2-40B4-BE49-F238E27FC236}">
                  <a16:creationId xmlns:a16="http://schemas.microsoft.com/office/drawing/2014/main" id="{F76BD878-1343-23D8-F845-744523AE6B26}"/>
                </a:ext>
              </a:extLst>
            </p:cNvPr>
            <p:cNvCxnSpPr>
              <a:cxnSpLocks/>
              <a:stCxn id="1387" idx="0"/>
              <a:endCxn id="1388" idx="2"/>
            </p:cNvCxnSpPr>
            <p:nvPr/>
          </p:nvCxnSpPr>
          <p:spPr>
            <a:xfrm flipV="1">
              <a:off x="3634807" y="1513643"/>
              <a:ext cx="0" cy="466141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52" name="그룹 1451">
              <a:extLst>
                <a:ext uri="{FF2B5EF4-FFF2-40B4-BE49-F238E27FC236}">
                  <a16:creationId xmlns:a16="http://schemas.microsoft.com/office/drawing/2014/main" id="{09E4676E-B3CC-6E54-63FA-646E9B6CDA37}"/>
                </a:ext>
              </a:extLst>
            </p:cNvPr>
            <p:cNvGrpSpPr>
              <a:grpSpLocks noChangeAspect="1"/>
            </p:cNvGrpSpPr>
            <p:nvPr/>
          </p:nvGrpSpPr>
          <p:grpSpPr>
            <a:xfrm rot="16200000">
              <a:off x="3560774" y="1537784"/>
              <a:ext cx="148067" cy="108000"/>
              <a:chOff x="7409659" y="2902132"/>
              <a:chExt cx="317047" cy="239471"/>
            </a:xfrm>
          </p:grpSpPr>
          <p:grpSp>
            <p:nvGrpSpPr>
              <p:cNvPr id="1453" name="그룹 1452">
                <a:extLst>
                  <a:ext uri="{FF2B5EF4-FFF2-40B4-BE49-F238E27FC236}">
                    <a16:creationId xmlns:a16="http://schemas.microsoft.com/office/drawing/2014/main" id="{70609167-BCE8-978B-2CEB-F0658F1761D7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456" name="직선 연결선 322">
                  <a:extLst>
                    <a:ext uri="{FF2B5EF4-FFF2-40B4-BE49-F238E27FC236}">
                      <a16:creationId xmlns:a16="http://schemas.microsoft.com/office/drawing/2014/main" id="{3A16EFE6-46A3-AC15-0CC8-5876DBE5A9FE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57" name="직선 연결선 323">
                  <a:extLst>
                    <a:ext uri="{FF2B5EF4-FFF2-40B4-BE49-F238E27FC236}">
                      <a16:creationId xmlns:a16="http://schemas.microsoft.com/office/drawing/2014/main" id="{C34121DA-190D-ABCA-61A8-751F3B4013F5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58" name="직선 연결선 324">
                  <a:extLst>
                    <a:ext uri="{FF2B5EF4-FFF2-40B4-BE49-F238E27FC236}">
                      <a16:creationId xmlns:a16="http://schemas.microsoft.com/office/drawing/2014/main" id="{91F56BA6-0327-DD99-7BCB-E6D9928934DB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454" name="직선 연결선 326">
                <a:extLst>
                  <a:ext uri="{FF2B5EF4-FFF2-40B4-BE49-F238E27FC236}">
                    <a16:creationId xmlns:a16="http://schemas.microsoft.com/office/drawing/2014/main" id="{1656E2D6-6829-D338-132E-7544D36A2E64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55" name="타원 1454">
                <a:extLst>
                  <a:ext uri="{FF2B5EF4-FFF2-40B4-BE49-F238E27FC236}">
                    <a16:creationId xmlns:a16="http://schemas.microsoft.com/office/drawing/2014/main" id="{E973B338-BC99-35F8-F1E1-459D5C6E6FDB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702" name="그룹 1701">
              <a:extLst>
                <a:ext uri="{FF2B5EF4-FFF2-40B4-BE49-F238E27FC236}">
                  <a16:creationId xmlns:a16="http://schemas.microsoft.com/office/drawing/2014/main" id="{FF1C1B2B-CFE8-925F-5FF3-4622EF78C8C6}"/>
                </a:ext>
              </a:extLst>
            </p:cNvPr>
            <p:cNvGrpSpPr>
              <a:grpSpLocks noChangeAspect="1"/>
            </p:cNvGrpSpPr>
            <p:nvPr/>
          </p:nvGrpSpPr>
          <p:grpSpPr>
            <a:xfrm rot="16200000">
              <a:off x="4927457" y="3485532"/>
              <a:ext cx="148067" cy="108000"/>
              <a:chOff x="7409659" y="2902132"/>
              <a:chExt cx="317047" cy="239471"/>
            </a:xfrm>
          </p:grpSpPr>
          <p:grpSp>
            <p:nvGrpSpPr>
              <p:cNvPr id="1703" name="그룹 1702">
                <a:extLst>
                  <a:ext uri="{FF2B5EF4-FFF2-40B4-BE49-F238E27FC236}">
                    <a16:creationId xmlns:a16="http://schemas.microsoft.com/office/drawing/2014/main" id="{93CEA7C3-BFE5-A622-D757-38375842BDD5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706" name="직선 연결선 322">
                  <a:extLst>
                    <a:ext uri="{FF2B5EF4-FFF2-40B4-BE49-F238E27FC236}">
                      <a16:creationId xmlns:a16="http://schemas.microsoft.com/office/drawing/2014/main" id="{A77E5E18-6DC0-6827-7465-45B98E6D802E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07" name="직선 연결선 323">
                  <a:extLst>
                    <a:ext uri="{FF2B5EF4-FFF2-40B4-BE49-F238E27FC236}">
                      <a16:creationId xmlns:a16="http://schemas.microsoft.com/office/drawing/2014/main" id="{4EE66EF9-A90E-B367-0ACF-B33BC84B07BE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08" name="직선 연결선 324">
                  <a:extLst>
                    <a:ext uri="{FF2B5EF4-FFF2-40B4-BE49-F238E27FC236}">
                      <a16:creationId xmlns:a16="http://schemas.microsoft.com/office/drawing/2014/main" id="{35493372-F00A-DA32-8912-992E4F1E208D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04" name="직선 연결선 326">
                <a:extLst>
                  <a:ext uri="{FF2B5EF4-FFF2-40B4-BE49-F238E27FC236}">
                    <a16:creationId xmlns:a16="http://schemas.microsoft.com/office/drawing/2014/main" id="{F53FB890-1D08-DC90-B22F-C8005B22C2DD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05" name="타원 1704">
                <a:extLst>
                  <a:ext uri="{FF2B5EF4-FFF2-40B4-BE49-F238E27FC236}">
                    <a16:creationId xmlns:a16="http://schemas.microsoft.com/office/drawing/2014/main" id="{54C68BE6-1510-810D-977D-CFBF44B887D7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709" name="그룹 1708">
              <a:extLst>
                <a:ext uri="{FF2B5EF4-FFF2-40B4-BE49-F238E27FC236}">
                  <a16:creationId xmlns:a16="http://schemas.microsoft.com/office/drawing/2014/main" id="{F88EF38E-98FF-BCB0-06DA-F40A36F70749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5354673" y="3196469"/>
              <a:ext cx="148067" cy="108000"/>
              <a:chOff x="7409659" y="2902132"/>
              <a:chExt cx="317047" cy="239471"/>
            </a:xfrm>
          </p:grpSpPr>
          <p:grpSp>
            <p:nvGrpSpPr>
              <p:cNvPr id="1710" name="그룹 1709">
                <a:extLst>
                  <a:ext uri="{FF2B5EF4-FFF2-40B4-BE49-F238E27FC236}">
                    <a16:creationId xmlns:a16="http://schemas.microsoft.com/office/drawing/2014/main" id="{DB8BE0E3-C211-6957-421C-BC7EC882D83E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713" name="직선 연결선 322">
                  <a:extLst>
                    <a:ext uri="{FF2B5EF4-FFF2-40B4-BE49-F238E27FC236}">
                      <a16:creationId xmlns:a16="http://schemas.microsoft.com/office/drawing/2014/main" id="{1895D517-8616-8B19-2FAB-7157C40C3CC2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14" name="직선 연결선 323">
                  <a:extLst>
                    <a:ext uri="{FF2B5EF4-FFF2-40B4-BE49-F238E27FC236}">
                      <a16:creationId xmlns:a16="http://schemas.microsoft.com/office/drawing/2014/main" id="{99E2A59A-2DF8-A5E5-CED9-02D3DCE42BBC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15" name="직선 연결선 324">
                  <a:extLst>
                    <a:ext uri="{FF2B5EF4-FFF2-40B4-BE49-F238E27FC236}">
                      <a16:creationId xmlns:a16="http://schemas.microsoft.com/office/drawing/2014/main" id="{5E7A5304-40A6-478C-0E93-8083D234800E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11" name="직선 연결선 326">
                <a:extLst>
                  <a:ext uri="{FF2B5EF4-FFF2-40B4-BE49-F238E27FC236}">
                    <a16:creationId xmlns:a16="http://schemas.microsoft.com/office/drawing/2014/main" id="{9002EDEC-5E7A-BD27-032A-ADD762E9EC3C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12" name="타원 1711">
                <a:extLst>
                  <a:ext uri="{FF2B5EF4-FFF2-40B4-BE49-F238E27FC236}">
                    <a16:creationId xmlns:a16="http://schemas.microsoft.com/office/drawing/2014/main" id="{EE583A01-926E-566C-7BF6-14D3F4C4074D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716" name="그룹 1715">
              <a:extLst>
                <a:ext uri="{FF2B5EF4-FFF2-40B4-BE49-F238E27FC236}">
                  <a16:creationId xmlns:a16="http://schemas.microsoft.com/office/drawing/2014/main" id="{726941D2-5BEF-F80B-DD24-2352D49445D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486606" y="2641462"/>
              <a:ext cx="148067" cy="108000"/>
              <a:chOff x="7409659" y="2902132"/>
              <a:chExt cx="317047" cy="239471"/>
            </a:xfrm>
          </p:grpSpPr>
          <p:grpSp>
            <p:nvGrpSpPr>
              <p:cNvPr id="1717" name="그룹 1716">
                <a:extLst>
                  <a:ext uri="{FF2B5EF4-FFF2-40B4-BE49-F238E27FC236}">
                    <a16:creationId xmlns:a16="http://schemas.microsoft.com/office/drawing/2014/main" id="{CFACCC89-B257-99CE-F613-905132C63450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720" name="직선 연결선 322">
                  <a:extLst>
                    <a:ext uri="{FF2B5EF4-FFF2-40B4-BE49-F238E27FC236}">
                      <a16:creationId xmlns:a16="http://schemas.microsoft.com/office/drawing/2014/main" id="{208FD040-DB1B-8B12-70E6-92E5552314D2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21" name="직선 연결선 323">
                  <a:extLst>
                    <a:ext uri="{FF2B5EF4-FFF2-40B4-BE49-F238E27FC236}">
                      <a16:creationId xmlns:a16="http://schemas.microsoft.com/office/drawing/2014/main" id="{E2C4748B-5F44-3702-24A3-87A7D85E8FF3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22" name="직선 연결선 324">
                  <a:extLst>
                    <a:ext uri="{FF2B5EF4-FFF2-40B4-BE49-F238E27FC236}">
                      <a16:creationId xmlns:a16="http://schemas.microsoft.com/office/drawing/2014/main" id="{81BA5F2A-9E45-13BB-645E-C115DCD9896C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18" name="직선 연결선 326">
                <a:extLst>
                  <a:ext uri="{FF2B5EF4-FFF2-40B4-BE49-F238E27FC236}">
                    <a16:creationId xmlns:a16="http://schemas.microsoft.com/office/drawing/2014/main" id="{08F5E656-6F39-5960-7BF4-C07F2185795D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19" name="타원 1718">
                <a:extLst>
                  <a:ext uri="{FF2B5EF4-FFF2-40B4-BE49-F238E27FC236}">
                    <a16:creationId xmlns:a16="http://schemas.microsoft.com/office/drawing/2014/main" id="{A08C67A9-99E0-AC87-BCC3-02B76A44D9F2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723" name="그룹 1722">
              <a:extLst>
                <a:ext uri="{FF2B5EF4-FFF2-40B4-BE49-F238E27FC236}">
                  <a16:creationId xmlns:a16="http://schemas.microsoft.com/office/drawing/2014/main" id="{ECC7597E-D8D7-3C35-1154-D8813DA0E1A2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5354673" y="2652450"/>
              <a:ext cx="148067" cy="108000"/>
              <a:chOff x="7409659" y="2902132"/>
              <a:chExt cx="317047" cy="239471"/>
            </a:xfrm>
          </p:grpSpPr>
          <p:grpSp>
            <p:nvGrpSpPr>
              <p:cNvPr id="1724" name="그룹 1723">
                <a:extLst>
                  <a:ext uri="{FF2B5EF4-FFF2-40B4-BE49-F238E27FC236}">
                    <a16:creationId xmlns:a16="http://schemas.microsoft.com/office/drawing/2014/main" id="{AD35FC1F-2739-B50E-C878-8A655392D0F2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727" name="직선 연결선 322">
                  <a:extLst>
                    <a:ext uri="{FF2B5EF4-FFF2-40B4-BE49-F238E27FC236}">
                      <a16:creationId xmlns:a16="http://schemas.microsoft.com/office/drawing/2014/main" id="{9DCBE6B1-31A1-AB54-399D-D602F1E6CB27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28" name="직선 연결선 323">
                  <a:extLst>
                    <a:ext uri="{FF2B5EF4-FFF2-40B4-BE49-F238E27FC236}">
                      <a16:creationId xmlns:a16="http://schemas.microsoft.com/office/drawing/2014/main" id="{75093D3B-52BC-8421-CA9C-7443138A81E4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29" name="직선 연결선 324">
                  <a:extLst>
                    <a:ext uri="{FF2B5EF4-FFF2-40B4-BE49-F238E27FC236}">
                      <a16:creationId xmlns:a16="http://schemas.microsoft.com/office/drawing/2014/main" id="{13BE94B5-12D4-9F9A-C75A-C12B8A3ED8D4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25" name="직선 연결선 326">
                <a:extLst>
                  <a:ext uri="{FF2B5EF4-FFF2-40B4-BE49-F238E27FC236}">
                    <a16:creationId xmlns:a16="http://schemas.microsoft.com/office/drawing/2014/main" id="{48F36825-4749-79B9-D64F-1D30440FAD16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26" name="타원 1725">
                <a:extLst>
                  <a:ext uri="{FF2B5EF4-FFF2-40B4-BE49-F238E27FC236}">
                    <a16:creationId xmlns:a16="http://schemas.microsoft.com/office/drawing/2014/main" id="{9AFF60BA-9E17-5FD9-3661-0A09A0A10245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cxnSp>
          <p:nvCxnSpPr>
            <p:cNvPr id="1732" name="직선 연결선[R] 1731">
              <a:extLst>
                <a:ext uri="{FF2B5EF4-FFF2-40B4-BE49-F238E27FC236}">
                  <a16:creationId xmlns:a16="http://schemas.microsoft.com/office/drawing/2014/main" id="{B243D931-1628-244B-051D-D29F723ED41B}"/>
                </a:ext>
              </a:extLst>
            </p:cNvPr>
            <p:cNvCxnSpPr>
              <a:cxnSpLocks/>
              <a:stCxn id="1387" idx="1"/>
            </p:cNvCxnSpPr>
            <p:nvPr/>
          </p:nvCxnSpPr>
          <p:spPr>
            <a:xfrm flipH="1">
              <a:off x="3006414" y="2195784"/>
              <a:ext cx="268393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7" name="직선 연결선[R] 1736">
              <a:extLst>
                <a:ext uri="{FF2B5EF4-FFF2-40B4-BE49-F238E27FC236}">
                  <a16:creationId xmlns:a16="http://schemas.microsoft.com/office/drawing/2014/main" id="{B1F83BB3-A3BB-AFE6-630E-F62DEDE3CC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06414" y="3614276"/>
              <a:ext cx="268393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8" name="직선 연결선[R] 1737">
              <a:extLst>
                <a:ext uri="{FF2B5EF4-FFF2-40B4-BE49-F238E27FC236}">
                  <a16:creationId xmlns:a16="http://schemas.microsoft.com/office/drawing/2014/main" id="{F3E95F94-383D-1055-541E-18AC3E3C3E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2887" y="2199434"/>
              <a:ext cx="0" cy="1418493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41" name="그룹 1740">
              <a:extLst>
                <a:ext uri="{FF2B5EF4-FFF2-40B4-BE49-F238E27FC236}">
                  <a16:creationId xmlns:a16="http://schemas.microsoft.com/office/drawing/2014/main" id="{942001A0-EAFC-5C37-A05F-7C9E9B8AB96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126740" y="2146396"/>
              <a:ext cx="148067" cy="108000"/>
              <a:chOff x="7409659" y="2902132"/>
              <a:chExt cx="317047" cy="239471"/>
            </a:xfrm>
          </p:grpSpPr>
          <p:grpSp>
            <p:nvGrpSpPr>
              <p:cNvPr id="1742" name="그룹 1741">
                <a:extLst>
                  <a:ext uri="{FF2B5EF4-FFF2-40B4-BE49-F238E27FC236}">
                    <a16:creationId xmlns:a16="http://schemas.microsoft.com/office/drawing/2014/main" id="{FD8F6C3C-61CD-77D9-03A5-FE3114363847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745" name="직선 연결선 322">
                  <a:extLst>
                    <a:ext uri="{FF2B5EF4-FFF2-40B4-BE49-F238E27FC236}">
                      <a16:creationId xmlns:a16="http://schemas.microsoft.com/office/drawing/2014/main" id="{45C47373-C369-3E89-6563-A067334F92AE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46" name="직선 연결선 323">
                  <a:extLst>
                    <a:ext uri="{FF2B5EF4-FFF2-40B4-BE49-F238E27FC236}">
                      <a16:creationId xmlns:a16="http://schemas.microsoft.com/office/drawing/2014/main" id="{4393E273-648F-1C2C-28F9-3CAC253788A2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47" name="직선 연결선 324">
                  <a:extLst>
                    <a:ext uri="{FF2B5EF4-FFF2-40B4-BE49-F238E27FC236}">
                      <a16:creationId xmlns:a16="http://schemas.microsoft.com/office/drawing/2014/main" id="{4AF4F97A-E741-038B-5E8D-69F78D9EF3D8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43" name="직선 연결선 326">
                <a:extLst>
                  <a:ext uri="{FF2B5EF4-FFF2-40B4-BE49-F238E27FC236}">
                    <a16:creationId xmlns:a16="http://schemas.microsoft.com/office/drawing/2014/main" id="{301D6DF9-9A28-D89A-0374-9BDF5CA7DF3A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44" name="타원 1743">
                <a:extLst>
                  <a:ext uri="{FF2B5EF4-FFF2-40B4-BE49-F238E27FC236}">
                    <a16:creationId xmlns:a16="http://schemas.microsoft.com/office/drawing/2014/main" id="{D38DB682-0439-F190-CD9E-7D6E1C2F0CF2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cxnSp>
          <p:nvCxnSpPr>
            <p:cNvPr id="1748" name="직선 연결선 351">
              <a:extLst>
                <a:ext uri="{FF2B5EF4-FFF2-40B4-BE49-F238E27FC236}">
                  <a16:creationId xmlns:a16="http://schemas.microsoft.com/office/drawing/2014/main" id="{08B5363A-48BC-3518-2371-D78EC340497B}"/>
                </a:ext>
              </a:extLst>
            </p:cNvPr>
            <p:cNvCxnSpPr>
              <a:cxnSpLocks/>
            </p:cNvCxnSpPr>
            <p:nvPr/>
          </p:nvCxnSpPr>
          <p:spPr>
            <a:xfrm>
              <a:off x="3209410" y="3561729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749" name="그룹 1748">
              <a:extLst>
                <a:ext uri="{FF2B5EF4-FFF2-40B4-BE49-F238E27FC236}">
                  <a16:creationId xmlns:a16="http://schemas.microsoft.com/office/drawing/2014/main" id="{0326A037-BD23-4B85-56A2-CE71107A9AC8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5354673" y="1237849"/>
              <a:ext cx="148067" cy="108000"/>
              <a:chOff x="7409659" y="2902132"/>
              <a:chExt cx="317047" cy="239471"/>
            </a:xfrm>
          </p:grpSpPr>
          <p:grpSp>
            <p:nvGrpSpPr>
              <p:cNvPr id="1750" name="그룹 1749">
                <a:extLst>
                  <a:ext uri="{FF2B5EF4-FFF2-40B4-BE49-F238E27FC236}">
                    <a16:creationId xmlns:a16="http://schemas.microsoft.com/office/drawing/2014/main" id="{B818B15F-7523-B54B-18C8-B3760B491F74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753" name="직선 연결선 322">
                  <a:extLst>
                    <a:ext uri="{FF2B5EF4-FFF2-40B4-BE49-F238E27FC236}">
                      <a16:creationId xmlns:a16="http://schemas.microsoft.com/office/drawing/2014/main" id="{96322F3F-AD2C-8BE7-6525-714AF961177B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54" name="직선 연결선 323">
                  <a:extLst>
                    <a:ext uri="{FF2B5EF4-FFF2-40B4-BE49-F238E27FC236}">
                      <a16:creationId xmlns:a16="http://schemas.microsoft.com/office/drawing/2014/main" id="{8D00FBE6-68CD-BAF4-D253-D656CCE30FBD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55" name="직선 연결선 324">
                  <a:extLst>
                    <a:ext uri="{FF2B5EF4-FFF2-40B4-BE49-F238E27FC236}">
                      <a16:creationId xmlns:a16="http://schemas.microsoft.com/office/drawing/2014/main" id="{1C238907-5409-2CCB-BE10-B5505CA9055E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51" name="직선 연결선 326">
                <a:extLst>
                  <a:ext uri="{FF2B5EF4-FFF2-40B4-BE49-F238E27FC236}">
                    <a16:creationId xmlns:a16="http://schemas.microsoft.com/office/drawing/2014/main" id="{24D54475-AE49-1BC3-A7BE-79B64DE9D540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52" name="타원 1751">
                <a:extLst>
                  <a:ext uri="{FF2B5EF4-FFF2-40B4-BE49-F238E27FC236}">
                    <a16:creationId xmlns:a16="http://schemas.microsoft.com/office/drawing/2014/main" id="{07162E2C-C241-CD12-A724-D049A7E5D40F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756" name="그룹 1755">
              <a:extLst>
                <a:ext uri="{FF2B5EF4-FFF2-40B4-BE49-F238E27FC236}">
                  <a16:creationId xmlns:a16="http://schemas.microsoft.com/office/drawing/2014/main" id="{0D11FBBD-837C-71C1-336D-F1A3ABAEE469}"/>
                </a:ext>
              </a:extLst>
            </p:cNvPr>
            <p:cNvGrpSpPr/>
            <p:nvPr/>
          </p:nvGrpSpPr>
          <p:grpSpPr>
            <a:xfrm rot="5400000">
              <a:off x="4949183" y="2337715"/>
              <a:ext cx="90979" cy="106796"/>
              <a:chOff x="4947906" y="3396192"/>
              <a:chExt cx="90979" cy="106796"/>
            </a:xfrm>
          </p:grpSpPr>
          <p:cxnSp>
            <p:nvCxnSpPr>
              <p:cNvPr id="1757" name="직선 연결선 326">
                <a:extLst>
                  <a:ext uri="{FF2B5EF4-FFF2-40B4-BE49-F238E27FC236}">
                    <a16:creationId xmlns:a16="http://schemas.microsoft.com/office/drawing/2014/main" id="{150BFD57-6C91-3052-85E0-74F4F52D7A8A}"/>
                  </a:ext>
                </a:extLst>
              </p:cNvPr>
              <p:cNvCxnSpPr/>
              <p:nvPr/>
            </p:nvCxnSpPr>
            <p:spPr>
              <a:xfrm>
                <a:off x="5038885" y="3396192"/>
                <a:ext cx="0" cy="106796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58" name="타원 1757">
                <a:extLst>
                  <a:ext uri="{FF2B5EF4-FFF2-40B4-BE49-F238E27FC236}">
                    <a16:creationId xmlns:a16="http://schemas.microsoft.com/office/drawing/2014/main" id="{21994508-F76F-1F59-D90C-390CE080DE97}"/>
                  </a:ext>
                </a:extLst>
              </p:cNvPr>
              <p:cNvSpPr/>
              <p:nvPr/>
            </p:nvSpPr>
            <p:spPr>
              <a:xfrm>
                <a:off x="4947906" y="3406866"/>
                <a:ext cx="90978" cy="8785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759" name="그룹 1758">
              <a:extLst>
                <a:ext uri="{FF2B5EF4-FFF2-40B4-BE49-F238E27FC236}">
                  <a16:creationId xmlns:a16="http://schemas.microsoft.com/office/drawing/2014/main" id="{01D39987-74F4-EE7A-89E7-5B880A548869}"/>
                </a:ext>
              </a:extLst>
            </p:cNvPr>
            <p:cNvGrpSpPr/>
            <p:nvPr/>
          </p:nvGrpSpPr>
          <p:grpSpPr>
            <a:xfrm rot="5400000">
              <a:off x="3589317" y="1829262"/>
              <a:ext cx="90979" cy="106796"/>
              <a:chOff x="4947906" y="3396192"/>
              <a:chExt cx="90979" cy="106796"/>
            </a:xfrm>
          </p:grpSpPr>
          <p:cxnSp>
            <p:nvCxnSpPr>
              <p:cNvPr id="1760" name="직선 연결선 326">
                <a:extLst>
                  <a:ext uri="{FF2B5EF4-FFF2-40B4-BE49-F238E27FC236}">
                    <a16:creationId xmlns:a16="http://schemas.microsoft.com/office/drawing/2014/main" id="{45A86A89-DCDB-A864-643B-E82C1DEDD7B0}"/>
                  </a:ext>
                </a:extLst>
              </p:cNvPr>
              <p:cNvCxnSpPr/>
              <p:nvPr/>
            </p:nvCxnSpPr>
            <p:spPr>
              <a:xfrm>
                <a:off x="5038885" y="3396192"/>
                <a:ext cx="0" cy="106796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61" name="타원 1760">
                <a:extLst>
                  <a:ext uri="{FF2B5EF4-FFF2-40B4-BE49-F238E27FC236}">
                    <a16:creationId xmlns:a16="http://schemas.microsoft.com/office/drawing/2014/main" id="{599D1406-E562-D7AE-1455-CD4D9806A8E2}"/>
                  </a:ext>
                </a:extLst>
              </p:cNvPr>
              <p:cNvSpPr/>
              <p:nvPr/>
            </p:nvSpPr>
            <p:spPr>
              <a:xfrm>
                <a:off x="4947906" y="3406866"/>
                <a:ext cx="90978" cy="8785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781" name="그룹 1780">
              <a:extLst>
                <a:ext uri="{FF2B5EF4-FFF2-40B4-BE49-F238E27FC236}">
                  <a16:creationId xmlns:a16="http://schemas.microsoft.com/office/drawing/2014/main" id="{8CAC3FBA-B9C9-64DD-1E0E-F61E83A26053}"/>
                </a:ext>
              </a:extLst>
            </p:cNvPr>
            <p:cNvGrpSpPr>
              <a:grpSpLocks noChangeAspect="1"/>
            </p:cNvGrpSpPr>
            <p:nvPr/>
          </p:nvGrpSpPr>
          <p:grpSpPr>
            <a:xfrm rot="16200000">
              <a:off x="6518790" y="2154769"/>
              <a:ext cx="148067" cy="108000"/>
              <a:chOff x="7409659" y="2902132"/>
              <a:chExt cx="317047" cy="239471"/>
            </a:xfrm>
          </p:grpSpPr>
          <p:grpSp>
            <p:nvGrpSpPr>
              <p:cNvPr id="1782" name="그룹 1781">
                <a:extLst>
                  <a:ext uri="{FF2B5EF4-FFF2-40B4-BE49-F238E27FC236}">
                    <a16:creationId xmlns:a16="http://schemas.microsoft.com/office/drawing/2014/main" id="{7F40599A-1D9A-AFDA-9D98-8EA620726EBE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785" name="직선 연결선 322">
                  <a:extLst>
                    <a:ext uri="{FF2B5EF4-FFF2-40B4-BE49-F238E27FC236}">
                      <a16:creationId xmlns:a16="http://schemas.microsoft.com/office/drawing/2014/main" id="{E5070C53-98D0-6CC0-7017-77FD93E3184E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86" name="직선 연결선 323">
                  <a:extLst>
                    <a:ext uri="{FF2B5EF4-FFF2-40B4-BE49-F238E27FC236}">
                      <a16:creationId xmlns:a16="http://schemas.microsoft.com/office/drawing/2014/main" id="{F419AAE7-6D4C-A5B1-4572-451257AD51D7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87" name="직선 연결선 324">
                  <a:extLst>
                    <a:ext uri="{FF2B5EF4-FFF2-40B4-BE49-F238E27FC236}">
                      <a16:creationId xmlns:a16="http://schemas.microsoft.com/office/drawing/2014/main" id="{6CA974EE-8E86-A51E-ADFC-0930464C1D93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83" name="직선 연결선 326">
                <a:extLst>
                  <a:ext uri="{FF2B5EF4-FFF2-40B4-BE49-F238E27FC236}">
                    <a16:creationId xmlns:a16="http://schemas.microsoft.com/office/drawing/2014/main" id="{A50035A4-53D0-5FF6-7E04-3C7DE760C022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84" name="타원 1783">
                <a:extLst>
                  <a:ext uri="{FF2B5EF4-FFF2-40B4-BE49-F238E27FC236}">
                    <a16:creationId xmlns:a16="http://schemas.microsoft.com/office/drawing/2014/main" id="{DE311442-B580-2183-593B-7E9906BF4138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A52C560-4E37-49C7-AA3E-CF047197EAA6}"/>
                </a:ext>
              </a:extLst>
            </p:cNvPr>
            <p:cNvSpPr>
              <a:spLocks/>
            </p:cNvSpPr>
            <p:nvPr/>
          </p:nvSpPr>
          <p:spPr>
            <a:xfrm>
              <a:off x="5550749" y="3956785"/>
              <a:ext cx="720000" cy="43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hold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seat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64987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8C09A-C6A8-EFCA-959A-B27C9D464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1" name="제목 1">
            <a:extLst>
              <a:ext uri="{FF2B5EF4-FFF2-40B4-BE49-F238E27FC236}">
                <a16:creationId xmlns:a16="http://schemas.microsoft.com/office/drawing/2014/main" id="{469AAC77-3710-C063-7A54-56365BCCD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754" y="160360"/>
            <a:ext cx="496074" cy="654861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회원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94B57171-AA90-9045-5A02-E1E627FCA62B}"/>
              </a:ext>
            </a:extLst>
          </p:cNvPr>
          <p:cNvGrpSpPr/>
          <p:nvPr/>
        </p:nvGrpSpPr>
        <p:grpSpPr>
          <a:xfrm>
            <a:off x="2770731" y="2103414"/>
            <a:ext cx="3964083" cy="2798076"/>
            <a:chOff x="2770731" y="2103414"/>
            <a:chExt cx="3964083" cy="2798076"/>
          </a:xfrm>
        </p:grpSpPr>
        <p:sp>
          <p:nvSpPr>
            <p:cNvPr id="840" name="직사각형 839">
              <a:extLst>
                <a:ext uri="{FF2B5EF4-FFF2-40B4-BE49-F238E27FC236}">
                  <a16:creationId xmlns:a16="http://schemas.microsoft.com/office/drawing/2014/main" id="{F81DA68E-026D-EAE0-4942-C01F56C9276D}"/>
                </a:ext>
              </a:extLst>
            </p:cNvPr>
            <p:cNvSpPr>
              <a:spLocks/>
            </p:cNvSpPr>
            <p:nvPr/>
          </p:nvSpPr>
          <p:spPr>
            <a:xfrm>
              <a:off x="4137414" y="3629291"/>
              <a:ext cx="720000" cy="432000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member</a:t>
              </a:r>
              <a:endParaRPr lang="ko-KR" altLang="en-US" sz="10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894" name="직사각형 893">
              <a:extLst>
                <a:ext uri="{FF2B5EF4-FFF2-40B4-BE49-F238E27FC236}">
                  <a16:creationId xmlns:a16="http://schemas.microsoft.com/office/drawing/2014/main" id="{23BB8318-A6E8-F57B-BA34-55FB308DFB3E}"/>
                </a:ext>
              </a:extLst>
            </p:cNvPr>
            <p:cNvSpPr>
              <a:spLocks/>
            </p:cNvSpPr>
            <p:nvPr/>
          </p:nvSpPr>
          <p:spPr>
            <a:xfrm>
              <a:off x="5577414" y="4038029"/>
              <a:ext cx="720000" cy="432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member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tier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895" name="직사각형 894">
              <a:extLst>
                <a:ext uri="{FF2B5EF4-FFF2-40B4-BE49-F238E27FC236}">
                  <a16:creationId xmlns:a16="http://schemas.microsoft.com/office/drawing/2014/main" id="{D9691890-45B1-433D-0CF0-3BA0632DC454}"/>
                </a:ext>
              </a:extLst>
            </p:cNvPr>
            <p:cNvSpPr>
              <a:spLocks/>
            </p:cNvSpPr>
            <p:nvPr/>
          </p:nvSpPr>
          <p:spPr>
            <a:xfrm>
              <a:off x="2776998" y="4036207"/>
              <a:ext cx="720000" cy="432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member login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history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897" name="직사각형 896">
              <a:extLst>
                <a:ext uri="{FF2B5EF4-FFF2-40B4-BE49-F238E27FC236}">
                  <a16:creationId xmlns:a16="http://schemas.microsoft.com/office/drawing/2014/main" id="{871C5017-156A-C1E3-C8AA-D4AE007C175B}"/>
                </a:ext>
              </a:extLst>
            </p:cNvPr>
            <p:cNvSpPr>
              <a:spLocks/>
            </p:cNvSpPr>
            <p:nvPr/>
          </p:nvSpPr>
          <p:spPr>
            <a:xfrm>
              <a:off x="2776998" y="2959689"/>
              <a:ext cx="720000" cy="432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member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block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list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898" name="직사각형 897">
              <a:extLst>
                <a:ext uri="{FF2B5EF4-FFF2-40B4-BE49-F238E27FC236}">
                  <a16:creationId xmlns:a16="http://schemas.microsoft.com/office/drawing/2014/main" id="{D231D2F2-0C62-71B3-93E1-814508969AB5}"/>
                </a:ext>
              </a:extLst>
            </p:cNvPr>
            <p:cNvSpPr>
              <a:spLocks/>
            </p:cNvSpPr>
            <p:nvPr/>
          </p:nvSpPr>
          <p:spPr>
            <a:xfrm>
              <a:off x="2770731" y="2127434"/>
              <a:ext cx="720000" cy="432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member</a:t>
              </a:r>
            </a:p>
            <a:p>
              <a:pPr algn="ctr"/>
              <a:r>
                <a:rPr lang="en-US" altLang="ko-KR" sz="8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movie</a:t>
              </a:r>
            </a:p>
            <a:p>
              <a:pPr algn="ctr"/>
              <a:r>
                <a:rPr lang="en-US" altLang="ko-KR" sz="8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preference</a:t>
              </a:r>
              <a:endParaRPr lang="ko-KR" altLang="en-US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899" name="직선 연결선[R] 898">
              <a:extLst>
                <a:ext uri="{FF2B5EF4-FFF2-40B4-BE49-F238E27FC236}">
                  <a16:creationId xmlns:a16="http://schemas.microsoft.com/office/drawing/2014/main" id="{ED220AED-96D7-F296-F4FA-02995EF025B7}"/>
                </a:ext>
              </a:extLst>
            </p:cNvPr>
            <p:cNvCxnSpPr>
              <a:cxnSpLocks/>
              <a:stCxn id="894" idx="1"/>
            </p:cNvCxnSpPr>
            <p:nvPr/>
          </p:nvCxnSpPr>
          <p:spPr>
            <a:xfrm flipH="1">
              <a:off x="4712288" y="4254029"/>
              <a:ext cx="865126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3" name="직선 연결선[R] 902">
              <a:extLst>
                <a:ext uri="{FF2B5EF4-FFF2-40B4-BE49-F238E27FC236}">
                  <a16:creationId xmlns:a16="http://schemas.microsoft.com/office/drawing/2014/main" id="{0E1120A5-5E76-0099-FCA0-53B64BEEDD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2288" y="4061291"/>
              <a:ext cx="0" cy="188044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6" name="직선 연결선[R] 905">
              <a:extLst>
                <a:ext uri="{FF2B5EF4-FFF2-40B4-BE49-F238E27FC236}">
                  <a16:creationId xmlns:a16="http://schemas.microsoft.com/office/drawing/2014/main" id="{88ED2B39-EB23-AADE-F0AC-EF9F572894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96998" y="4260245"/>
              <a:ext cx="77714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7" name="직선 연결선[R] 906">
              <a:extLst>
                <a:ext uri="{FF2B5EF4-FFF2-40B4-BE49-F238E27FC236}">
                  <a16:creationId xmlns:a16="http://schemas.microsoft.com/office/drawing/2014/main" id="{9779C41A-BAC2-A100-83DB-692D2D7D64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9574" y="4061291"/>
              <a:ext cx="0" cy="188044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1" name="직선 연결선[R] 910">
              <a:extLst>
                <a:ext uri="{FF2B5EF4-FFF2-40B4-BE49-F238E27FC236}">
                  <a16:creationId xmlns:a16="http://schemas.microsoft.com/office/drawing/2014/main" id="{E48D07ED-3C36-0931-B167-990E1BAC23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96998" y="3259234"/>
              <a:ext cx="320208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2" name="직선 연결선[R] 911">
              <a:extLst>
                <a:ext uri="{FF2B5EF4-FFF2-40B4-BE49-F238E27FC236}">
                  <a16:creationId xmlns:a16="http://schemas.microsoft.com/office/drawing/2014/main" id="{98BFEA9A-2486-5319-7D19-74D47D9B6F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7206" y="3259234"/>
              <a:ext cx="0" cy="454714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9" name="직선 연결선[R] 918">
              <a:extLst>
                <a:ext uri="{FF2B5EF4-FFF2-40B4-BE49-F238E27FC236}">
                  <a16:creationId xmlns:a16="http://schemas.microsoft.com/office/drawing/2014/main" id="{33465BD8-D53A-6FFE-F1CF-7FD10AC737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17206" y="3714183"/>
              <a:ext cx="320208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1" name="직선 연결선[R] 920">
              <a:extLst>
                <a:ext uri="{FF2B5EF4-FFF2-40B4-BE49-F238E27FC236}">
                  <a16:creationId xmlns:a16="http://schemas.microsoft.com/office/drawing/2014/main" id="{7AC82450-6D25-860B-AAA1-B27BB388FD2B}"/>
                </a:ext>
              </a:extLst>
            </p:cNvPr>
            <p:cNvCxnSpPr>
              <a:cxnSpLocks/>
              <a:endCxn id="898" idx="3"/>
            </p:cNvCxnSpPr>
            <p:nvPr/>
          </p:nvCxnSpPr>
          <p:spPr>
            <a:xfrm flipH="1">
              <a:off x="3490731" y="2343434"/>
              <a:ext cx="920183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4" name="직선 연결선[R] 923">
              <a:extLst>
                <a:ext uri="{FF2B5EF4-FFF2-40B4-BE49-F238E27FC236}">
                  <a16:creationId xmlns:a16="http://schemas.microsoft.com/office/drawing/2014/main" id="{231E76BC-3624-2E6E-043C-E9F5952523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10914" y="2334707"/>
              <a:ext cx="6267" cy="1294099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4" name="직사각형 933">
              <a:extLst>
                <a:ext uri="{FF2B5EF4-FFF2-40B4-BE49-F238E27FC236}">
                  <a16:creationId xmlns:a16="http://schemas.microsoft.com/office/drawing/2014/main" id="{9E0C2ACC-309A-AF90-A6E1-68FE279D153E}"/>
                </a:ext>
              </a:extLst>
            </p:cNvPr>
            <p:cNvSpPr>
              <a:spLocks/>
            </p:cNvSpPr>
            <p:nvPr/>
          </p:nvSpPr>
          <p:spPr>
            <a:xfrm>
              <a:off x="4137414" y="4469490"/>
              <a:ext cx="720000" cy="432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member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role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935" name="직선 연결선[R] 934">
              <a:extLst>
                <a:ext uri="{FF2B5EF4-FFF2-40B4-BE49-F238E27FC236}">
                  <a16:creationId xmlns:a16="http://schemas.microsoft.com/office/drawing/2014/main" id="{EE0C7C88-B304-6D5E-A733-4F8153F6B9BA}"/>
                </a:ext>
              </a:extLst>
            </p:cNvPr>
            <p:cNvCxnSpPr>
              <a:cxnSpLocks/>
              <a:stCxn id="934" idx="0"/>
              <a:endCxn id="840" idx="2"/>
            </p:cNvCxnSpPr>
            <p:nvPr/>
          </p:nvCxnSpPr>
          <p:spPr>
            <a:xfrm flipV="1">
              <a:off x="4497414" y="4061291"/>
              <a:ext cx="0" cy="408199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3" name="직사각형 1022">
              <a:extLst>
                <a:ext uri="{FF2B5EF4-FFF2-40B4-BE49-F238E27FC236}">
                  <a16:creationId xmlns:a16="http://schemas.microsoft.com/office/drawing/2014/main" id="{E1AFE91E-C2A9-9ACF-3B9E-445B02822565}"/>
                </a:ext>
              </a:extLst>
            </p:cNvPr>
            <p:cNvSpPr>
              <a:spLocks/>
            </p:cNvSpPr>
            <p:nvPr/>
          </p:nvSpPr>
          <p:spPr>
            <a:xfrm>
              <a:off x="6014814" y="2733106"/>
              <a:ext cx="720000" cy="432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review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1E4CD570-7151-39F5-BD8F-DBEC8F4F99B4}"/>
                </a:ext>
              </a:extLst>
            </p:cNvPr>
            <p:cNvSpPr>
              <a:spLocks/>
            </p:cNvSpPr>
            <p:nvPr/>
          </p:nvSpPr>
          <p:spPr>
            <a:xfrm>
              <a:off x="5270664" y="3305291"/>
              <a:ext cx="720000" cy="432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review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like</a:t>
              </a:r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D12C3A97-0FA0-C5C3-98B7-99B296C88FB7}"/>
                </a:ext>
              </a:extLst>
            </p:cNvPr>
            <p:cNvSpPr>
              <a:spLocks/>
            </p:cNvSpPr>
            <p:nvPr/>
          </p:nvSpPr>
          <p:spPr>
            <a:xfrm>
              <a:off x="4915137" y="2103414"/>
              <a:ext cx="1099677" cy="432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recommendation</a:t>
              </a:r>
              <a:endParaRPr lang="ko-KR" altLang="en-US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1050" name="직선 연결선[R] 1049">
              <a:extLst>
                <a:ext uri="{FF2B5EF4-FFF2-40B4-BE49-F238E27FC236}">
                  <a16:creationId xmlns:a16="http://schemas.microsoft.com/office/drawing/2014/main" id="{BBDCBD3C-75CA-3962-3A78-4C1E02408A1B}"/>
                </a:ext>
              </a:extLst>
            </p:cNvPr>
            <p:cNvCxnSpPr>
              <a:cxnSpLocks/>
              <a:stCxn id="1023" idx="1"/>
            </p:cNvCxnSpPr>
            <p:nvPr/>
          </p:nvCxnSpPr>
          <p:spPr>
            <a:xfrm flipH="1">
              <a:off x="4750448" y="2949106"/>
              <a:ext cx="1264366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3" name="직선 연결선[R] 1052">
              <a:extLst>
                <a:ext uri="{FF2B5EF4-FFF2-40B4-BE49-F238E27FC236}">
                  <a16:creationId xmlns:a16="http://schemas.microsoft.com/office/drawing/2014/main" id="{284A03E7-70B7-71DC-AB3A-BF3F09BD61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33888" y="2953800"/>
              <a:ext cx="0" cy="683733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9" name="직선 연결선[R] 1058">
              <a:extLst>
                <a:ext uri="{FF2B5EF4-FFF2-40B4-BE49-F238E27FC236}">
                  <a16:creationId xmlns:a16="http://schemas.microsoft.com/office/drawing/2014/main" id="{D25149A5-BF4E-7223-5952-6869F1E3672F}"/>
                </a:ext>
              </a:extLst>
            </p:cNvPr>
            <p:cNvCxnSpPr>
              <a:cxnSpLocks/>
              <a:endCxn id="1024" idx="3"/>
            </p:cNvCxnSpPr>
            <p:nvPr/>
          </p:nvCxnSpPr>
          <p:spPr>
            <a:xfrm flipH="1">
              <a:off x="5990664" y="3521291"/>
              <a:ext cx="391907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2" name="직선 연결선[R] 1061">
              <a:extLst>
                <a:ext uri="{FF2B5EF4-FFF2-40B4-BE49-F238E27FC236}">
                  <a16:creationId xmlns:a16="http://schemas.microsoft.com/office/drawing/2014/main" id="{AFCCD7EA-6896-3B5F-51FA-0EC940DB4914}"/>
                </a:ext>
              </a:extLst>
            </p:cNvPr>
            <p:cNvCxnSpPr>
              <a:cxnSpLocks/>
              <a:endCxn id="1023" idx="2"/>
            </p:cNvCxnSpPr>
            <p:nvPr/>
          </p:nvCxnSpPr>
          <p:spPr>
            <a:xfrm flipV="1">
              <a:off x="6374814" y="3165106"/>
              <a:ext cx="0" cy="332842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7" name="직선 연결선[R] 1066">
              <a:extLst>
                <a:ext uri="{FF2B5EF4-FFF2-40B4-BE49-F238E27FC236}">
                  <a16:creationId xmlns:a16="http://schemas.microsoft.com/office/drawing/2014/main" id="{026B1996-DC8D-325F-3488-F41A3CEAF9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57414" y="3687268"/>
              <a:ext cx="391907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9" name="직선 연결선[R] 1068">
              <a:extLst>
                <a:ext uri="{FF2B5EF4-FFF2-40B4-BE49-F238E27FC236}">
                  <a16:creationId xmlns:a16="http://schemas.microsoft.com/office/drawing/2014/main" id="{767C1855-F2C6-6DC2-C3B7-4F6C3D9C55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91511" y="2559434"/>
              <a:ext cx="0" cy="1408117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3" name="직선 연결선[R] 1072">
              <a:extLst>
                <a:ext uri="{FF2B5EF4-FFF2-40B4-BE49-F238E27FC236}">
                  <a16:creationId xmlns:a16="http://schemas.microsoft.com/office/drawing/2014/main" id="{7E4B01FB-FB38-304A-ED16-178A6020CB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57414" y="3975577"/>
              <a:ext cx="239345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0" name="직선 연결선 351">
              <a:extLst>
                <a:ext uri="{FF2B5EF4-FFF2-40B4-BE49-F238E27FC236}">
                  <a16:creationId xmlns:a16="http://schemas.microsoft.com/office/drawing/2014/main" id="{C53B3EA3-809D-050E-AA94-7C4DA5B251FB}"/>
                </a:ext>
              </a:extLst>
            </p:cNvPr>
            <p:cNvCxnSpPr>
              <a:cxnSpLocks/>
            </p:cNvCxnSpPr>
            <p:nvPr/>
          </p:nvCxnSpPr>
          <p:spPr>
            <a:xfrm>
              <a:off x="4907044" y="3791291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875" name="그룹 874">
              <a:extLst>
                <a:ext uri="{FF2B5EF4-FFF2-40B4-BE49-F238E27FC236}">
                  <a16:creationId xmlns:a16="http://schemas.microsoft.com/office/drawing/2014/main" id="{CCD0A731-CB14-4AF1-71C5-5002CA785732}"/>
                </a:ext>
              </a:extLst>
            </p:cNvPr>
            <p:cNvGrpSpPr>
              <a:grpSpLocks noChangeAspect="1"/>
            </p:cNvGrpSpPr>
            <p:nvPr/>
          </p:nvGrpSpPr>
          <p:grpSpPr>
            <a:xfrm rot="16200000">
              <a:off x="4638255" y="4088061"/>
              <a:ext cx="148067" cy="108000"/>
              <a:chOff x="7409659" y="2902132"/>
              <a:chExt cx="317047" cy="239471"/>
            </a:xfrm>
          </p:grpSpPr>
          <p:grpSp>
            <p:nvGrpSpPr>
              <p:cNvPr id="877" name="그룹 876">
                <a:extLst>
                  <a:ext uri="{FF2B5EF4-FFF2-40B4-BE49-F238E27FC236}">
                    <a16:creationId xmlns:a16="http://schemas.microsoft.com/office/drawing/2014/main" id="{D93AE588-D92B-51E7-9C0F-31CA4A369F20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881" name="직선 연결선 322">
                  <a:extLst>
                    <a:ext uri="{FF2B5EF4-FFF2-40B4-BE49-F238E27FC236}">
                      <a16:creationId xmlns:a16="http://schemas.microsoft.com/office/drawing/2014/main" id="{6F39EB8A-F80F-1149-DDC1-7D7B70F078D1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82" name="직선 연결선 323">
                  <a:extLst>
                    <a:ext uri="{FF2B5EF4-FFF2-40B4-BE49-F238E27FC236}">
                      <a16:creationId xmlns:a16="http://schemas.microsoft.com/office/drawing/2014/main" id="{413A45CD-F750-EE4A-5E44-2650A6DA1D81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84" name="직선 연결선 324">
                  <a:extLst>
                    <a:ext uri="{FF2B5EF4-FFF2-40B4-BE49-F238E27FC236}">
                      <a16:creationId xmlns:a16="http://schemas.microsoft.com/office/drawing/2014/main" id="{0FC6583C-252E-835A-4B70-76194FEC1A1F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878" name="직선 연결선 326">
                <a:extLst>
                  <a:ext uri="{FF2B5EF4-FFF2-40B4-BE49-F238E27FC236}">
                    <a16:creationId xmlns:a16="http://schemas.microsoft.com/office/drawing/2014/main" id="{BDFE7E23-920D-0BB3-3985-F1CBAD283567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80" name="타원 879">
                <a:extLst>
                  <a:ext uri="{FF2B5EF4-FFF2-40B4-BE49-F238E27FC236}">
                    <a16:creationId xmlns:a16="http://schemas.microsoft.com/office/drawing/2014/main" id="{D011FC86-6389-8E4D-F753-1C2954D0914A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cxnSp>
          <p:nvCxnSpPr>
            <p:cNvPr id="885" name="직선 연결선 351">
              <a:extLst>
                <a:ext uri="{FF2B5EF4-FFF2-40B4-BE49-F238E27FC236}">
                  <a16:creationId xmlns:a16="http://schemas.microsoft.com/office/drawing/2014/main" id="{B6D8D516-194A-968E-8123-B91228D4650E}"/>
                </a:ext>
              </a:extLst>
            </p:cNvPr>
            <p:cNvCxnSpPr>
              <a:cxnSpLocks/>
            </p:cNvCxnSpPr>
            <p:nvPr/>
          </p:nvCxnSpPr>
          <p:spPr>
            <a:xfrm>
              <a:off x="4225218" y="4110023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0" name="직선 연결선 351">
              <a:extLst>
                <a:ext uri="{FF2B5EF4-FFF2-40B4-BE49-F238E27FC236}">
                  <a16:creationId xmlns:a16="http://schemas.microsoft.com/office/drawing/2014/main" id="{975CE3DF-4B68-61BF-CB2A-2816CE12B771}"/>
                </a:ext>
              </a:extLst>
            </p:cNvPr>
            <p:cNvCxnSpPr>
              <a:cxnSpLocks/>
            </p:cNvCxnSpPr>
            <p:nvPr/>
          </p:nvCxnSpPr>
          <p:spPr>
            <a:xfrm>
              <a:off x="4090698" y="3659948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3" name="직선 연결선 351">
              <a:extLst>
                <a:ext uri="{FF2B5EF4-FFF2-40B4-BE49-F238E27FC236}">
                  <a16:creationId xmlns:a16="http://schemas.microsoft.com/office/drawing/2014/main" id="{83A2338D-C11B-6644-8B4D-005C7D4119F5}"/>
                </a:ext>
              </a:extLst>
            </p:cNvPr>
            <p:cNvCxnSpPr>
              <a:cxnSpLocks/>
            </p:cNvCxnSpPr>
            <p:nvPr/>
          </p:nvCxnSpPr>
          <p:spPr>
            <a:xfrm>
              <a:off x="4363737" y="3566463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0" name="직선 연결선 351">
              <a:extLst>
                <a:ext uri="{FF2B5EF4-FFF2-40B4-BE49-F238E27FC236}">
                  <a16:creationId xmlns:a16="http://schemas.microsoft.com/office/drawing/2014/main" id="{2622B917-4725-76BD-64D3-1503FD2005A4}"/>
                </a:ext>
              </a:extLst>
            </p:cNvPr>
            <p:cNvCxnSpPr>
              <a:cxnSpLocks/>
            </p:cNvCxnSpPr>
            <p:nvPr/>
          </p:nvCxnSpPr>
          <p:spPr>
            <a:xfrm>
              <a:off x="4443414" y="4115421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85" name="직선 연결선 351">
              <a:extLst>
                <a:ext uri="{FF2B5EF4-FFF2-40B4-BE49-F238E27FC236}">
                  <a16:creationId xmlns:a16="http://schemas.microsoft.com/office/drawing/2014/main" id="{7E087680-3DE6-9C09-42C1-A0EF005022CC}"/>
                </a:ext>
              </a:extLst>
            </p:cNvPr>
            <p:cNvCxnSpPr>
              <a:cxnSpLocks/>
            </p:cNvCxnSpPr>
            <p:nvPr/>
          </p:nvCxnSpPr>
          <p:spPr>
            <a:xfrm>
              <a:off x="4675540" y="3572214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99" name="직선 연결선 351">
              <a:extLst>
                <a:ext uri="{FF2B5EF4-FFF2-40B4-BE49-F238E27FC236}">
                  <a16:creationId xmlns:a16="http://schemas.microsoft.com/office/drawing/2014/main" id="{04FFD257-599A-3806-8D5C-4695FB7605C2}"/>
                </a:ext>
              </a:extLst>
            </p:cNvPr>
            <p:cNvCxnSpPr>
              <a:cxnSpLocks/>
            </p:cNvCxnSpPr>
            <p:nvPr/>
          </p:nvCxnSpPr>
          <p:spPr>
            <a:xfrm>
              <a:off x="6315821" y="3209194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06" name="직선 연결선 351">
              <a:extLst>
                <a:ext uri="{FF2B5EF4-FFF2-40B4-BE49-F238E27FC236}">
                  <a16:creationId xmlns:a16="http://schemas.microsoft.com/office/drawing/2014/main" id="{A57F0031-82A3-BB8F-B405-0F1C7AD24C23}"/>
                </a:ext>
              </a:extLst>
            </p:cNvPr>
            <p:cNvCxnSpPr>
              <a:cxnSpLocks/>
            </p:cNvCxnSpPr>
            <p:nvPr/>
          </p:nvCxnSpPr>
          <p:spPr>
            <a:xfrm>
              <a:off x="4908481" y="3637533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13" name="직선 연결선 351">
              <a:extLst>
                <a:ext uri="{FF2B5EF4-FFF2-40B4-BE49-F238E27FC236}">
                  <a16:creationId xmlns:a16="http://schemas.microsoft.com/office/drawing/2014/main" id="{05EB3336-1460-91A0-CE45-CFACCA8B566A}"/>
                </a:ext>
              </a:extLst>
            </p:cNvPr>
            <p:cNvCxnSpPr>
              <a:cxnSpLocks/>
            </p:cNvCxnSpPr>
            <p:nvPr/>
          </p:nvCxnSpPr>
          <p:spPr>
            <a:xfrm>
              <a:off x="4904169" y="3913551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633" name="그룹 1632">
              <a:extLst>
                <a:ext uri="{FF2B5EF4-FFF2-40B4-BE49-F238E27FC236}">
                  <a16:creationId xmlns:a16="http://schemas.microsoft.com/office/drawing/2014/main" id="{D597DAD4-A689-853D-50FF-23CFC6563A02}"/>
                </a:ext>
              </a:extLst>
            </p:cNvPr>
            <p:cNvGrpSpPr/>
            <p:nvPr/>
          </p:nvGrpSpPr>
          <p:grpSpPr>
            <a:xfrm>
              <a:off x="5432289" y="4200880"/>
              <a:ext cx="90979" cy="106796"/>
              <a:chOff x="4947906" y="3396192"/>
              <a:chExt cx="90979" cy="106796"/>
            </a:xfrm>
          </p:grpSpPr>
          <p:cxnSp>
            <p:nvCxnSpPr>
              <p:cNvPr id="1634" name="직선 연결선 326">
                <a:extLst>
                  <a:ext uri="{FF2B5EF4-FFF2-40B4-BE49-F238E27FC236}">
                    <a16:creationId xmlns:a16="http://schemas.microsoft.com/office/drawing/2014/main" id="{BD1D08B6-4F8C-7164-E356-01A870414562}"/>
                  </a:ext>
                </a:extLst>
              </p:cNvPr>
              <p:cNvCxnSpPr/>
              <p:nvPr/>
            </p:nvCxnSpPr>
            <p:spPr>
              <a:xfrm>
                <a:off x="5038885" y="3396192"/>
                <a:ext cx="0" cy="106796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35" name="타원 1634">
                <a:extLst>
                  <a:ext uri="{FF2B5EF4-FFF2-40B4-BE49-F238E27FC236}">
                    <a16:creationId xmlns:a16="http://schemas.microsoft.com/office/drawing/2014/main" id="{4032E5F2-D819-A521-68BD-F8958D3771F2}"/>
                  </a:ext>
                </a:extLst>
              </p:cNvPr>
              <p:cNvSpPr/>
              <p:nvPr/>
            </p:nvSpPr>
            <p:spPr>
              <a:xfrm>
                <a:off x="4947906" y="3406866"/>
                <a:ext cx="90978" cy="8785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795" name="그룹 1794">
              <a:extLst>
                <a:ext uri="{FF2B5EF4-FFF2-40B4-BE49-F238E27FC236}">
                  <a16:creationId xmlns:a16="http://schemas.microsoft.com/office/drawing/2014/main" id="{08BCEC8A-EFCB-9451-7AD4-C2B5F6C792E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859605" y="2891824"/>
              <a:ext cx="148067" cy="108000"/>
              <a:chOff x="7409659" y="2902132"/>
              <a:chExt cx="317047" cy="239471"/>
            </a:xfrm>
          </p:grpSpPr>
          <p:grpSp>
            <p:nvGrpSpPr>
              <p:cNvPr id="1796" name="그룹 1795">
                <a:extLst>
                  <a:ext uri="{FF2B5EF4-FFF2-40B4-BE49-F238E27FC236}">
                    <a16:creationId xmlns:a16="http://schemas.microsoft.com/office/drawing/2014/main" id="{5B710AC1-6134-65A0-B7B0-AC1F59A6E956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799" name="직선 연결선 322">
                  <a:extLst>
                    <a:ext uri="{FF2B5EF4-FFF2-40B4-BE49-F238E27FC236}">
                      <a16:creationId xmlns:a16="http://schemas.microsoft.com/office/drawing/2014/main" id="{41874291-D86F-E1D0-B99D-C1EFDFC00E92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00" name="직선 연결선 323">
                  <a:extLst>
                    <a:ext uri="{FF2B5EF4-FFF2-40B4-BE49-F238E27FC236}">
                      <a16:creationId xmlns:a16="http://schemas.microsoft.com/office/drawing/2014/main" id="{953EB456-95FC-0E50-BF7C-7415C8E64D13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01" name="직선 연결선 324">
                  <a:extLst>
                    <a:ext uri="{FF2B5EF4-FFF2-40B4-BE49-F238E27FC236}">
                      <a16:creationId xmlns:a16="http://schemas.microsoft.com/office/drawing/2014/main" id="{5D1F8FED-EC62-8D93-A6A4-5281A55C2615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97" name="직선 연결선 326">
                <a:extLst>
                  <a:ext uri="{FF2B5EF4-FFF2-40B4-BE49-F238E27FC236}">
                    <a16:creationId xmlns:a16="http://schemas.microsoft.com/office/drawing/2014/main" id="{C63E7BE2-E56E-7891-1E7B-330DF4A71C0B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98" name="타원 1797">
                <a:extLst>
                  <a:ext uri="{FF2B5EF4-FFF2-40B4-BE49-F238E27FC236}">
                    <a16:creationId xmlns:a16="http://schemas.microsoft.com/office/drawing/2014/main" id="{7EE2E68E-4687-E41E-0A26-C2447CC3B7D9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809" name="그룹 1808">
              <a:extLst>
                <a:ext uri="{FF2B5EF4-FFF2-40B4-BE49-F238E27FC236}">
                  <a16:creationId xmlns:a16="http://schemas.microsoft.com/office/drawing/2014/main" id="{421468B8-47FF-3455-9E4C-5E771DBB1166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5989579" y="3465520"/>
              <a:ext cx="148067" cy="108000"/>
              <a:chOff x="7409659" y="2902132"/>
              <a:chExt cx="317047" cy="239471"/>
            </a:xfrm>
          </p:grpSpPr>
          <p:grpSp>
            <p:nvGrpSpPr>
              <p:cNvPr id="1810" name="그룹 1809">
                <a:extLst>
                  <a:ext uri="{FF2B5EF4-FFF2-40B4-BE49-F238E27FC236}">
                    <a16:creationId xmlns:a16="http://schemas.microsoft.com/office/drawing/2014/main" id="{83EB954A-046F-4508-FB00-76A0D10CC62D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813" name="직선 연결선 322">
                  <a:extLst>
                    <a:ext uri="{FF2B5EF4-FFF2-40B4-BE49-F238E27FC236}">
                      <a16:creationId xmlns:a16="http://schemas.microsoft.com/office/drawing/2014/main" id="{51752433-ED97-8F14-5F96-8AD9148BC4A0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14" name="직선 연결선 323">
                  <a:extLst>
                    <a:ext uri="{FF2B5EF4-FFF2-40B4-BE49-F238E27FC236}">
                      <a16:creationId xmlns:a16="http://schemas.microsoft.com/office/drawing/2014/main" id="{85D1E8C0-411A-EFE6-8224-F0A2E81C7645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15" name="직선 연결선 324">
                  <a:extLst>
                    <a:ext uri="{FF2B5EF4-FFF2-40B4-BE49-F238E27FC236}">
                      <a16:creationId xmlns:a16="http://schemas.microsoft.com/office/drawing/2014/main" id="{797D88D1-BC53-B9E0-0B0D-243DA74921D4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11" name="직선 연결선 326">
                <a:extLst>
                  <a:ext uri="{FF2B5EF4-FFF2-40B4-BE49-F238E27FC236}">
                    <a16:creationId xmlns:a16="http://schemas.microsoft.com/office/drawing/2014/main" id="{6B92D404-D19F-7A7C-20BF-B1C91B094CAE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12" name="타원 1811">
                <a:extLst>
                  <a:ext uri="{FF2B5EF4-FFF2-40B4-BE49-F238E27FC236}">
                    <a16:creationId xmlns:a16="http://schemas.microsoft.com/office/drawing/2014/main" id="{22349245-C59B-FB1F-7643-522A9E7215EE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816" name="그룹 1815">
              <a:extLst>
                <a:ext uri="{FF2B5EF4-FFF2-40B4-BE49-F238E27FC236}">
                  <a16:creationId xmlns:a16="http://schemas.microsoft.com/office/drawing/2014/main" id="{CA700F08-8E3D-E6A9-A3A9-DFA77E4EB9B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112547" y="3633541"/>
              <a:ext cx="148067" cy="108000"/>
              <a:chOff x="7409659" y="2902132"/>
              <a:chExt cx="317047" cy="239471"/>
            </a:xfrm>
          </p:grpSpPr>
          <p:grpSp>
            <p:nvGrpSpPr>
              <p:cNvPr id="1817" name="그룹 1816">
                <a:extLst>
                  <a:ext uri="{FF2B5EF4-FFF2-40B4-BE49-F238E27FC236}">
                    <a16:creationId xmlns:a16="http://schemas.microsoft.com/office/drawing/2014/main" id="{A76567C6-8C62-5080-AB1C-F4FD8424FCD2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820" name="직선 연결선 322">
                  <a:extLst>
                    <a:ext uri="{FF2B5EF4-FFF2-40B4-BE49-F238E27FC236}">
                      <a16:creationId xmlns:a16="http://schemas.microsoft.com/office/drawing/2014/main" id="{CAF484CF-B58A-FB64-4235-E28742C72C57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21" name="직선 연결선 323">
                  <a:extLst>
                    <a:ext uri="{FF2B5EF4-FFF2-40B4-BE49-F238E27FC236}">
                      <a16:creationId xmlns:a16="http://schemas.microsoft.com/office/drawing/2014/main" id="{7A91DA4D-807B-CEBC-C01F-6AE98B8AB4B2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22" name="직선 연결선 324">
                  <a:extLst>
                    <a:ext uri="{FF2B5EF4-FFF2-40B4-BE49-F238E27FC236}">
                      <a16:creationId xmlns:a16="http://schemas.microsoft.com/office/drawing/2014/main" id="{7F0841BD-DDEE-9A77-850A-B194C718E7D7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18" name="직선 연결선 326">
                <a:extLst>
                  <a:ext uri="{FF2B5EF4-FFF2-40B4-BE49-F238E27FC236}">
                    <a16:creationId xmlns:a16="http://schemas.microsoft.com/office/drawing/2014/main" id="{B00E8F15-B58E-5D15-EC69-5FE2CB773BEB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19" name="타원 1818">
                <a:extLst>
                  <a:ext uri="{FF2B5EF4-FFF2-40B4-BE49-F238E27FC236}">
                    <a16:creationId xmlns:a16="http://schemas.microsoft.com/office/drawing/2014/main" id="{B366E962-79B5-46BC-1F52-3A3D82692D79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823" name="그룹 1822">
              <a:extLst>
                <a:ext uri="{FF2B5EF4-FFF2-40B4-BE49-F238E27FC236}">
                  <a16:creationId xmlns:a16="http://schemas.microsoft.com/office/drawing/2014/main" id="{669C25BF-0A41-D5A8-C36B-5F8C7FF8AC08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3488747" y="2288195"/>
              <a:ext cx="148067" cy="108000"/>
              <a:chOff x="7409659" y="2902132"/>
              <a:chExt cx="317047" cy="239471"/>
            </a:xfrm>
          </p:grpSpPr>
          <p:grpSp>
            <p:nvGrpSpPr>
              <p:cNvPr id="1824" name="그룹 1823">
                <a:extLst>
                  <a:ext uri="{FF2B5EF4-FFF2-40B4-BE49-F238E27FC236}">
                    <a16:creationId xmlns:a16="http://schemas.microsoft.com/office/drawing/2014/main" id="{BFCAE7D5-819C-7973-AFB2-5E18C75FC27E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827" name="직선 연결선 322">
                  <a:extLst>
                    <a:ext uri="{FF2B5EF4-FFF2-40B4-BE49-F238E27FC236}">
                      <a16:creationId xmlns:a16="http://schemas.microsoft.com/office/drawing/2014/main" id="{51269848-B837-A31D-25E5-A6C082B78B03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28" name="직선 연결선 323">
                  <a:extLst>
                    <a:ext uri="{FF2B5EF4-FFF2-40B4-BE49-F238E27FC236}">
                      <a16:creationId xmlns:a16="http://schemas.microsoft.com/office/drawing/2014/main" id="{E2165E96-26EF-8CDD-FDD4-F950CAB7BDC3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29" name="직선 연결선 324">
                  <a:extLst>
                    <a:ext uri="{FF2B5EF4-FFF2-40B4-BE49-F238E27FC236}">
                      <a16:creationId xmlns:a16="http://schemas.microsoft.com/office/drawing/2014/main" id="{F5BA3642-C7E6-FEBF-26E4-22C6F69AB221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25" name="직선 연결선 326">
                <a:extLst>
                  <a:ext uri="{FF2B5EF4-FFF2-40B4-BE49-F238E27FC236}">
                    <a16:creationId xmlns:a16="http://schemas.microsoft.com/office/drawing/2014/main" id="{9DFB15C6-6D06-49CD-30B1-434FCB872D9F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26" name="타원 1825">
                <a:extLst>
                  <a:ext uri="{FF2B5EF4-FFF2-40B4-BE49-F238E27FC236}">
                    <a16:creationId xmlns:a16="http://schemas.microsoft.com/office/drawing/2014/main" id="{BD78191C-3CEC-FC8F-AE4C-0C94EEFC1BBB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844" name="그룹 1843">
              <a:extLst>
                <a:ext uri="{FF2B5EF4-FFF2-40B4-BE49-F238E27FC236}">
                  <a16:creationId xmlns:a16="http://schemas.microsoft.com/office/drawing/2014/main" id="{94E88986-3E77-D8D5-DB6A-BAF8053D4899}"/>
                </a:ext>
              </a:extLst>
            </p:cNvPr>
            <p:cNvGrpSpPr>
              <a:grpSpLocks noChangeAspect="1"/>
            </p:cNvGrpSpPr>
            <p:nvPr/>
          </p:nvGrpSpPr>
          <p:grpSpPr>
            <a:xfrm rot="16200000">
              <a:off x="5014467" y="2555447"/>
              <a:ext cx="148067" cy="108000"/>
              <a:chOff x="7409659" y="2902132"/>
              <a:chExt cx="317047" cy="239471"/>
            </a:xfrm>
          </p:grpSpPr>
          <p:grpSp>
            <p:nvGrpSpPr>
              <p:cNvPr id="1845" name="그룹 1844">
                <a:extLst>
                  <a:ext uri="{FF2B5EF4-FFF2-40B4-BE49-F238E27FC236}">
                    <a16:creationId xmlns:a16="http://schemas.microsoft.com/office/drawing/2014/main" id="{3C03D54F-9D08-CB59-656B-8E16144CC764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848" name="직선 연결선 322">
                  <a:extLst>
                    <a:ext uri="{FF2B5EF4-FFF2-40B4-BE49-F238E27FC236}">
                      <a16:creationId xmlns:a16="http://schemas.microsoft.com/office/drawing/2014/main" id="{688ABFE8-DF9A-ABCC-E15F-84652CC4DFC3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49" name="직선 연결선 323">
                  <a:extLst>
                    <a:ext uri="{FF2B5EF4-FFF2-40B4-BE49-F238E27FC236}">
                      <a16:creationId xmlns:a16="http://schemas.microsoft.com/office/drawing/2014/main" id="{355017EA-3123-094C-C1B1-04A1207C3369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50" name="직선 연결선 324">
                  <a:extLst>
                    <a:ext uri="{FF2B5EF4-FFF2-40B4-BE49-F238E27FC236}">
                      <a16:creationId xmlns:a16="http://schemas.microsoft.com/office/drawing/2014/main" id="{4E971093-B9A4-68E0-E7B9-555B044D2391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46" name="직선 연결선 326">
                <a:extLst>
                  <a:ext uri="{FF2B5EF4-FFF2-40B4-BE49-F238E27FC236}">
                    <a16:creationId xmlns:a16="http://schemas.microsoft.com/office/drawing/2014/main" id="{09EF3617-E631-7276-611A-3B0FDD7F1342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47" name="타원 1846">
                <a:extLst>
                  <a:ext uri="{FF2B5EF4-FFF2-40B4-BE49-F238E27FC236}">
                    <a16:creationId xmlns:a16="http://schemas.microsoft.com/office/drawing/2014/main" id="{36DF4C1A-BF7E-9B86-F146-02787761111D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858" name="그룹 1857">
              <a:extLst>
                <a:ext uri="{FF2B5EF4-FFF2-40B4-BE49-F238E27FC236}">
                  <a16:creationId xmlns:a16="http://schemas.microsoft.com/office/drawing/2014/main" id="{5B101828-50D2-A65F-A627-27DC7250AA82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4423380" y="4340174"/>
              <a:ext cx="148067" cy="108000"/>
              <a:chOff x="7409659" y="2902132"/>
              <a:chExt cx="317047" cy="239471"/>
            </a:xfrm>
          </p:grpSpPr>
          <p:grpSp>
            <p:nvGrpSpPr>
              <p:cNvPr id="1859" name="그룹 1858">
                <a:extLst>
                  <a:ext uri="{FF2B5EF4-FFF2-40B4-BE49-F238E27FC236}">
                    <a16:creationId xmlns:a16="http://schemas.microsoft.com/office/drawing/2014/main" id="{C41A4BA9-5C2E-2010-0697-50880A421F68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862" name="직선 연결선 322">
                  <a:extLst>
                    <a:ext uri="{FF2B5EF4-FFF2-40B4-BE49-F238E27FC236}">
                      <a16:creationId xmlns:a16="http://schemas.microsoft.com/office/drawing/2014/main" id="{5C58A95D-C37F-3487-62DB-D49BA9FD0811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63" name="직선 연결선 323">
                  <a:extLst>
                    <a:ext uri="{FF2B5EF4-FFF2-40B4-BE49-F238E27FC236}">
                      <a16:creationId xmlns:a16="http://schemas.microsoft.com/office/drawing/2014/main" id="{CC736B43-5644-59E0-D1B3-42E1CEC4B632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64" name="직선 연결선 324">
                  <a:extLst>
                    <a:ext uri="{FF2B5EF4-FFF2-40B4-BE49-F238E27FC236}">
                      <a16:creationId xmlns:a16="http://schemas.microsoft.com/office/drawing/2014/main" id="{F5B44F66-DDF4-63BC-00A2-0ECF0F9CC7CF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60" name="직선 연결선 326">
                <a:extLst>
                  <a:ext uri="{FF2B5EF4-FFF2-40B4-BE49-F238E27FC236}">
                    <a16:creationId xmlns:a16="http://schemas.microsoft.com/office/drawing/2014/main" id="{A8854EF6-E91E-8162-B4F5-5B76C9045BF1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61" name="타원 1860">
                <a:extLst>
                  <a:ext uri="{FF2B5EF4-FFF2-40B4-BE49-F238E27FC236}">
                    <a16:creationId xmlns:a16="http://schemas.microsoft.com/office/drawing/2014/main" id="{6ABBAFF1-8FB5-11AB-E211-16A3548C71B1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865" name="그룹 1864">
              <a:extLst>
                <a:ext uri="{FF2B5EF4-FFF2-40B4-BE49-F238E27FC236}">
                  <a16:creationId xmlns:a16="http://schemas.microsoft.com/office/drawing/2014/main" id="{483903F9-7F3C-F1D6-CE0E-1358E262FE9D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3495527" y="4206245"/>
              <a:ext cx="148067" cy="108000"/>
              <a:chOff x="7409659" y="2902132"/>
              <a:chExt cx="317047" cy="239471"/>
            </a:xfrm>
          </p:grpSpPr>
          <p:grpSp>
            <p:nvGrpSpPr>
              <p:cNvPr id="1866" name="그룹 1865">
                <a:extLst>
                  <a:ext uri="{FF2B5EF4-FFF2-40B4-BE49-F238E27FC236}">
                    <a16:creationId xmlns:a16="http://schemas.microsoft.com/office/drawing/2014/main" id="{9534FAE2-48F8-85F8-80BC-3DC14F97DF06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869" name="직선 연결선 322">
                  <a:extLst>
                    <a:ext uri="{FF2B5EF4-FFF2-40B4-BE49-F238E27FC236}">
                      <a16:creationId xmlns:a16="http://schemas.microsoft.com/office/drawing/2014/main" id="{77E5BDF0-9C5B-0F9D-220E-D5C33983F448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70" name="직선 연결선 323">
                  <a:extLst>
                    <a:ext uri="{FF2B5EF4-FFF2-40B4-BE49-F238E27FC236}">
                      <a16:creationId xmlns:a16="http://schemas.microsoft.com/office/drawing/2014/main" id="{015E38AD-B828-35F7-F3A1-C271B69ABE95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71" name="직선 연결선 324">
                  <a:extLst>
                    <a:ext uri="{FF2B5EF4-FFF2-40B4-BE49-F238E27FC236}">
                      <a16:creationId xmlns:a16="http://schemas.microsoft.com/office/drawing/2014/main" id="{9179E15F-82CC-0952-BDE0-24D2FC19A698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67" name="직선 연결선 326">
                <a:extLst>
                  <a:ext uri="{FF2B5EF4-FFF2-40B4-BE49-F238E27FC236}">
                    <a16:creationId xmlns:a16="http://schemas.microsoft.com/office/drawing/2014/main" id="{253041EE-1AED-B707-B3F8-5CD4CCC246A1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68" name="타원 1867">
                <a:extLst>
                  <a:ext uri="{FF2B5EF4-FFF2-40B4-BE49-F238E27FC236}">
                    <a16:creationId xmlns:a16="http://schemas.microsoft.com/office/drawing/2014/main" id="{FD648C8D-0796-F6D0-667F-58EB7AD66693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872" name="그룹 1871">
              <a:extLst>
                <a:ext uri="{FF2B5EF4-FFF2-40B4-BE49-F238E27FC236}">
                  <a16:creationId xmlns:a16="http://schemas.microsoft.com/office/drawing/2014/main" id="{ACC384FF-BF95-968A-664E-009E0CDCD86D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3495014" y="3205234"/>
              <a:ext cx="148067" cy="108000"/>
              <a:chOff x="7409659" y="2902132"/>
              <a:chExt cx="317047" cy="239471"/>
            </a:xfrm>
          </p:grpSpPr>
          <p:grpSp>
            <p:nvGrpSpPr>
              <p:cNvPr id="1873" name="그룹 1872">
                <a:extLst>
                  <a:ext uri="{FF2B5EF4-FFF2-40B4-BE49-F238E27FC236}">
                    <a16:creationId xmlns:a16="http://schemas.microsoft.com/office/drawing/2014/main" id="{1B5973AD-8F88-A737-29EB-7CA6F19DD2A7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876" name="직선 연결선 322">
                  <a:extLst>
                    <a:ext uri="{FF2B5EF4-FFF2-40B4-BE49-F238E27FC236}">
                      <a16:creationId xmlns:a16="http://schemas.microsoft.com/office/drawing/2014/main" id="{1057DE73-2583-FAE4-7ADC-5D2C7108753A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77" name="직선 연결선 323">
                  <a:extLst>
                    <a:ext uri="{FF2B5EF4-FFF2-40B4-BE49-F238E27FC236}">
                      <a16:creationId xmlns:a16="http://schemas.microsoft.com/office/drawing/2014/main" id="{B882AE12-A5DF-A7DC-B2D9-081C6C48232A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78" name="직선 연결선 324">
                  <a:extLst>
                    <a:ext uri="{FF2B5EF4-FFF2-40B4-BE49-F238E27FC236}">
                      <a16:creationId xmlns:a16="http://schemas.microsoft.com/office/drawing/2014/main" id="{F0553D9C-AE23-E74D-42D7-4C9C3A7AD1BB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74" name="직선 연결선 326">
                <a:extLst>
                  <a:ext uri="{FF2B5EF4-FFF2-40B4-BE49-F238E27FC236}">
                    <a16:creationId xmlns:a16="http://schemas.microsoft.com/office/drawing/2014/main" id="{03E05ADE-557C-9C21-65E2-236C0B50E7C7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75" name="타원 1874">
                <a:extLst>
                  <a:ext uri="{FF2B5EF4-FFF2-40B4-BE49-F238E27FC236}">
                    <a16:creationId xmlns:a16="http://schemas.microsoft.com/office/drawing/2014/main" id="{B4CA6C18-57AB-3BEA-0FC4-1ADFA89D2AF5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8219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82FDE-6AA3-8E7F-C675-054B877D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27670F08-D677-5C87-E198-4B31544AB488}"/>
              </a:ext>
            </a:extLst>
          </p:cNvPr>
          <p:cNvGrpSpPr/>
          <p:nvPr/>
        </p:nvGrpSpPr>
        <p:grpSpPr>
          <a:xfrm>
            <a:off x="2218870" y="1942886"/>
            <a:ext cx="3990672" cy="3136722"/>
            <a:chOff x="2218870" y="1942886"/>
            <a:chExt cx="3990672" cy="3136722"/>
          </a:xfrm>
        </p:grpSpPr>
        <p:sp>
          <p:nvSpPr>
            <p:cNvPr id="786" name="직사각형 785">
              <a:extLst>
                <a:ext uri="{FF2B5EF4-FFF2-40B4-BE49-F238E27FC236}">
                  <a16:creationId xmlns:a16="http://schemas.microsoft.com/office/drawing/2014/main" id="{B972CD88-69EF-CA78-05CB-FD5C541623D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98602" y="2848142"/>
              <a:ext cx="720000" cy="432000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movie</a:t>
              </a:r>
              <a:endParaRPr lang="ko-KR" altLang="en-US" sz="10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787" name="직사각형 786">
              <a:extLst>
                <a:ext uri="{FF2B5EF4-FFF2-40B4-BE49-F238E27FC236}">
                  <a16:creationId xmlns:a16="http://schemas.microsoft.com/office/drawing/2014/main" id="{BD6B271C-5E15-8CD3-08C0-6E2A677E6E60}"/>
                </a:ext>
              </a:extLst>
            </p:cNvPr>
            <p:cNvSpPr>
              <a:spLocks/>
            </p:cNvSpPr>
            <p:nvPr/>
          </p:nvSpPr>
          <p:spPr>
            <a:xfrm>
              <a:off x="3498602" y="3747875"/>
              <a:ext cx="720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movie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version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792" name="직사각형 791">
              <a:extLst>
                <a:ext uri="{FF2B5EF4-FFF2-40B4-BE49-F238E27FC236}">
                  <a16:creationId xmlns:a16="http://schemas.microsoft.com/office/drawing/2014/main" id="{72B54FB8-3EF9-3223-8F21-6928F65A8B73}"/>
                </a:ext>
              </a:extLst>
            </p:cNvPr>
            <p:cNvSpPr>
              <a:spLocks/>
            </p:cNvSpPr>
            <p:nvPr/>
          </p:nvSpPr>
          <p:spPr>
            <a:xfrm>
              <a:off x="3498602" y="4647608"/>
              <a:ext cx="720000" cy="432000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showtime</a:t>
              </a:r>
              <a:endParaRPr lang="ko-KR" altLang="en-US" sz="10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799" name="직선 연결선[R] 798">
              <a:extLst>
                <a:ext uri="{FF2B5EF4-FFF2-40B4-BE49-F238E27FC236}">
                  <a16:creationId xmlns:a16="http://schemas.microsoft.com/office/drawing/2014/main" id="{EAA570F1-D3F1-2579-35F1-0A88C2D4D6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71962" y="3280142"/>
              <a:ext cx="0" cy="467733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2" name="직선 연결선[R] 801">
              <a:extLst>
                <a:ext uri="{FF2B5EF4-FFF2-40B4-BE49-F238E27FC236}">
                  <a16:creationId xmlns:a16="http://schemas.microsoft.com/office/drawing/2014/main" id="{25999F3E-EDC7-A8A5-B6E6-E011186C93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59704" y="4179875"/>
              <a:ext cx="0" cy="467733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5" name="직사각형 814">
              <a:extLst>
                <a:ext uri="{FF2B5EF4-FFF2-40B4-BE49-F238E27FC236}">
                  <a16:creationId xmlns:a16="http://schemas.microsoft.com/office/drawing/2014/main" id="{34133520-FEB4-BB80-6603-F4228F6574FE}"/>
                </a:ext>
              </a:extLst>
            </p:cNvPr>
            <p:cNvSpPr/>
            <p:nvPr/>
          </p:nvSpPr>
          <p:spPr>
            <a:xfrm>
              <a:off x="2218870" y="4647608"/>
              <a:ext cx="720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show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status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817" name="직사각형 816">
              <a:extLst>
                <a:ext uri="{FF2B5EF4-FFF2-40B4-BE49-F238E27FC236}">
                  <a16:creationId xmlns:a16="http://schemas.microsoft.com/office/drawing/2014/main" id="{8E6044C3-F69F-BC92-871E-1FA1F6485E62}"/>
                </a:ext>
              </a:extLst>
            </p:cNvPr>
            <p:cNvSpPr>
              <a:spLocks/>
            </p:cNvSpPr>
            <p:nvPr/>
          </p:nvSpPr>
          <p:spPr>
            <a:xfrm>
              <a:off x="3065282" y="1942886"/>
              <a:ext cx="720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age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rating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818" name="직사각형 817">
              <a:extLst>
                <a:ext uri="{FF2B5EF4-FFF2-40B4-BE49-F238E27FC236}">
                  <a16:creationId xmlns:a16="http://schemas.microsoft.com/office/drawing/2014/main" id="{9188B9E6-DC0A-5F20-71F2-BBBED51B5B1B}"/>
                </a:ext>
              </a:extLst>
            </p:cNvPr>
            <p:cNvSpPr>
              <a:spLocks/>
            </p:cNvSpPr>
            <p:nvPr/>
          </p:nvSpPr>
          <p:spPr>
            <a:xfrm>
              <a:off x="3947070" y="1942886"/>
              <a:ext cx="830835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distributor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819" name="직사각형 818">
              <a:extLst>
                <a:ext uri="{FF2B5EF4-FFF2-40B4-BE49-F238E27FC236}">
                  <a16:creationId xmlns:a16="http://schemas.microsoft.com/office/drawing/2014/main" id="{844CFB08-2D48-19A9-4115-47A601589CB3}"/>
                </a:ext>
              </a:extLst>
            </p:cNvPr>
            <p:cNvSpPr>
              <a:spLocks/>
            </p:cNvSpPr>
            <p:nvPr/>
          </p:nvSpPr>
          <p:spPr>
            <a:xfrm>
              <a:off x="5489542" y="3992940"/>
              <a:ext cx="720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language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820" name="직사각형 819">
              <a:extLst>
                <a:ext uri="{FF2B5EF4-FFF2-40B4-BE49-F238E27FC236}">
                  <a16:creationId xmlns:a16="http://schemas.microsoft.com/office/drawing/2014/main" id="{7EBBC843-A496-BF4C-372E-F5CC81B13F62}"/>
                </a:ext>
              </a:extLst>
            </p:cNvPr>
            <p:cNvSpPr>
              <a:spLocks/>
            </p:cNvSpPr>
            <p:nvPr/>
          </p:nvSpPr>
          <p:spPr>
            <a:xfrm>
              <a:off x="5489542" y="3500965"/>
              <a:ext cx="720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subtitle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821" name="직사각형 820">
              <a:extLst>
                <a:ext uri="{FF2B5EF4-FFF2-40B4-BE49-F238E27FC236}">
                  <a16:creationId xmlns:a16="http://schemas.microsoft.com/office/drawing/2014/main" id="{BCDD7890-4803-C460-2778-2B185C20A815}"/>
                </a:ext>
              </a:extLst>
            </p:cNvPr>
            <p:cNvSpPr>
              <a:spLocks/>
            </p:cNvSpPr>
            <p:nvPr/>
          </p:nvSpPr>
          <p:spPr>
            <a:xfrm>
              <a:off x="4777909" y="2842216"/>
              <a:ext cx="720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movie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similarity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822" name="직선 연결선[R] 821">
              <a:extLst>
                <a:ext uri="{FF2B5EF4-FFF2-40B4-BE49-F238E27FC236}">
                  <a16:creationId xmlns:a16="http://schemas.microsoft.com/office/drawing/2014/main" id="{061F0C76-16FB-B6C6-A1AB-C6DAF7DF5B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18602" y="3833477"/>
              <a:ext cx="127094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6" name="직선 연결선[R] 825">
              <a:extLst>
                <a:ext uri="{FF2B5EF4-FFF2-40B4-BE49-F238E27FC236}">
                  <a16:creationId xmlns:a16="http://schemas.microsoft.com/office/drawing/2014/main" id="{8083F4B2-3439-E8D7-4ED6-E0E59E6043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38870" y="4862462"/>
              <a:ext cx="559732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8" name="직선 연결선[R] 827">
              <a:extLst>
                <a:ext uri="{FF2B5EF4-FFF2-40B4-BE49-F238E27FC236}">
                  <a16:creationId xmlns:a16="http://schemas.microsoft.com/office/drawing/2014/main" id="{01BB2FA5-9FF6-2F5A-1622-DA30581C7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18602" y="4067856"/>
              <a:ext cx="1270940" cy="5384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9" name="직선 연결선[R] 828">
              <a:extLst>
                <a:ext uri="{FF2B5EF4-FFF2-40B4-BE49-F238E27FC236}">
                  <a16:creationId xmlns:a16="http://schemas.microsoft.com/office/drawing/2014/main" id="{C1819F08-1500-BB2F-6FDC-CEF061F18D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18177" y="2982576"/>
              <a:ext cx="559732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9" name="직선 연결선[R] 868">
              <a:extLst>
                <a:ext uri="{FF2B5EF4-FFF2-40B4-BE49-F238E27FC236}">
                  <a16:creationId xmlns:a16="http://schemas.microsoft.com/office/drawing/2014/main" id="{F15F62E8-5C4C-01A5-0E60-96297377DB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71962" y="2380409"/>
              <a:ext cx="0" cy="467733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0" name="직선 연결선[R] 869">
              <a:extLst>
                <a:ext uri="{FF2B5EF4-FFF2-40B4-BE49-F238E27FC236}">
                  <a16:creationId xmlns:a16="http://schemas.microsoft.com/office/drawing/2014/main" id="{40AFF698-9B23-7B75-5375-D4657724B8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0596" y="2374886"/>
              <a:ext cx="0" cy="467733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351">
              <a:extLst>
                <a:ext uri="{FF2B5EF4-FFF2-40B4-BE49-F238E27FC236}">
                  <a16:creationId xmlns:a16="http://schemas.microsoft.com/office/drawing/2014/main" id="{791DAF5F-C544-C5F2-2E08-D0C7793C2223}"/>
                </a:ext>
              </a:extLst>
            </p:cNvPr>
            <p:cNvCxnSpPr>
              <a:cxnSpLocks/>
            </p:cNvCxnSpPr>
            <p:nvPr/>
          </p:nvCxnSpPr>
          <p:spPr>
            <a:xfrm>
              <a:off x="4016833" y="3334341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직선 연결선 351">
              <a:extLst>
                <a:ext uri="{FF2B5EF4-FFF2-40B4-BE49-F238E27FC236}">
                  <a16:creationId xmlns:a16="http://schemas.microsoft.com/office/drawing/2014/main" id="{84329917-8E7E-DEFC-7665-5234B29C4C87}"/>
                </a:ext>
              </a:extLst>
            </p:cNvPr>
            <p:cNvCxnSpPr>
              <a:cxnSpLocks/>
            </p:cNvCxnSpPr>
            <p:nvPr/>
          </p:nvCxnSpPr>
          <p:spPr>
            <a:xfrm>
              <a:off x="2987495" y="4806074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0" name="직선 연결선 351">
              <a:extLst>
                <a:ext uri="{FF2B5EF4-FFF2-40B4-BE49-F238E27FC236}">
                  <a16:creationId xmlns:a16="http://schemas.microsoft.com/office/drawing/2014/main" id="{FFB4DE66-1186-2050-813F-90A4CFDA3398}"/>
                </a:ext>
              </a:extLst>
            </p:cNvPr>
            <p:cNvCxnSpPr>
              <a:cxnSpLocks/>
            </p:cNvCxnSpPr>
            <p:nvPr/>
          </p:nvCxnSpPr>
          <p:spPr>
            <a:xfrm>
              <a:off x="3804602" y="4235678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987" name="그룹 986">
              <a:extLst>
                <a:ext uri="{FF2B5EF4-FFF2-40B4-BE49-F238E27FC236}">
                  <a16:creationId xmlns:a16="http://schemas.microsoft.com/office/drawing/2014/main" id="{1C417516-9FAF-D29A-2049-533F6B01EE2C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3586562" y="2715001"/>
              <a:ext cx="148067" cy="108000"/>
              <a:chOff x="7409659" y="2902132"/>
              <a:chExt cx="317047" cy="239471"/>
            </a:xfrm>
          </p:grpSpPr>
          <p:grpSp>
            <p:nvGrpSpPr>
              <p:cNvPr id="988" name="그룹 987">
                <a:extLst>
                  <a:ext uri="{FF2B5EF4-FFF2-40B4-BE49-F238E27FC236}">
                    <a16:creationId xmlns:a16="http://schemas.microsoft.com/office/drawing/2014/main" id="{A7CBC307-22ED-8FFB-AD5D-56017637F116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993" name="직선 연결선 322">
                  <a:extLst>
                    <a:ext uri="{FF2B5EF4-FFF2-40B4-BE49-F238E27FC236}">
                      <a16:creationId xmlns:a16="http://schemas.microsoft.com/office/drawing/2014/main" id="{430A9E3E-51EC-6F03-D57F-2486988E3F41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4" name="직선 연결선 323">
                  <a:extLst>
                    <a:ext uri="{FF2B5EF4-FFF2-40B4-BE49-F238E27FC236}">
                      <a16:creationId xmlns:a16="http://schemas.microsoft.com/office/drawing/2014/main" id="{0CC90972-235E-CDA2-EDDF-6024D2F2D771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5" name="직선 연결선 324">
                  <a:extLst>
                    <a:ext uri="{FF2B5EF4-FFF2-40B4-BE49-F238E27FC236}">
                      <a16:creationId xmlns:a16="http://schemas.microsoft.com/office/drawing/2014/main" id="{BE6E7A8E-9A49-9276-E942-C8F77B87D54E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90" name="직선 연결선 326">
                <a:extLst>
                  <a:ext uri="{FF2B5EF4-FFF2-40B4-BE49-F238E27FC236}">
                    <a16:creationId xmlns:a16="http://schemas.microsoft.com/office/drawing/2014/main" id="{B0171C7E-426F-B69E-0925-A125F42D82CF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91" name="타원 990">
                <a:extLst>
                  <a:ext uri="{FF2B5EF4-FFF2-40B4-BE49-F238E27FC236}">
                    <a16:creationId xmlns:a16="http://schemas.microsoft.com/office/drawing/2014/main" id="{EBC4574A-8E9C-415F-62BF-0701179BB4AE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996" name="그룹 995">
              <a:extLst>
                <a:ext uri="{FF2B5EF4-FFF2-40B4-BE49-F238E27FC236}">
                  <a16:creationId xmlns:a16="http://schemas.microsoft.com/office/drawing/2014/main" id="{2473F995-5101-FF4E-4AA6-949952646F07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3997928" y="2717347"/>
              <a:ext cx="148067" cy="108000"/>
              <a:chOff x="7409659" y="2902132"/>
              <a:chExt cx="317047" cy="239471"/>
            </a:xfrm>
          </p:grpSpPr>
          <p:grpSp>
            <p:nvGrpSpPr>
              <p:cNvPr id="997" name="그룹 996">
                <a:extLst>
                  <a:ext uri="{FF2B5EF4-FFF2-40B4-BE49-F238E27FC236}">
                    <a16:creationId xmlns:a16="http://schemas.microsoft.com/office/drawing/2014/main" id="{F68BAEE6-D1D9-EA1D-DDEB-923F435F24C3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002" name="직선 연결선 322">
                  <a:extLst>
                    <a:ext uri="{FF2B5EF4-FFF2-40B4-BE49-F238E27FC236}">
                      <a16:creationId xmlns:a16="http://schemas.microsoft.com/office/drawing/2014/main" id="{4C98C623-9235-02B1-0549-5240E55DEAF4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03" name="직선 연결선 323">
                  <a:extLst>
                    <a:ext uri="{FF2B5EF4-FFF2-40B4-BE49-F238E27FC236}">
                      <a16:creationId xmlns:a16="http://schemas.microsoft.com/office/drawing/2014/main" id="{BD801380-8851-D03C-97F1-5A14B246F4F1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05" name="직선 연결선 324">
                  <a:extLst>
                    <a:ext uri="{FF2B5EF4-FFF2-40B4-BE49-F238E27FC236}">
                      <a16:creationId xmlns:a16="http://schemas.microsoft.com/office/drawing/2014/main" id="{26C8EF68-9AD5-3512-2178-3DBF410E7DF1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98" name="직선 연결선 326">
                <a:extLst>
                  <a:ext uri="{FF2B5EF4-FFF2-40B4-BE49-F238E27FC236}">
                    <a16:creationId xmlns:a16="http://schemas.microsoft.com/office/drawing/2014/main" id="{4DF956D1-3747-EB34-AF4B-91604B8EA357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00" name="타원 999">
                <a:extLst>
                  <a:ext uri="{FF2B5EF4-FFF2-40B4-BE49-F238E27FC236}">
                    <a16:creationId xmlns:a16="http://schemas.microsoft.com/office/drawing/2014/main" id="{8CAF4862-269F-E23B-A82A-D658FD854B64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cxnSp>
          <p:nvCxnSpPr>
            <p:cNvPr id="1036" name="직선 연결선 351">
              <a:extLst>
                <a:ext uri="{FF2B5EF4-FFF2-40B4-BE49-F238E27FC236}">
                  <a16:creationId xmlns:a16="http://schemas.microsoft.com/office/drawing/2014/main" id="{5D4FE887-262D-B45B-A157-1D48907F0044}"/>
                </a:ext>
              </a:extLst>
            </p:cNvPr>
            <p:cNvCxnSpPr>
              <a:cxnSpLocks/>
            </p:cNvCxnSpPr>
            <p:nvPr/>
          </p:nvCxnSpPr>
          <p:spPr>
            <a:xfrm>
              <a:off x="5421382" y="3787127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7" name="직선 연결선 351">
              <a:extLst>
                <a:ext uri="{FF2B5EF4-FFF2-40B4-BE49-F238E27FC236}">
                  <a16:creationId xmlns:a16="http://schemas.microsoft.com/office/drawing/2014/main" id="{70257781-7595-F314-BE32-1CA070CA7711}"/>
                </a:ext>
              </a:extLst>
            </p:cNvPr>
            <p:cNvCxnSpPr>
              <a:cxnSpLocks/>
            </p:cNvCxnSpPr>
            <p:nvPr/>
          </p:nvCxnSpPr>
          <p:spPr>
            <a:xfrm>
              <a:off x="5423529" y="4030092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8" name="직선 연결선[R] 1037">
              <a:extLst>
                <a:ext uri="{FF2B5EF4-FFF2-40B4-BE49-F238E27FC236}">
                  <a16:creationId xmlns:a16="http://schemas.microsoft.com/office/drawing/2014/main" id="{474D2C52-D82A-52A0-AEBD-541EFDB7F2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18177" y="3138124"/>
              <a:ext cx="559732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7" name="직선 연결선 351">
              <a:extLst>
                <a:ext uri="{FF2B5EF4-FFF2-40B4-BE49-F238E27FC236}">
                  <a16:creationId xmlns:a16="http://schemas.microsoft.com/office/drawing/2014/main" id="{7868FB3C-1486-0C6B-03F3-F134255F33B3}"/>
                </a:ext>
              </a:extLst>
            </p:cNvPr>
            <p:cNvCxnSpPr>
              <a:cxnSpLocks/>
            </p:cNvCxnSpPr>
            <p:nvPr/>
          </p:nvCxnSpPr>
          <p:spPr>
            <a:xfrm>
              <a:off x="4269598" y="2922650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8" name="직선 연결선 351">
              <a:extLst>
                <a:ext uri="{FF2B5EF4-FFF2-40B4-BE49-F238E27FC236}">
                  <a16:creationId xmlns:a16="http://schemas.microsoft.com/office/drawing/2014/main" id="{9369C5E5-192D-DC02-5E89-1CAD976F1688}"/>
                </a:ext>
              </a:extLst>
            </p:cNvPr>
            <p:cNvCxnSpPr>
              <a:cxnSpLocks/>
            </p:cNvCxnSpPr>
            <p:nvPr/>
          </p:nvCxnSpPr>
          <p:spPr>
            <a:xfrm>
              <a:off x="4266591" y="3058216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517" name="그룹 1516">
              <a:extLst>
                <a:ext uri="{FF2B5EF4-FFF2-40B4-BE49-F238E27FC236}">
                  <a16:creationId xmlns:a16="http://schemas.microsoft.com/office/drawing/2014/main" id="{23846492-8857-17EC-A413-C205A32CF729}"/>
                </a:ext>
              </a:extLst>
            </p:cNvPr>
            <p:cNvGrpSpPr/>
            <p:nvPr/>
          </p:nvGrpSpPr>
          <p:grpSpPr>
            <a:xfrm rot="16200000">
              <a:off x="3613853" y="2420739"/>
              <a:ext cx="90979" cy="106796"/>
              <a:chOff x="4947906" y="3396192"/>
              <a:chExt cx="90979" cy="106796"/>
            </a:xfrm>
          </p:grpSpPr>
          <p:cxnSp>
            <p:nvCxnSpPr>
              <p:cNvPr id="1518" name="직선 연결선 326">
                <a:extLst>
                  <a:ext uri="{FF2B5EF4-FFF2-40B4-BE49-F238E27FC236}">
                    <a16:creationId xmlns:a16="http://schemas.microsoft.com/office/drawing/2014/main" id="{3BE717AB-99F1-8101-8FE3-E568102DB7BF}"/>
                  </a:ext>
                </a:extLst>
              </p:cNvPr>
              <p:cNvCxnSpPr/>
              <p:nvPr/>
            </p:nvCxnSpPr>
            <p:spPr>
              <a:xfrm>
                <a:off x="5038885" y="3396192"/>
                <a:ext cx="0" cy="106796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19" name="타원 1518">
                <a:extLst>
                  <a:ext uri="{FF2B5EF4-FFF2-40B4-BE49-F238E27FC236}">
                    <a16:creationId xmlns:a16="http://schemas.microsoft.com/office/drawing/2014/main" id="{80A18865-B1FC-BEC6-157F-35C173FC896A}"/>
                  </a:ext>
                </a:extLst>
              </p:cNvPr>
              <p:cNvSpPr/>
              <p:nvPr/>
            </p:nvSpPr>
            <p:spPr>
              <a:xfrm>
                <a:off x="4947906" y="3406866"/>
                <a:ext cx="90978" cy="8785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520" name="그룹 1519">
              <a:extLst>
                <a:ext uri="{FF2B5EF4-FFF2-40B4-BE49-F238E27FC236}">
                  <a16:creationId xmlns:a16="http://schemas.microsoft.com/office/drawing/2014/main" id="{44F3831F-3E03-99C5-8D5E-E3ADBBE72C7F}"/>
                </a:ext>
              </a:extLst>
            </p:cNvPr>
            <p:cNvGrpSpPr/>
            <p:nvPr/>
          </p:nvGrpSpPr>
          <p:grpSpPr>
            <a:xfrm rot="16200000">
              <a:off x="4026473" y="2426224"/>
              <a:ext cx="90979" cy="106796"/>
              <a:chOff x="4947906" y="3396192"/>
              <a:chExt cx="90979" cy="106796"/>
            </a:xfrm>
          </p:grpSpPr>
          <p:cxnSp>
            <p:nvCxnSpPr>
              <p:cNvPr id="1521" name="직선 연결선 326">
                <a:extLst>
                  <a:ext uri="{FF2B5EF4-FFF2-40B4-BE49-F238E27FC236}">
                    <a16:creationId xmlns:a16="http://schemas.microsoft.com/office/drawing/2014/main" id="{E0B45BED-8320-AC28-54A6-E4AE9D50FEFD}"/>
                  </a:ext>
                </a:extLst>
              </p:cNvPr>
              <p:cNvCxnSpPr/>
              <p:nvPr/>
            </p:nvCxnSpPr>
            <p:spPr>
              <a:xfrm>
                <a:off x="5038885" y="3396192"/>
                <a:ext cx="0" cy="106796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22" name="타원 1521">
                <a:extLst>
                  <a:ext uri="{FF2B5EF4-FFF2-40B4-BE49-F238E27FC236}">
                    <a16:creationId xmlns:a16="http://schemas.microsoft.com/office/drawing/2014/main" id="{E65794B7-717E-3010-83D9-02C30FB6BC02}"/>
                  </a:ext>
                </a:extLst>
              </p:cNvPr>
              <p:cNvSpPr/>
              <p:nvPr/>
            </p:nvSpPr>
            <p:spPr>
              <a:xfrm>
                <a:off x="4947906" y="3406866"/>
                <a:ext cx="90978" cy="8785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523" name="그룹 1522">
              <a:extLst>
                <a:ext uri="{FF2B5EF4-FFF2-40B4-BE49-F238E27FC236}">
                  <a16:creationId xmlns:a16="http://schemas.microsoft.com/office/drawing/2014/main" id="{EA39B5FE-693B-656D-186F-187919B845FD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3997928" y="3613611"/>
              <a:ext cx="148067" cy="108000"/>
              <a:chOff x="7409659" y="2902132"/>
              <a:chExt cx="317047" cy="239471"/>
            </a:xfrm>
          </p:grpSpPr>
          <p:grpSp>
            <p:nvGrpSpPr>
              <p:cNvPr id="1524" name="그룹 1523">
                <a:extLst>
                  <a:ext uri="{FF2B5EF4-FFF2-40B4-BE49-F238E27FC236}">
                    <a16:creationId xmlns:a16="http://schemas.microsoft.com/office/drawing/2014/main" id="{280AC380-E898-5AAE-B7BA-6EC75492587F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527" name="직선 연결선 322">
                  <a:extLst>
                    <a:ext uri="{FF2B5EF4-FFF2-40B4-BE49-F238E27FC236}">
                      <a16:creationId xmlns:a16="http://schemas.microsoft.com/office/drawing/2014/main" id="{0232569F-A594-BE8B-7681-EBE9A819F54B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28" name="직선 연결선 323">
                  <a:extLst>
                    <a:ext uri="{FF2B5EF4-FFF2-40B4-BE49-F238E27FC236}">
                      <a16:creationId xmlns:a16="http://schemas.microsoft.com/office/drawing/2014/main" id="{610394DE-78CC-5731-5B2A-1F1F5E9D3C85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29" name="직선 연결선 324">
                  <a:extLst>
                    <a:ext uri="{FF2B5EF4-FFF2-40B4-BE49-F238E27FC236}">
                      <a16:creationId xmlns:a16="http://schemas.microsoft.com/office/drawing/2014/main" id="{E7A61D74-8405-0BF3-19DC-7DF6F8E22E1C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25" name="직선 연결선 326">
                <a:extLst>
                  <a:ext uri="{FF2B5EF4-FFF2-40B4-BE49-F238E27FC236}">
                    <a16:creationId xmlns:a16="http://schemas.microsoft.com/office/drawing/2014/main" id="{E4027044-C692-6C02-3B01-1CD6E94D9DED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26" name="타원 1525">
                <a:extLst>
                  <a:ext uri="{FF2B5EF4-FFF2-40B4-BE49-F238E27FC236}">
                    <a16:creationId xmlns:a16="http://schemas.microsoft.com/office/drawing/2014/main" id="{0DBC00EB-5ECE-C07A-8794-64200B9607D3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530" name="그룹 1529">
              <a:extLst>
                <a:ext uri="{FF2B5EF4-FFF2-40B4-BE49-F238E27FC236}">
                  <a16:creationId xmlns:a16="http://schemas.microsoft.com/office/drawing/2014/main" id="{0A846A98-DE22-4964-728F-845073458165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4225751" y="3776954"/>
              <a:ext cx="148067" cy="108000"/>
              <a:chOff x="7409659" y="2902132"/>
              <a:chExt cx="317047" cy="239471"/>
            </a:xfrm>
          </p:grpSpPr>
          <p:grpSp>
            <p:nvGrpSpPr>
              <p:cNvPr id="1531" name="그룹 1530">
                <a:extLst>
                  <a:ext uri="{FF2B5EF4-FFF2-40B4-BE49-F238E27FC236}">
                    <a16:creationId xmlns:a16="http://schemas.microsoft.com/office/drawing/2014/main" id="{4217F754-B623-233F-38AB-D4D334ED88EA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534" name="직선 연결선 322">
                  <a:extLst>
                    <a:ext uri="{FF2B5EF4-FFF2-40B4-BE49-F238E27FC236}">
                      <a16:creationId xmlns:a16="http://schemas.microsoft.com/office/drawing/2014/main" id="{882508B4-2DE5-44A3-0E4C-883F7F2FF181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35" name="직선 연결선 323">
                  <a:extLst>
                    <a:ext uri="{FF2B5EF4-FFF2-40B4-BE49-F238E27FC236}">
                      <a16:creationId xmlns:a16="http://schemas.microsoft.com/office/drawing/2014/main" id="{C79F18C1-F102-2431-29C1-8CB4181242F9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36" name="직선 연결선 324">
                  <a:extLst>
                    <a:ext uri="{FF2B5EF4-FFF2-40B4-BE49-F238E27FC236}">
                      <a16:creationId xmlns:a16="http://schemas.microsoft.com/office/drawing/2014/main" id="{8EFD6921-992C-0EB2-B931-A9CE66D0E674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32" name="직선 연결선 326">
                <a:extLst>
                  <a:ext uri="{FF2B5EF4-FFF2-40B4-BE49-F238E27FC236}">
                    <a16:creationId xmlns:a16="http://schemas.microsoft.com/office/drawing/2014/main" id="{B3B5D332-2379-83AC-8A4C-4B54DED9D039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33" name="타원 1532">
                <a:extLst>
                  <a:ext uri="{FF2B5EF4-FFF2-40B4-BE49-F238E27FC236}">
                    <a16:creationId xmlns:a16="http://schemas.microsoft.com/office/drawing/2014/main" id="{D6E067B6-13FC-E3F5-6FD4-12388AB69EF5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537" name="그룹 1536">
              <a:extLst>
                <a:ext uri="{FF2B5EF4-FFF2-40B4-BE49-F238E27FC236}">
                  <a16:creationId xmlns:a16="http://schemas.microsoft.com/office/drawing/2014/main" id="{9EE6F4BB-DC00-3E14-4CF9-200611CE66F7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4218177" y="4020158"/>
              <a:ext cx="148067" cy="108000"/>
              <a:chOff x="7409659" y="2902132"/>
              <a:chExt cx="317047" cy="239471"/>
            </a:xfrm>
          </p:grpSpPr>
          <p:grpSp>
            <p:nvGrpSpPr>
              <p:cNvPr id="1538" name="그룹 1537">
                <a:extLst>
                  <a:ext uri="{FF2B5EF4-FFF2-40B4-BE49-F238E27FC236}">
                    <a16:creationId xmlns:a16="http://schemas.microsoft.com/office/drawing/2014/main" id="{BEF88608-05FF-F31E-4AE8-2A527B98D6A7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541" name="직선 연결선 322">
                  <a:extLst>
                    <a:ext uri="{FF2B5EF4-FFF2-40B4-BE49-F238E27FC236}">
                      <a16:creationId xmlns:a16="http://schemas.microsoft.com/office/drawing/2014/main" id="{FD348C46-8DE1-A0C7-2ADB-A7163713CF4A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42" name="직선 연결선 323">
                  <a:extLst>
                    <a:ext uri="{FF2B5EF4-FFF2-40B4-BE49-F238E27FC236}">
                      <a16:creationId xmlns:a16="http://schemas.microsoft.com/office/drawing/2014/main" id="{27942E86-5A82-87DE-B459-6AF298818069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43" name="직선 연결선 324">
                  <a:extLst>
                    <a:ext uri="{FF2B5EF4-FFF2-40B4-BE49-F238E27FC236}">
                      <a16:creationId xmlns:a16="http://schemas.microsoft.com/office/drawing/2014/main" id="{031CC588-6DC6-C903-91D2-37B77017F138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39" name="직선 연결선 326">
                <a:extLst>
                  <a:ext uri="{FF2B5EF4-FFF2-40B4-BE49-F238E27FC236}">
                    <a16:creationId xmlns:a16="http://schemas.microsoft.com/office/drawing/2014/main" id="{5796CFB2-113F-04F7-4EC2-6225C7E86850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40" name="타원 1539">
                <a:extLst>
                  <a:ext uri="{FF2B5EF4-FFF2-40B4-BE49-F238E27FC236}">
                    <a16:creationId xmlns:a16="http://schemas.microsoft.com/office/drawing/2014/main" id="{BFC78C7E-007E-1768-80D4-4E8924B837FB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544" name="그룹 1543">
              <a:extLst>
                <a:ext uri="{FF2B5EF4-FFF2-40B4-BE49-F238E27FC236}">
                  <a16:creationId xmlns:a16="http://schemas.microsoft.com/office/drawing/2014/main" id="{AD9160C4-C3BA-809F-E301-138DFA581FA5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3784568" y="4516027"/>
              <a:ext cx="148067" cy="108000"/>
              <a:chOff x="7409659" y="2902132"/>
              <a:chExt cx="317047" cy="239471"/>
            </a:xfrm>
          </p:grpSpPr>
          <p:grpSp>
            <p:nvGrpSpPr>
              <p:cNvPr id="1545" name="그룹 1544">
                <a:extLst>
                  <a:ext uri="{FF2B5EF4-FFF2-40B4-BE49-F238E27FC236}">
                    <a16:creationId xmlns:a16="http://schemas.microsoft.com/office/drawing/2014/main" id="{EECEDC29-A7F6-9582-D320-999FF6EAD772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548" name="직선 연결선 322">
                  <a:extLst>
                    <a:ext uri="{FF2B5EF4-FFF2-40B4-BE49-F238E27FC236}">
                      <a16:creationId xmlns:a16="http://schemas.microsoft.com/office/drawing/2014/main" id="{7B9754F9-C400-F9F7-E813-2C4DEB2D76E3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49" name="직선 연결선 323">
                  <a:extLst>
                    <a:ext uri="{FF2B5EF4-FFF2-40B4-BE49-F238E27FC236}">
                      <a16:creationId xmlns:a16="http://schemas.microsoft.com/office/drawing/2014/main" id="{31289669-A8D3-DC23-AF2E-C4A219ED3EE8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50" name="직선 연결선 324">
                  <a:extLst>
                    <a:ext uri="{FF2B5EF4-FFF2-40B4-BE49-F238E27FC236}">
                      <a16:creationId xmlns:a16="http://schemas.microsoft.com/office/drawing/2014/main" id="{F7D48E9E-1E8E-5FDF-F788-70D8CB88426A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46" name="직선 연결선 326">
                <a:extLst>
                  <a:ext uri="{FF2B5EF4-FFF2-40B4-BE49-F238E27FC236}">
                    <a16:creationId xmlns:a16="http://schemas.microsoft.com/office/drawing/2014/main" id="{E53602B6-E43C-D83A-5464-D19D5DCCE9A3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47" name="타원 1546">
                <a:extLst>
                  <a:ext uri="{FF2B5EF4-FFF2-40B4-BE49-F238E27FC236}">
                    <a16:creationId xmlns:a16="http://schemas.microsoft.com/office/drawing/2014/main" id="{64471AB1-3707-DB8D-FF28-CCD182782D58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559" name="그룹 1558">
              <a:extLst>
                <a:ext uri="{FF2B5EF4-FFF2-40B4-BE49-F238E27FC236}">
                  <a16:creationId xmlns:a16="http://schemas.microsoft.com/office/drawing/2014/main" id="{E374F491-A23C-2CDC-16B5-660C95D7E87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351248" y="4807610"/>
              <a:ext cx="148067" cy="108000"/>
              <a:chOff x="7409659" y="2902132"/>
              <a:chExt cx="317047" cy="239471"/>
            </a:xfrm>
          </p:grpSpPr>
          <p:grpSp>
            <p:nvGrpSpPr>
              <p:cNvPr id="1560" name="그룹 1559">
                <a:extLst>
                  <a:ext uri="{FF2B5EF4-FFF2-40B4-BE49-F238E27FC236}">
                    <a16:creationId xmlns:a16="http://schemas.microsoft.com/office/drawing/2014/main" id="{216BC331-8148-1C58-D804-9058ADECF36F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563" name="직선 연결선 322">
                  <a:extLst>
                    <a:ext uri="{FF2B5EF4-FFF2-40B4-BE49-F238E27FC236}">
                      <a16:creationId xmlns:a16="http://schemas.microsoft.com/office/drawing/2014/main" id="{0745C5F0-B835-0555-E891-2AFB692AF252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64" name="직선 연결선 323">
                  <a:extLst>
                    <a:ext uri="{FF2B5EF4-FFF2-40B4-BE49-F238E27FC236}">
                      <a16:creationId xmlns:a16="http://schemas.microsoft.com/office/drawing/2014/main" id="{C8AA4D6C-B70C-4C8A-E38D-F7A97F43C874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65" name="직선 연결선 324">
                  <a:extLst>
                    <a:ext uri="{FF2B5EF4-FFF2-40B4-BE49-F238E27FC236}">
                      <a16:creationId xmlns:a16="http://schemas.microsoft.com/office/drawing/2014/main" id="{3B7A375B-E622-679F-EA2F-446CB9E8EAF8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61" name="직선 연결선 326">
                <a:extLst>
                  <a:ext uri="{FF2B5EF4-FFF2-40B4-BE49-F238E27FC236}">
                    <a16:creationId xmlns:a16="http://schemas.microsoft.com/office/drawing/2014/main" id="{36CA86E5-A52E-C845-B406-CCAA0D92D26D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62" name="타원 1561">
                <a:extLst>
                  <a:ext uri="{FF2B5EF4-FFF2-40B4-BE49-F238E27FC236}">
                    <a16:creationId xmlns:a16="http://schemas.microsoft.com/office/drawing/2014/main" id="{31C12E32-4545-170F-C46D-AEE61E7403DC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830" name="그룹 1829">
              <a:extLst>
                <a:ext uri="{FF2B5EF4-FFF2-40B4-BE49-F238E27FC236}">
                  <a16:creationId xmlns:a16="http://schemas.microsoft.com/office/drawing/2014/main" id="{FAACEA6E-4453-FFF1-478A-789807065E5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634992" y="2925139"/>
              <a:ext cx="148067" cy="108000"/>
              <a:chOff x="7409659" y="2902132"/>
              <a:chExt cx="317047" cy="239471"/>
            </a:xfrm>
          </p:grpSpPr>
          <p:grpSp>
            <p:nvGrpSpPr>
              <p:cNvPr id="1831" name="그룹 1830">
                <a:extLst>
                  <a:ext uri="{FF2B5EF4-FFF2-40B4-BE49-F238E27FC236}">
                    <a16:creationId xmlns:a16="http://schemas.microsoft.com/office/drawing/2014/main" id="{BE32FAEF-2CA1-FD67-8B11-5B4134D80700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834" name="직선 연결선 322">
                  <a:extLst>
                    <a:ext uri="{FF2B5EF4-FFF2-40B4-BE49-F238E27FC236}">
                      <a16:creationId xmlns:a16="http://schemas.microsoft.com/office/drawing/2014/main" id="{F765388F-7DC6-B1DB-E925-25944AB4A109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35" name="직선 연결선 323">
                  <a:extLst>
                    <a:ext uri="{FF2B5EF4-FFF2-40B4-BE49-F238E27FC236}">
                      <a16:creationId xmlns:a16="http://schemas.microsoft.com/office/drawing/2014/main" id="{A67E0CC3-5343-0C3A-1716-232A528D4D79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36" name="직선 연결선 324">
                  <a:extLst>
                    <a:ext uri="{FF2B5EF4-FFF2-40B4-BE49-F238E27FC236}">
                      <a16:creationId xmlns:a16="http://schemas.microsoft.com/office/drawing/2014/main" id="{6227F1D2-6D11-94AF-E292-32234172EF32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32" name="직선 연결선 326">
                <a:extLst>
                  <a:ext uri="{FF2B5EF4-FFF2-40B4-BE49-F238E27FC236}">
                    <a16:creationId xmlns:a16="http://schemas.microsoft.com/office/drawing/2014/main" id="{BE3A348F-D498-5B74-1800-6742DA3010B6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33" name="타원 1832">
                <a:extLst>
                  <a:ext uri="{FF2B5EF4-FFF2-40B4-BE49-F238E27FC236}">
                    <a16:creationId xmlns:a16="http://schemas.microsoft.com/office/drawing/2014/main" id="{736FD983-68BA-420B-8AE7-F53E17349FC2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837" name="그룹 1836">
              <a:extLst>
                <a:ext uri="{FF2B5EF4-FFF2-40B4-BE49-F238E27FC236}">
                  <a16:creationId xmlns:a16="http://schemas.microsoft.com/office/drawing/2014/main" id="{09919EB3-5DFC-FDB0-E1AF-A035278CD54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630225" y="3082302"/>
              <a:ext cx="148067" cy="108000"/>
              <a:chOff x="7409659" y="2902132"/>
              <a:chExt cx="317047" cy="239471"/>
            </a:xfrm>
          </p:grpSpPr>
          <p:grpSp>
            <p:nvGrpSpPr>
              <p:cNvPr id="1838" name="그룹 1837">
                <a:extLst>
                  <a:ext uri="{FF2B5EF4-FFF2-40B4-BE49-F238E27FC236}">
                    <a16:creationId xmlns:a16="http://schemas.microsoft.com/office/drawing/2014/main" id="{C67587A1-0A6E-63A2-561E-844036CA443A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841" name="직선 연결선 322">
                  <a:extLst>
                    <a:ext uri="{FF2B5EF4-FFF2-40B4-BE49-F238E27FC236}">
                      <a16:creationId xmlns:a16="http://schemas.microsoft.com/office/drawing/2014/main" id="{29030359-0F5D-79AC-F584-4D64094D8B3F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42" name="직선 연결선 323">
                  <a:extLst>
                    <a:ext uri="{FF2B5EF4-FFF2-40B4-BE49-F238E27FC236}">
                      <a16:creationId xmlns:a16="http://schemas.microsoft.com/office/drawing/2014/main" id="{16F8EA85-C574-BA82-1AEE-E67DF72D11A9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43" name="직선 연결선 324">
                  <a:extLst>
                    <a:ext uri="{FF2B5EF4-FFF2-40B4-BE49-F238E27FC236}">
                      <a16:creationId xmlns:a16="http://schemas.microsoft.com/office/drawing/2014/main" id="{E2F781BD-4350-5EE7-B42C-6A49E6245D3F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39" name="직선 연결선 326">
                <a:extLst>
                  <a:ext uri="{FF2B5EF4-FFF2-40B4-BE49-F238E27FC236}">
                    <a16:creationId xmlns:a16="http://schemas.microsoft.com/office/drawing/2014/main" id="{DF4D9949-289B-B718-7F60-7216276FF4F0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40" name="타원 1839">
                <a:extLst>
                  <a:ext uri="{FF2B5EF4-FFF2-40B4-BE49-F238E27FC236}">
                    <a16:creationId xmlns:a16="http://schemas.microsoft.com/office/drawing/2014/main" id="{9076C0C4-1316-FEE0-7524-B55DA09721F4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</p:grpSp>
      <p:sp>
        <p:nvSpPr>
          <p:cNvPr id="5" name="제목 1">
            <a:extLst>
              <a:ext uri="{FF2B5EF4-FFF2-40B4-BE49-F238E27FC236}">
                <a16:creationId xmlns:a16="http://schemas.microsoft.com/office/drawing/2014/main" id="{E1B3924A-13AD-452B-4F89-31562B023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754" y="160360"/>
            <a:ext cx="496074" cy="654861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영화 상영</a:t>
            </a:r>
          </a:p>
        </p:txBody>
      </p:sp>
    </p:spTree>
    <p:extLst>
      <p:ext uri="{BB962C8B-B14F-4D97-AF65-F5344CB8AC3E}">
        <p14:creationId xmlns:p14="http://schemas.microsoft.com/office/powerpoint/2010/main" val="2399659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A908-8FC0-FB23-F3BB-960F36639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1" name="제목 1">
            <a:extLst>
              <a:ext uri="{FF2B5EF4-FFF2-40B4-BE49-F238E27FC236}">
                <a16:creationId xmlns:a16="http://schemas.microsoft.com/office/drawing/2014/main" id="{970DC863-334D-B89D-74F5-E7F15E910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04" y="160360"/>
            <a:ext cx="496074" cy="654861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극장좌석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25AE24C-8963-0FBF-7070-F2DA5B38A15F}"/>
              </a:ext>
            </a:extLst>
          </p:cNvPr>
          <p:cNvGrpSpPr/>
          <p:nvPr/>
        </p:nvGrpSpPr>
        <p:grpSpPr>
          <a:xfrm>
            <a:off x="3691813" y="1826260"/>
            <a:ext cx="4977089" cy="3140135"/>
            <a:chOff x="3691813" y="1826260"/>
            <a:chExt cx="4977089" cy="3140135"/>
          </a:xfrm>
        </p:grpSpPr>
        <p:sp>
          <p:nvSpPr>
            <p:cNvPr id="794" name="직사각형 793">
              <a:extLst>
                <a:ext uri="{FF2B5EF4-FFF2-40B4-BE49-F238E27FC236}">
                  <a16:creationId xmlns:a16="http://schemas.microsoft.com/office/drawing/2014/main" id="{70761472-3C04-2693-5E72-3B4004A9283A}"/>
                </a:ext>
              </a:extLst>
            </p:cNvPr>
            <p:cNvSpPr>
              <a:spLocks/>
            </p:cNvSpPr>
            <p:nvPr/>
          </p:nvSpPr>
          <p:spPr>
            <a:xfrm>
              <a:off x="5019394" y="2727139"/>
              <a:ext cx="720000" cy="432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screen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795" name="직사각형 794">
              <a:extLst>
                <a:ext uri="{FF2B5EF4-FFF2-40B4-BE49-F238E27FC236}">
                  <a16:creationId xmlns:a16="http://schemas.microsoft.com/office/drawing/2014/main" id="{49B1A9EE-9766-0639-96AD-154EA503B1A7}"/>
                </a:ext>
              </a:extLst>
            </p:cNvPr>
            <p:cNvSpPr>
              <a:spLocks/>
            </p:cNvSpPr>
            <p:nvPr/>
          </p:nvSpPr>
          <p:spPr>
            <a:xfrm>
              <a:off x="5019394" y="4519509"/>
              <a:ext cx="720000" cy="432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seat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796" name="직사각형 795">
              <a:extLst>
                <a:ext uri="{FF2B5EF4-FFF2-40B4-BE49-F238E27FC236}">
                  <a16:creationId xmlns:a16="http://schemas.microsoft.com/office/drawing/2014/main" id="{D0D56730-779D-BCC2-64A2-7594BA164260}"/>
                </a:ext>
              </a:extLst>
            </p:cNvPr>
            <p:cNvSpPr>
              <a:spLocks/>
            </p:cNvSpPr>
            <p:nvPr/>
          </p:nvSpPr>
          <p:spPr>
            <a:xfrm>
              <a:off x="5019394" y="3623324"/>
              <a:ext cx="720000" cy="432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screen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layout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798" name="직사각형 797">
              <a:extLst>
                <a:ext uri="{FF2B5EF4-FFF2-40B4-BE49-F238E27FC236}">
                  <a16:creationId xmlns:a16="http://schemas.microsoft.com/office/drawing/2014/main" id="{39AF1617-B2A1-717D-6FE4-0E60EB3861BA}"/>
                </a:ext>
              </a:extLst>
            </p:cNvPr>
            <p:cNvSpPr>
              <a:spLocks/>
            </p:cNvSpPr>
            <p:nvPr/>
          </p:nvSpPr>
          <p:spPr>
            <a:xfrm>
              <a:off x="7010334" y="2734789"/>
              <a:ext cx="720000" cy="432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seat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type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804" name="직선 연결선[R] 803">
              <a:extLst>
                <a:ext uri="{FF2B5EF4-FFF2-40B4-BE49-F238E27FC236}">
                  <a16:creationId xmlns:a16="http://schemas.microsoft.com/office/drawing/2014/main" id="{3F9D9CA8-6C41-F051-6FAF-49FDC5D218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79394" y="3159139"/>
              <a:ext cx="0" cy="467733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5" name="직선 연결선[R] 804">
              <a:extLst>
                <a:ext uri="{FF2B5EF4-FFF2-40B4-BE49-F238E27FC236}">
                  <a16:creationId xmlns:a16="http://schemas.microsoft.com/office/drawing/2014/main" id="{9009C913-0D9C-C8BC-0E48-53BD41D304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79394" y="4055324"/>
              <a:ext cx="0" cy="467733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9" name="직선 연결선[R] 808">
              <a:extLst>
                <a:ext uri="{FF2B5EF4-FFF2-40B4-BE49-F238E27FC236}">
                  <a16:creationId xmlns:a16="http://schemas.microsoft.com/office/drawing/2014/main" id="{ACC805C1-5C1A-75A1-848E-A1C6920D96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39394" y="4730815"/>
              <a:ext cx="1630940" cy="4694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직선 연결선[R] 810">
              <a:extLst>
                <a:ext uri="{FF2B5EF4-FFF2-40B4-BE49-F238E27FC236}">
                  <a16:creationId xmlns:a16="http://schemas.microsoft.com/office/drawing/2014/main" id="{AE63067A-4004-471B-0F58-99BA246F0BA9}"/>
                </a:ext>
              </a:extLst>
            </p:cNvPr>
            <p:cNvCxnSpPr>
              <a:cxnSpLocks/>
              <a:endCxn id="798" idx="2"/>
            </p:cNvCxnSpPr>
            <p:nvPr/>
          </p:nvCxnSpPr>
          <p:spPr>
            <a:xfrm flipV="1">
              <a:off x="7370334" y="3166789"/>
              <a:ext cx="0" cy="157637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3" name="직사각형 832">
              <a:extLst>
                <a:ext uri="{FF2B5EF4-FFF2-40B4-BE49-F238E27FC236}">
                  <a16:creationId xmlns:a16="http://schemas.microsoft.com/office/drawing/2014/main" id="{872F8382-B262-6FDD-29BB-D0A73BD4097A}"/>
                </a:ext>
              </a:extLst>
            </p:cNvPr>
            <p:cNvSpPr>
              <a:spLocks/>
            </p:cNvSpPr>
            <p:nvPr/>
          </p:nvSpPr>
          <p:spPr>
            <a:xfrm>
              <a:off x="3691813" y="2722445"/>
              <a:ext cx="720000" cy="432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theater</a:t>
              </a:r>
              <a:endParaRPr lang="ko-KR" altLang="en-US" sz="10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835" name="직사각형 834">
              <a:extLst>
                <a:ext uri="{FF2B5EF4-FFF2-40B4-BE49-F238E27FC236}">
                  <a16:creationId xmlns:a16="http://schemas.microsoft.com/office/drawing/2014/main" id="{08BA8E19-A268-E273-21BD-F9F748B5F39E}"/>
                </a:ext>
              </a:extLst>
            </p:cNvPr>
            <p:cNvSpPr>
              <a:spLocks/>
            </p:cNvSpPr>
            <p:nvPr/>
          </p:nvSpPr>
          <p:spPr>
            <a:xfrm>
              <a:off x="3691813" y="1826260"/>
              <a:ext cx="720000" cy="432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city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region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842" name="직사각형 841">
              <a:extLst>
                <a:ext uri="{FF2B5EF4-FFF2-40B4-BE49-F238E27FC236}">
                  <a16:creationId xmlns:a16="http://schemas.microsoft.com/office/drawing/2014/main" id="{6AE6DBD8-638A-504F-8B9A-419A6D52BF37}"/>
                </a:ext>
              </a:extLst>
            </p:cNvPr>
            <p:cNvSpPr>
              <a:spLocks/>
            </p:cNvSpPr>
            <p:nvPr/>
          </p:nvSpPr>
          <p:spPr>
            <a:xfrm>
              <a:off x="7703130" y="4534395"/>
              <a:ext cx="965772" cy="432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" altLang="ko-KR" sz="1000" dirty="0"/>
                <a:t>maintenance</a:t>
              </a:r>
            </a:p>
            <a:p>
              <a:pPr algn="ctr"/>
              <a:r>
                <a:rPr lang="en" altLang="ko-KR" sz="1000" dirty="0"/>
                <a:t>ticket</a:t>
              </a:r>
              <a:endParaRPr lang="ko-KR" altLang="en-US" sz="10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843" name="직선 연결선[R] 842">
              <a:extLst>
                <a:ext uri="{FF2B5EF4-FFF2-40B4-BE49-F238E27FC236}">
                  <a16:creationId xmlns:a16="http://schemas.microsoft.com/office/drawing/2014/main" id="{64B57063-B75E-5928-87D1-38BD6DEA106E}"/>
                </a:ext>
              </a:extLst>
            </p:cNvPr>
            <p:cNvCxnSpPr>
              <a:cxnSpLocks/>
              <a:stCxn id="833" idx="0"/>
              <a:endCxn id="835" idx="2"/>
            </p:cNvCxnSpPr>
            <p:nvPr/>
          </p:nvCxnSpPr>
          <p:spPr>
            <a:xfrm flipV="1">
              <a:off x="4051813" y="2258260"/>
              <a:ext cx="0" cy="464185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9" name="직선 연결선[R] 848">
              <a:extLst>
                <a:ext uri="{FF2B5EF4-FFF2-40B4-BE49-F238E27FC236}">
                  <a16:creationId xmlns:a16="http://schemas.microsoft.com/office/drawing/2014/main" id="{C70DC82E-732D-1060-BAD5-634FB0FB8BB2}"/>
                </a:ext>
              </a:extLst>
            </p:cNvPr>
            <p:cNvCxnSpPr>
              <a:cxnSpLocks/>
              <a:stCxn id="794" idx="1"/>
              <a:endCxn id="833" idx="3"/>
            </p:cNvCxnSpPr>
            <p:nvPr/>
          </p:nvCxnSpPr>
          <p:spPr>
            <a:xfrm flipH="1" flipV="1">
              <a:off x="4411813" y="2938445"/>
              <a:ext cx="607581" cy="4694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8" name="직선 연결선[R] 857">
              <a:extLst>
                <a:ext uri="{FF2B5EF4-FFF2-40B4-BE49-F238E27FC236}">
                  <a16:creationId xmlns:a16="http://schemas.microsoft.com/office/drawing/2014/main" id="{44F06B07-4AA2-82F8-94C9-EB1B59D65B9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39394" y="4853075"/>
              <a:ext cx="1963735" cy="10802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351">
              <a:extLst>
                <a:ext uri="{FF2B5EF4-FFF2-40B4-BE49-F238E27FC236}">
                  <a16:creationId xmlns:a16="http://schemas.microsoft.com/office/drawing/2014/main" id="{7C40C4AF-E863-BD08-1FD6-0D1ABE916B5C}"/>
                </a:ext>
              </a:extLst>
            </p:cNvPr>
            <p:cNvCxnSpPr>
              <a:cxnSpLocks/>
            </p:cNvCxnSpPr>
            <p:nvPr/>
          </p:nvCxnSpPr>
          <p:spPr>
            <a:xfrm>
              <a:off x="5328118" y="3220231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직선 연결선 351">
              <a:extLst>
                <a:ext uri="{FF2B5EF4-FFF2-40B4-BE49-F238E27FC236}">
                  <a16:creationId xmlns:a16="http://schemas.microsoft.com/office/drawing/2014/main" id="{32BCE5B2-4F55-6F4C-A00F-D70C7E136267}"/>
                </a:ext>
              </a:extLst>
            </p:cNvPr>
            <p:cNvCxnSpPr>
              <a:cxnSpLocks/>
            </p:cNvCxnSpPr>
            <p:nvPr/>
          </p:nvCxnSpPr>
          <p:spPr>
            <a:xfrm>
              <a:off x="5325394" y="4094292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0" name="직선 연결선 351">
              <a:extLst>
                <a:ext uri="{FF2B5EF4-FFF2-40B4-BE49-F238E27FC236}">
                  <a16:creationId xmlns:a16="http://schemas.microsoft.com/office/drawing/2014/main" id="{A826DB46-A671-FBCB-6694-1126C67C0311}"/>
                </a:ext>
              </a:extLst>
            </p:cNvPr>
            <p:cNvCxnSpPr>
              <a:cxnSpLocks/>
            </p:cNvCxnSpPr>
            <p:nvPr/>
          </p:nvCxnSpPr>
          <p:spPr>
            <a:xfrm>
              <a:off x="7315654" y="3219173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68" name="직선 연결선 351">
              <a:extLst>
                <a:ext uri="{FF2B5EF4-FFF2-40B4-BE49-F238E27FC236}">
                  <a16:creationId xmlns:a16="http://schemas.microsoft.com/office/drawing/2014/main" id="{43F11870-D5BD-57D5-B6EE-39E36E3A6F16}"/>
                </a:ext>
              </a:extLst>
            </p:cNvPr>
            <p:cNvCxnSpPr>
              <a:cxnSpLocks/>
            </p:cNvCxnSpPr>
            <p:nvPr/>
          </p:nvCxnSpPr>
          <p:spPr>
            <a:xfrm>
              <a:off x="3997813" y="2308781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9" name="직선 연결선 351">
              <a:extLst>
                <a:ext uri="{FF2B5EF4-FFF2-40B4-BE49-F238E27FC236}">
                  <a16:creationId xmlns:a16="http://schemas.microsoft.com/office/drawing/2014/main" id="{5B1F4E60-3693-01AA-918C-8D9842C741B2}"/>
                </a:ext>
              </a:extLst>
            </p:cNvPr>
            <p:cNvCxnSpPr>
              <a:cxnSpLocks/>
            </p:cNvCxnSpPr>
            <p:nvPr/>
          </p:nvCxnSpPr>
          <p:spPr>
            <a:xfrm>
              <a:off x="4470381" y="2888638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9" name="직선 연결선 351">
              <a:extLst>
                <a:ext uri="{FF2B5EF4-FFF2-40B4-BE49-F238E27FC236}">
                  <a16:creationId xmlns:a16="http://schemas.microsoft.com/office/drawing/2014/main" id="{AF711A8F-5DB0-7E86-A03C-4FE44473624D}"/>
                </a:ext>
              </a:extLst>
            </p:cNvPr>
            <p:cNvCxnSpPr>
              <a:cxnSpLocks/>
            </p:cNvCxnSpPr>
            <p:nvPr/>
          </p:nvCxnSpPr>
          <p:spPr>
            <a:xfrm>
              <a:off x="5795431" y="4799075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50EA3EBC-E33B-24EA-BB87-5A1F32D3C28B}"/>
                </a:ext>
              </a:extLst>
            </p:cNvPr>
            <p:cNvSpPr>
              <a:spLocks/>
            </p:cNvSpPr>
            <p:nvPr/>
          </p:nvSpPr>
          <p:spPr>
            <a:xfrm>
              <a:off x="6109783" y="2727139"/>
              <a:ext cx="720000" cy="432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screen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type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F7718379-A72C-3683-23F5-7E7D426A1E2E}"/>
                </a:ext>
              </a:extLst>
            </p:cNvPr>
            <p:cNvSpPr>
              <a:spLocks/>
            </p:cNvSpPr>
            <p:nvPr/>
          </p:nvSpPr>
          <p:spPr>
            <a:xfrm>
              <a:off x="6110334" y="3622263"/>
              <a:ext cx="720000" cy="432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screen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layout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master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13" name="직선 연결선[R] 12">
              <a:extLst>
                <a:ext uri="{FF2B5EF4-FFF2-40B4-BE49-F238E27FC236}">
                  <a16:creationId xmlns:a16="http://schemas.microsoft.com/office/drawing/2014/main" id="{DAE8F8CA-B785-5817-D54B-3E99F2FC7A40}"/>
                </a:ext>
              </a:extLst>
            </p:cNvPr>
            <p:cNvCxnSpPr>
              <a:cxnSpLocks/>
              <a:stCxn id="2" idx="1"/>
              <a:endCxn id="794" idx="3"/>
            </p:cNvCxnSpPr>
            <p:nvPr/>
          </p:nvCxnSpPr>
          <p:spPr>
            <a:xfrm flipH="1">
              <a:off x="5739394" y="2943139"/>
              <a:ext cx="370389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[R] 16">
              <a:extLst>
                <a:ext uri="{FF2B5EF4-FFF2-40B4-BE49-F238E27FC236}">
                  <a16:creationId xmlns:a16="http://schemas.microsoft.com/office/drawing/2014/main" id="{173A97F8-1CA0-B0A2-D185-98B75FE33254}"/>
                </a:ext>
              </a:extLst>
            </p:cNvPr>
            <p:cNvCxnSpPr>
              <a:cxnSpLocks/>
              <a:stCxn id="12" idx="1"/>
              <a:endCxn id="796" idx="3"/>
            </p:cNvCxnSpPr>
            <p:nvPr/>
          </p:nvCxnSpPr>
          <p:spPr>
            <a:xfrm flipH="1">
              <a:off x="5739394" y="3838263"/>
              <a:ext cx="370940" cy="1061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4C1FEC12-4D1A-4501-0F9E-BBBD2D5075D0}"/>
                </a:ext>
              </a:extLst>
            </p:cNvPr>
            <p:cNvCxnSpPr>
              <a:cxnSpLocks/>
              <a:stCxn id="12" idx="0"/>
              <a:endCxn id="2" idx="2"/>
            </p:cNvCxnSpPr>
            <p:nvPr/>
          </p:nvCxnSpPr>
          <p:spPr>
            <a:xfrm flipH="1" flipV="1">
              <a:off x="6469783" y="3159139"/>
              <a:ext cx="551" cy="463124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5" name="직선 연결선 351">
              <a:extLst>
                <a:ext uri="{FF2B5EF4-FFF2-40B4-BE49-F238E27FC236}">
                  <a16:creationId xmlns:a16="http://schemas.microsoft.com/office/drawing/2014/main" id="{3437A6AE-9D33-9D08-8961-3862DD99B033}"/>
                </a:ext>
              </a:extLst>
            </p:cNvPr>
            <p:cNvCxnSpPr>
              <a:cxnSpLocks/>
            </p:cNvCxnSpPr>
            <p:nvPr/>
          </p:nvCxnSpPr>
          <p:spPr>
            <a:xfrm>
              <a:off x="6052671" y="2888098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948" name="그룹 947">
              <a:extLst>
                <a:ext uri="{FF2B5EF4-FFF2-40B4-BE49-F238E27FC236}">
                  <a16:creationId xmlns:a16="http://schemas.microsoft.com/office/drawing/2014/main" id="{F5141AB1-7C85-AA67-B9E7-3B8F4AB760FD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5740270" y="2889139"/>
              <a:ext cx="148067" cy="108000"/>
              <a:chOff x="7409659" y="2902132"/>
              <a:chExt cx="317047" cy="239471"/>
            </a:xfrm>
            <a:noFill/>
          </p:grpSpPr>
          <p:grpSp>
            <p:nvGrpSpPr>
              <p:cNvPr id="949" name="그룹 948">
                <a:extLst>
                  <a:ext uri="{FF2B5EF4-FFF2-40B4-BE49-F238E27FC236}">
                    <a16:creationId xmlns:a16="http://schemas.microsoft.com/office/drawing/2014/main" id="{1D8B8885-2C40-6745-CDDD-64A2156478D8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  <a:grpFill/>
            </p:grpSpPr>
            <p:cxnSp>
              <p:nvCxnSpPr>
                <p:cNvPr id="953" name="직선 연결선 322">
                  <a:extLst>
                    <a:ext uri="{FF2B5EF4-FFF2-40B4-BE49-F238E27FC236}">
                      <a16:creationId xmlns:a16="http://schemas.microsoft.com/office/drawing/2014/main" id="{1DAF87BD-171A-180C-A969-0E5E32D549AE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55" name="직선 연결선 323">
                  <a:extLst>
                    <a:ext uri="{FF2B5EF4-FFF2-40B4-BE49-F238E27FC236}">
                      <a16:creationId xmlns:a16="http://schemas.microsoft.com/office/drawing/2014/main" id="{059C31EC-96A2-7575-3861-083C08180CE1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56" name="직선 연결선 324">
                  <a:extLst>
                    <a:ext uri="{FF2B5EF4-FFF2-40B4-BE49-F238E27FC236}">
                      <a16:creationId xmlns:a16="http://schemas.microsoft.com/office/drawing/2014/main" id="{C8AA66F5-41EC-1903-FAA7-71A9B0B9F225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50" name="직선 연결선 326">
                <a:extLst>
                  <a:ext uri="{FF2B5EF4-FFF2-40B4-BE49-F238E27FC236}">
                    <a16:creationId xmlns:a16="http://schemas.microsoft.com/office/drawing/2014/main" id="{75ADE8FC-9735-F4FE-622A-E8B58023557F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52" name="타원 951">
                <a:extLst>
                  <a:ext uri="{FF2B5EF4-FFF2-40B4-BE49-F238E27FC236}">
                    <a16:creationId xmlns:a16="http://schemas.microsoft.com/office/drawing/2014/main" id="{E869F5F1-1334-717E-53DC-2719206AA60B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cxnSp>
          <p:nvCxnSpPr>
            <p:cNvPr id="959" name="직선 연결선 351">
              <a:extLst>
                <a:ext uri="{FF2B5EF4-FFF2-40B4-BE49-F238E27FC236}">
                  <a16:creationId xmlns:a16="http://schemas.microsoft.com/office/drawing/2014/main" id="{6046760C-EFD7-5D18-B44E-1363C48D2635}"/>
                </a:ext>
              </a:extLst>
            </p:cNvPr>
            <p:cNvCxnSpPr>
              <a:cxnSpLocks/>
            </p:cNvCxnSpPr>
            <p:nvPr/>
          </p:nvCxnSpPr>
          <p:spPr>
            <a:xfrm>
              <a:off x="6416695" y="3212175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971" name="그룹 970">
              <a:extLst>
                <a:ext uri="{FF2B5EF4-FFF2-40B4-BE49-F238E27FC236}">
                  <a16:creationId xmlns:a16="http://schemas.microsoft.com/office/drawing/2014/main" id="{D20480EC-C5CB-7286-CC8E-2D752B71E4EC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6443319" y="3534127"/>
              <a:ext cx="57088" cy="108000"/>
              <a:chOff x="7604467" y="2108611"/>
              <a:chExt cx="122239" cy="239471"/>
            </a:xfrm>
            <a:solidFill>
              <a:schemeClr val="accent3">
                <a:lumMod val="20000"/>
                <a:lumOff val="80000"/>
              </a:schemeClr>
            </a:solidFill>
          </p:grpSpPr>
          <p:grpSp>
            <p:nvGrpSpPr>
              <p:cNvPr id="973" name="그룹 972">
                <a:extLst>
                  <a:ext uri="{FF2B5EF4-FFF2-40B4-BE49-F238E27FC236}">
                    <a16:creationId xmlns:a16="http://schemas.microsoft.com/office/drawing/2014/main" id="{2F4D0F79-895F-AF11-ED41-419990419DB4}"/>
                  </a:ext>
                </a:extLst>
              </p:cNvPr>
              <p:cNvGrpSpPr/>
              <p:nvPr/>
            </p:nvGrpSpPr>
            <p:grpSpPr>
              <a:xfrm>
                <a:off x="7604467" y="2111281"/>
                <a:ext cx="122239" cy="236801"/>
                <a:chOff x="2297548" y="3782508"/>
                <a:chExt cx="122239" cy="236801"/>
              </a:xfrm>
              <a:grpFill/>
            </p:grpSpPr>
            <p:cxnSp>
              <p:nvCxnSpPr>
                <p:cNvPr id="1008" name="직선 연결선 359">
                  <a:extLst>
                    <a:ext uri="{FF2B5EF4-FFF2-40B4-BE49-F238E27FC236}">
                      <a16:creationId xmlns:a16="http://schemas.microsoft.com/office/drawing/2014/main" id="{0B4E5F38-BAC6-D411-415D-92E77C7DA29E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09" name="직선 연결선 360">
                  <a:extLst>
                    <a:ext uri="{FF2B5EF4-FFF2-40B4-BE49-F238E27FC236}">
                      <a16:creationId xmlns:a16="http://schemas.microsoft.com/office/drawing/2014/main" id="{E939CE67-3109-B6E1-E905-1A5739EBC153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10" name="직선 연결선 361">
                  <a:extLst>
                    <a:ext uri="{FF2B5EF4-FFF2-40B4-BE49-F238E27FC236}">
                      <a16:creationId xmlns:a16="http://schemas.microsoft.com/office/drawing/2014/main" id="{DD6B1F15-D017-9B14-EBD1-4309417641CF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06" name="직선 연결선 363">
                <a:extLst>
                  <a:ext uri="{FF2B5EF4-FFF2-40B4-BE49-F238E27FC236}">
                    <a16:creationId xmlns:a16="http://schemas.microsoft.com/office/drawing/2014/main" id="{B26CC231-4BA4-E71B-9787-E998DB23E4A8}"/>
                  </a:ext>
                </a:extLst>
              </p:cNvPr>
              <p:cNvCxnSpPr/>
              <p:nvPr/>
            </p:nvCxnSpPr>
            <p:spPr>
              <a:xfrm>
                <a:off x="7604467" y="2108611"/>
                <a:ext cx="0" cy="236801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44" name="그룹 1143">
              <a:extLst>
                <a:ext uri="{FF2B5EF4-FFF2-40B4-BE49-F238E27FC236}">
                  <a16:creationId xmlns:a16="http://schemas.microsoft.com/office/drawing/2014/main" id="{BA764032-2F7F-D70C-8957-272B1234FAF7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5739394" y="3785324"/>
              <a:ext cx="148067" cy="108000"/>
              <a:chOff x="7409659" y="2902132"/>
              <a:chExt cx="317047" cy="239471"/>
            </a:xfrm>
            <a:noFill/>
          </p:grpSpPr>
          <p:grpSp>
            <p:nvGrpSpPr>
              <p:cNvPr id="1145" name="그룹 1144">
                <a:extLst>
                  <a:ext uri="{FF2B5EF4-FFF2-40B4-BE49-F238E27FC236}">
                    <a16:creationId xmlns:a16="http://schemas.microsoft.com/office/drawing/2014/main" id="{F8C52ABA-7C49-4CCE-98CC-E032CCF764F0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  <a:grpFill/>
            </p:grpSpPr>
            <p:cxnSp>
              <p:nvCxnSpPr>
                <p:cNvPr id="1177" name="직선 연결선 322">
                  <a:extLst>
                    <a:ext uri="{FF2B5EF4-FFF2-40B4-BE49-F238E27FC236}">
                      <a16:creationId xmlns:a16="http://schemas.microsoft.com/office/drawing/2014/main" id="{BCD39480-B750-21AC-B527-F977C797DA26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78" name="직선 연결선 323">
                  <a:extLst>
                    <a:ext uri="{FF2B5EF4-FFF2-40B4-BE49-F238E27FC236}">
                      <a16:creationId xmlns:a16="http://schemas.microsoft.com/office/drawing/2014/main" id="{B8D6F682-F139-F496-9A93-B7DF2A16DC50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80" name="직선 연결선 324">
                  <a:extLst>
                    <a:ext uri="{FF2B5EF4-FFF2-40B4-BE49-F238E27FC236}">
                      <a16:creationId xmlns:a16="http://schemas.microsoft.com/office/drawing/2014/main" id="{F63B5D2B-27AF-8567-FBC0-12D1EB44D112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74" name="직선 연결선 326">
                <a:extLst>
                  <a:ext uri="{FF2B5EF4-FFF2-40B4-BE49-F238E27FC236}">
                    <a16:creationId xmlns:a16="http://schemas.microsoft.com/office/drawing/2014/main" id="{8B11B752-551C-1BC3-5BD9-11354E016B96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76" name="타원 1175">
                <a:extLst>
                  <a:ext uri="{FF2B5EF4-FFF2-40B4-BE49-F238E27FC236}">
                    <a16:creationId xmlns:a16="http://schemas.microsoft.com/office/drawing/2014/main" id="{B94058E3-A3CF-3140-98C7-110AA3F7624C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cxnSp>
          <p:nvCxnSpPr>
            <p:cNvPr id="790" name="직선 연결선 351">
              <a:extLst>
                <a:ext uri="{FF2B5EF4-FFF2-40B4-BE49-F238E27FC236}">
                  <a16:creationId xmlns:a16="http://schemas.microsoft.com/office/drawing/2014/main" id="{9780F57B-0113-E6F7-9AF1-4E9F33A8FD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9843" y="3785324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462" name="그룹 1461">
              <a:extLst>
                <a:ext uri="{FF2B5EF4-FFF2-40B4-BE49-F238E27FC236}">
                  <a16:creationId xmlns:a16="http://schemas.microsoft.com/office/drawing/2014/main" id="{03241E2F-B927-C192-AFB3-B9B2F5E998B0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3977749" y="2594411"/>
              <a:ext cx="148067" cy="108000"/>
              <a:chOff x="7409659" y="2902132"/>
              <a:chExt cx="317047" cy="239471"/>
            </a:xfrm>
            <a:noFill/>
          </p:grpSpPr>
          <p:grpSp>
            <p:nvGrpSpPr>
              <p:cNvPr id="1463" name="그룹 1462">
                <a:extLst>
                  <a:ext uri="{FF2B5EF4-FFF2-40B4-BE49-F238E27FC236}">
                    <a16:creationId xmlns:a16="http://schemas.microsoft.com/office/drawing/2014/main" id="{EF2CB7C6-5C81-0F1C-40E2-7D790D9AC3FC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  <a:grpFill/>
            </p:grpSpPr>
            <p:cxnSp>
              <p:nvCxnSpPr>
                <p:cNvPr id="1466" name="직선 연결선 322">
                  <a:extLst>
                    <a:ext uri="{FF2B5EF4-FFF2-40B4-BE49-F238E27FC236}">
                      <a16:creationId xmlns:a16="http://schemas.microsoft.com/office/drawing/2014/main" id="{5D455CE5-D2B9-415A-46D2-E58AE19D026E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67" name="직선 연결선 323">
                  <a:extLst>
                    <a:ext uri="{FF2B5EF4-FFF2-40B4-BE49-F238E27FC236}">
                      <a16:creationId xmlns:a16="http://schemas.microsoft.com/office/drawing/2014/main" id="{91759175-78BC-A93F-D5F3-F39669492301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68" name="직선 연결선 324">
                  <a:extLst>
                    <a:ext uri="{FF2B5EF4-FFF2-40B4-BE49-F238E27FC236}">
                      <a16:creationId xmlns:a16="http://schemas.microsoft.com/office/drawing/2014/main" id="{2AA43D0D-27F2-C0DB-F89F-8D86689BE076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464" name="직선 연결선 326">
                <a:extLst>
                  <a:ext uri="{FF2B5EF4-FFF2-40B4-BE49-F238E27FC236}">
                    <a16:creationId xmlns:a16="http://schemas.microsoft.com/office/drawing/2014/main" id="{35D18281-C2A6-9C79-DC4C-77033789BEFD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65" name="타원 1464">
                <a:extLst>
                  <a:ext uri="{FF2B5EF4-FFF2-40B4-BE49-F238E27FC236}">
                    <a16:creationId xmlns:a16="http://schemas.microsoft.com/office/drawing/2014/main" id="{54D15E65-B1BC-1887-34BE-1F80F7C91FAE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469" name="그룹 1468">
              <a:extLst>
                <a:ext uri="{FF2B5EF4-FFF2-40B4-BE49-F238E27FC236}">
                  <a16:creationId xmlns:a16="http://schemas.microsoft.com/office/drawing/2014/main" id="{53D11191-0857-B3FB-C61B-CBF7C0CF6C6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866028" y="2889139"/>
              <a:ext cx="148067" cy="108000"/>
              <a:chOff x="7409659" y="2902132"/>
              <a:chExt cx="317047" cy="239471"/>
            </a:xfrm>
            <a:noFill/>
          </p:grpSpPr>
          <p:grpSp>
            <p:nvGrpSpPr>
              <p:cNvPr id="1470" name="그룹 1469">
                <a:extLst>
                  <a:ext uri="{FF2B5EF4-FFF2-40B4-BE49-F238E27FC236}">
                    <a16:creationId xmlns:a16="http://schemas.microsoft.com/office/drawing/2014/main" id="{EF5D2688-CAB5-08D5-58F7-DDB79009EADA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  <a:grpFill/>
            </p:grpSpPr>
            <p:cxnSp>
              <p:nvCxnSpPr>
                <p:cNvPr id="1473" name="직선 연결선 322">
                  <a:extLst>
                    <a:ext uri="{FF2B5EF4-FFF2-40B4-BE49-F238E27FC236}">
                      <a16:creationId xmlns:a16="http://schemas.microsoft.com/office/drawing/2014/main" id="{3D93EBEB-451E-553C-241F-27E1C180EB80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74" name="직선 연결선 323">
                  <a:extLst>
                    <a:ext uri="{FF2B5EF4-FFF2-40B4-BE49-F238E27FC236}">
                      <a16:creationId xmlns:a16="http://schemas.microsoft.com/office/drawing/2014/main" id="{C28F9FC2-F0D7-23C7-AE9B-7079997064AA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75" name="직선 연결선 324">
                  <a:extLst>
                    <a:ext uri="{FF2B5EF4-FFF2-40B4-BE49-F238E27FC236}">
                      <a16:creationId xmlns:a16="http://schemas.microsoft.com/office/drawing/2014/main" id="{388E2AF0-B284-0177-4779-289D98DB2742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471" name="직선 연결선 326">
                <a:extLst>
                  <a:ext uri="{FF2B5EF4-FFF2-40B4-BE49-F238E27FC236}">
                    <a16:creationId xmlns:a16="http://schemas.microsoft.com/office/drawing/2014/main" id="{E29B40AD-DB46-86C0-BA77-52AF573A002D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72" name="타원 1471">
                <a:extLst>
                  <a:ext uri="{FF2B5EF4-FFF2-40B4-BE49-F238E27FC236}">
                    <a16:creationId xmlns:a16="http://schemas.microsoft.com/office/drawing/2014/main" id="{430AAFFA-A55E-C558-8C5F-A18B023716EA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476" name="그룹 1475">
              <a:extLst>
                <a:ext uri="{FF2B5EF4-FFF2-40B4-BE49-F238E27FC236}">
                  <a16:creationId xmlns:a16="http://schemas.microsoft.com/office/drawing/2014/main" id="{32287D27-E459-AD6D-9984-7DEE2754C7D4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5304807" y="3495291"/>
              <a:ext cx="148067" cy="108000"/>
              <a:chOff x="7409659" y="2902132"/>
              <a:chExt cx="317047" cy="239471"/>
            </a:xfrm>
            <a:noFill/>
          </p:grpSpPr>
          <p:grpSp>
            <p:nvGrpSpPr>
              <p:cNvPr id="1477" name="그룹 1476">
                <a:extLst>
                  <a:ext uri="{FF2B5EF4-FFF2-40B4-BE49-F238E27FC236}">
                    <a16:creationId xmlns:a16="http://schemas.microsoft.com/office/drawing/2014/main" id="{C67B7DB8-8F30-E1AF-17B7-20BCF839E6E4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  <a:grpFill/>
            </p:grpSpPr>
            <p:cxnSp>
              <p:nvCxnSpPr>
                <p:cNvPr id="1480" name="직선 연결선 322">
                  <a:extLst>
                    <a:ext uri="{FF2B5EF4-FFF2-40B4-BE49-F238E27FC236}">
                      <a16:creationId xmlns:a16="http://schemas.microsoft.com/office/drawing/2014/main" id="{0C8795C5-DDE2-5BFC-E477-9110ECED7390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81" name="직선 연결선 323">
                  <a:extLst>
                    <a:ext uri="{FF2B5EF4-FFF2-40B4-BE49-F238E27FC236}">
                      <a16:creationId xmlns:a16="http://schemas.microsoft.com/office/drawing/2014/main" id="{54F5FF98-E1E6-6863-EF49-A17D65C6B36E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82" name="직선 연결선 324">
                  <a:extLst>
                    <a:ext uri="{FF2B5EF4-FFF2-40B4-BE49-F238E27FC236}">
                      <a16:creationId xmlns:a16="http://schemas.microsoft.com/office/drawing/2014/main" id="{5CB40CC8-B40C-7E0D-014B-75E7456BFD25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478" name="직선 연결선 326">
                <a:extLst>
                  <a:ext uri="{FF2B5EF4-FFF2-40B4-BE49-F238E27FC236}">
                    <a16:creationId xmlns:a16="http://schemas.microsoft.com/office/drawing/2014/main" id="{1050F36E-A067-A50A-AEF4-3600DE4CEE0B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79" name="타원 1478">
                <a:extLst>
                  <a:ext uri="{FF2B5EF4-FFF2-40B4-BE49-F238E27FC236}">
                    <a16:creationId xmlns:a16="http://schemas.microsoft.com/office/drawing/2014/main" id="{F9E4B76D-6BFF-ABC9-D069-ED8CD5F77246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483" name="그룹 1482">
              <a:extLst>
                <a:ext uri="{FF2B5EF4-FFF2-40B4-BE49-F238E27FC236}">
                  <a16:creationId xmlns:a16="http://schemas.microsoft.com/office/drawing/2014/main" id="{84580C50-A894-A2A8-5CDD-D942FC4075D7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5305358" y="4393102"/>
              <a:ext cx="148067" cy="108000"/>
              <a:chOff x="7409659" y="2902132"/>
              <a:chExt cx="317047" cy="239471"/>
            </a:xfrm>
            <a:noFill/>
          </p:grpSpPr>
          <p:grpSp>
            <p:nvGrpSpPr>
              <p:cNvPr id="1484" name="그룹 1483">
                <a:extLst>
                  <a:ext uri="{FF2B5EF4-FFF2-40B4-BE49-F238E27FC236}">
                    <a16:creationId xmlns:a16="http://schemas.microsoft.com/office/drawing/2014/main" id="{BBA2B6B3-65E7-FC08-7E23-DAB47E906C53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  <a:grpFill/>
            </p:grpSpPr>
            <p:cxnSp>
              <p:nvCxnSpPr>
                <p:cNvPr id="1487" name="직선 연결선 322">
                  <a:extLst>
                    <a:ext uri="{FF2B5EF4-FFF2-40B4-BE49-F238E27FC236}">
                      <a16:creationId xmlns:a16="http://schemas.microsoft.com/office/drawing/2014/main" id="{FC701750-0E76-7170-38D9-BC23678553E6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88" name="직선 연결선 323">
                  <a:extLst>
                    <a:ext uri="{FF2B5EF4-FFF2-40B4-BE49-F238E27FC236}">
                      <a16:creationId xmlns:a16="http://schemas.microsoft.com/office/drawing/2014/main" id="{FB80AC63-CF4B-23B8-6F86-C0E27D028373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89" name="직선 연결선 324">
                  <a:extLst>
                    <a:ext uri="{FF2B5EF4-FFF2-40B4-BE49-F238E27FC236}">
                      <a16:creationId xmlns:a16="http://schemas.microsoft.com/office/drawing/2014/main" id="{08E3B3D6-CCD5-3F33-FB9E-42F7C2B4E167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485" name="직선 연결선 326">
                <a:extLst>
                  <a:ext uri="{FF2B5EF4-FFF2-40B4-BE49-F238E27FC236}">
                    <a16:creationId xmlns:a16="http://schemas.microsoft.com/office/drawing/2014/main" id="{E570219B-E5B2-776F-0D30-743961AFE295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86" name="타원 1485">
                <a:extLst>
                  <a:ext uri="{FF2B5EF4-FFF2-40B4-BE49-F238E27FC236}">
                    <a16:creationId xmlns:a16="http://schemas.microsoft.com/office/drawing/2014/main" id="{F6EF5728-EF08-70BE-FF57-D4527BACAE6B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491" name="그룹 1490">
              <a:extLst>
                <a:ext uri="{FF2B5EF4-FFF2-40B4-BE49-F238E27FC236}">
                  <a16:creationId xmlns:a16="http://schemas.microsoft.com/office/drawing/2014/main" id="{181E3A7E-6804-D77F-2816-C29687189612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5738969" y="4681275"/>
              <a:ext cx="148067" cy="108000"/>
              <a:chOff x="7409659" y="2902132"/>
              <a:chExt cx="317047" cy="239471"/>
            </a:xfrm>
            <a:noFill/>
          </p:grpSpPr>
          <p:grpSp>
            <p:nvGrpSpPr>
              <p:cNvPr id="1492" name="그룹 1491">
                <a:extLst>
                  <a:ext uri="{FF2B5EF4-FFF2-40B4-BE49-F238E27FC236}">
                    <a16:creationId xmlns:a16="http://schemas.microsoft.com/office/drawing/2014/main" id="{B6A51E32-705A-9A63-82B8-B3F7E7887CC6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  <a:grpFill/>
            </p:grpSpPr>
            <p:cxnSp>
              <p:nvCxnSpPr>
                <p:cNvPr id="1495" name="직선 연결선 322">
                  <a:extLst>
                    <a:ext uri="{FF2B5EF4-FFF2-40B4-BE49-F238E27FC236}">
                      <a16:creationId xmlns:a16="http://schemas.microsoft.com/office/drawing/2014/main" id="{6A029421-E682-32C7-4724-0F5286860DF6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96" name="직선 연결선 323">
                  <a:extLst>
                    <a:ext uri="{FF2B5EF4-FFF2-40B4-BE49-F238E27FC236}">
                      <a16:creationId xmlns:a16="http://schemas.microsoft.com/office/drawing/2014/main" id="{C64B3A08-D6FC-D661-CD31-6AF0944837F7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97" name="직선 연결선 324">
                  <a:extLst>
                    <a:ext uri="{FF2B5EF4-FFF2-40B4-BE49-F238E27FC236}">
                      <a16:creationId xmlns:a16="http://schemas.microsoft.com/office/drawing/2014/main" id="{DB84CAC9-8502-747C-A30D-C1EB34D307BE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493" name="직선 연결선 326">
                <a:extLst>
                  <a:ext uri="{FF2B5EF4-FFF2-40B4-BE49-F238E27FC236}">
                    <a16:creationId xmlns:a16="http://schemas.microsoft.com/office/drawing/2014/main" id="{8B7E6A1B-30AF-C35A-98EC-6A0A53680D93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94" name="타원 1493">
                <a:extLst>
                  <a:ext uri="{FF2B5EF4-FFF2-40B4-BE49-F238E27FC236}">
                    <a16:creationId xmlns:a16="http://schemas.microsoft.com/office/drawing/2014/main" id="{C3DB86B0-B69F-7251-88D2-7AC4360514ED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498" name="그룹 1497">
              <a:extLst>
                <a:ext uri="{FF2B5EF4-FFF2-40B4-BE49-F238E27FC236}">
                  <a16:creationId xmlns:a16="http://schemas.microsoft.com/office/drawing/2014/main" id="{32D82432-273A-B3B8-E033-741F7E8BDA3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555063" y="4811005"/>
              <a:ext cx="148067" cy="108000"/>
              <a:chOff x="7409659" y="2902132"/>
              <a:chExt cx="317047" cy="239471"/>
            </a:xfrm>
            <a:noFill/>
          </p:grpSpPr>
          <p:grpSp>
            <p:nvGrpSpPr>
              <p:cNvPr id="1499" name="그룹 1498">
                <a:extLst>
                  <a:ext uri="{FF2B5EF4-FFF2-40B4-BE49-F238E27FC236}">
                    <a16:creationId xmlns:a16="http://schemas.microsoft.com/office/drawing/2014/main" id="{326905B3-4CC0-8BBC-3F4F-712816E207D9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  <a:grpFill/>
            </p:grpSpPr>
            <p:cxnSp>
              <p:nvCxnSpPr>
                <p:cNvPr id="1502" name="직선 연결선 322">
                  <a:extLst>
                    <a:ext uri="{FF2B5EF4-FFF2-40B4-BE49-F238E27FC236}">
                      <a16:creationId xmlns:a16="http://schemas.microsoft.com/office/drawing/2014/main" id="{2574105E-4982-CF82-C55C-3EB0B674CC59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03" name="직선 연결선 323">
                  <a:extLst>
                    <a:ext uri="{FF2B5EF4-FFF2-40B4-BE49-F238E27FC236}">
                      <a16:creationId xmlns:a16="http://schemas.microsoft.com/office/drawing/2014/main" id="{CB668E8C-730B-A166-9704-0413AEB10F94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04" name="직선 연결선 324">
                  <a:extLst>
                    <a:ext uri="{FF2B5EF4-FFF2-40B4-BE49-F238E27FC236}">
                      <a16:creationId xmlns:a16="http://schemas.microsoft.com/office/drawing/2014/main" id="{0A9D0D17-1BC0-5D0F-F13F-D88A8145B050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00" name="직선 연결선 326">
                <a:extLst>
                  <a:ext uri="{FF2B5EF4-FFF2-40B4-BE49-F238E27FC236}">
                    <a16:creationId xmlns:a16="http://schemas.microsoft.com/office/drawing/2014/main" id="{1E6741EC-C7D7-F52F-5C3C-9884DB12DA61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01" name="타원 1500">
                <a:extLst>
                  <a:ext uri="{FF2B5EF4-FFF2-40B4-BE49-F238E27FC236}">
                    <a16:creationId xmlns:a16="http://schemas.microsoft.com/office/drawing/2014/main" id="{7DC1E305-3688-069C-E4BC-AA462A2ACDE7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28596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B217B-B2B7-76C2-772E-0B8B11B66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1" name="제목 1">
            <a:extLst>
              <a:ext uri="{FF2B5EF4-FFF2-40B4-BE49-F238E27FC236}">
                <a16:creationId xmlns:a16="http://schemas.microsoft.com/office/drawing/2014/main" id="{4F7D39C0-94D9-D85B-CED2-4488EAF73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04" y="160360"/>
            <a:ext cx="496074" cy="654861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정책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스낵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시스템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452355A7-FAF7-4292-83E6-3029A6ADB19C}"/>
              </a:ext>
            </a:extLst>
          </p:cNvPr>
          <p:cNvGrpSpPr/>
          <p:nvPr/>
        </p:nvGrpSpPr>
        <p:grpSpPr>
          <a:xfrm>
            <a:off x="1366786" y="883097"/>
            <a:ext cx="5504669" cy="1965300"/>
            <a:chOff x="1366786" y="883097"/>
            <a:chExt cx="5504669" cy="1965300"/>
          </a:xfrm>
        </p:grpSpPr>
        <p:sp>
          <p:nvSpPr>
            <p:cNvPr id="793" name="직사각형 792">
              <a:extLst>
                <a:ext uri="{FF2B5EF4-FFF2-40B4-BE49-F238E27FC236}">
                  <a16:creationId xmlns:a16="http://schemas.microsoft.com/office/drawing/2014/main" id="{FBC1770D-4F9F-47AC-ED97-2BCA5D970D36}"/>
                </a:ext>
              </a:extLst>
            </p:cNvPr>
            <p:cNvSpPr>
              <a:spLocks/>
            </p:cNvSpPr>
            <p:nvPr/>
          </p:nvSpPr>
          <p:spPr>
            <a:xfrm>
              <a:off x="4822198" y="939843"/>
              <a:ext cx="720000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price</a:t>
              </a:r>
            </a:p>
          </p:txBody>
        </p:sp>
        <p:sp>
          <p:nvSpPr>
            <p:cNvPr id="871" name="직사각형 870">
              <a:extLst>
                <a:ext uri="{FF2B5EF4-FFF2-40B4-BE49-F238E27FC236}">
                  <a16:creationId xmlns:a16="http://schemas.microsoft.com/office/drawing/2014/main" id="{32919270-B8D9-27CD-7AC9-97EA28FAEDF4}"/>
                </a:ext>
              </a:extLst>
            </p:cNvPr>
            <p:cNvSpPr>
              <a:spLocks/>
            </p:cNvSpPr>
            <p:nvPr/>
          </p:nvSpPr>
          <p:spPr>
            <a:xfrm>
              <a:off x="6101929" y="2307387"/>
              <a:ext cx="720000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price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rule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872" name="직사각형 871">
              <a:extLst>
                <a:ext uri="{FF2B5EF4-FFF2-40B4-BE49-F238E27FC236}">
                  <a16:creationId xmlns:a16="http://schemas.microsoft.com/office/drawing/2014/main" id="{EFA3B64B-97E9-5148-8CDF-2A864D6ED0F3}"/>
                </a:ext>
              </a:extLst>
            </p:cNvPr>
            <p:cNvSpPr>
              <a:spLocks/>
            </p:cNvSpPr>
            <p:nvPr/>
          </p:nvSpPr>
          <p:spPr>
            <a:xfrm>
              <a:off x="6101929" y="1411202"/>
              <a:ext cx="720000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price</a:t>
              </a:r>
              <a:r>
                <a:rPr lang="ko-KR" altLang="en-US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 </a:t>
              </a:r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rule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applies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873" name="직선 연결선[R] 872">
              <a:extLst>
                <a:ext uri="{FF2B5EF4-FFF2-40B4-BE49-F238E27FC236}">
                  <a16:creationId xmlns:a16="http://schemas.microsoft.com/office/drawing/2014/main" id="{66764685-7DCC-5BFA-9A92-393E95C8E85C}"/>
                </a:ext>
              </a:extLst>
            </p:cNvPr>
            <p:cNvCxnSpPr>
              <a:cxnSpLocks/>
              <a:stCxn id="871" idx="0"/>
              <a:endCxn id="872" idx="2"/>
            </p:cNvCxnSpPr>
            <p:nvPr/>
          </p:nvCxnSpPr>
          <p:spPr>
            <a:xfrm flipV="1">
              <a:off x="6461929" y="1843202"/>
              <a:ext cx="0" cy="464185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4" name="직사각형 943">
              <a:extLst>
                <a:ext uri="{FF2B5EF4-FFF2-40B4-BE49-F238E27FC236}">
                  <a16:creationId xmlns:a16="http://schemas.microsoft.com/office/drawing/2014/main" id="{D1ACBD22-C848-9ACD-57D5-E1F3F313EEC9}"/>
                </a:ext>
              </a:extLst>
            </p:cNvPr>
            <p:cNvSpPr>
              <a:spLocks/>
            </p:cNvSpPr>
            <p:nvPr/>
          </p:nvSpPr>
          <p:spPr>
            <a:xfrm>
              <a:off x="1508396" y="1225270"/>
              <a:ext cx="720000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coupon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redeem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945" name="직사각형 944">
              <a:extLst>
                <a:ext uri="{FF2B5EF4-FFF2-40B4-BE49-F238E27FC236}">
                  <a16:creationId xmlns:a16="http://schemas.microsoft.com/office/drawing/2014/main" id="{96401675-D69B-BC64-BDFB-63271B245B77}"/>
                </a:ext>
              </a:extLst>
            </p:cNvPr>
            <p:cNvSpPr>
              <a:spLocks/>
            </p:cNvSpPr>
            <p:nvPr/>
          </p:nvSpPr>
          <p:spPr>
            <a:xfrm>
              <a:off x="2660959" y="1224062"/>
              <a:ext cx="720000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coupon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946" name="직사각형 945">
              <a:extLst>
                <a:ext uri="{FF2B5EF4-FFF2-40B4-BE49-F238E27FC236}">
                  <a16:creationId xmlns:a16="http://schemas.microsoft.com/office/drawing/2014/main" id="{F575B3D3-236D-8516-52E2-95A66C1273A3}"/>
                </a:ext>
              </a:extLst>
            </p:cNvPr>
            <p:cNvSpPr>
              <a:spLocks/>
            </p:cNvSpPr>
            <p:nvPr/>
          </p:nvSpPr>
          <p:spPr>
            <a:xfrm>
              <a:off x="2626912" y="2135268"/>
              <a:ext cx="78809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promotion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1004" name="직선 연결선[R] 1003">
              <a:extLst>
                <a:ext uri="{FF2B5EF4-FFF2-40B4-BE49-F238E27FC236}">
                  <a16:creationId xmlns:a16="http://schemas.microsoft.com/office/drawing/2014/main" id="{92DC53F3-20F8-2EBA-3165-F4BF79CB06A8}"/>
                </a:ext>
              </a:extLst>
            </p:cNvPr>
            <p:cNvCxnSpPr>
              <a:cxnSpLocks/>
              <a:stCxn id="945" idx="1"/>
              <a:endCxn id="944" idx="3"/>
            </p:cNvCxnSpPr>
            <p:nvPr/>
          </p:nvCxnSpPr>
          <p:spPr>
            <a:xfrm flipH="1">
              <a:off x="2228396" y="1440062"/>
              <a:ext cx="432563" cy="1208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7" name="직선 연결선[R] 1006">
              <a:extLst>
                <a:ext uri="{FF2B5EF4-FFF2-40B4-BE49-F238E27FC236}">
                  <a16:creationId xmlns:a16="http://schemas.microsoft.com/office/drawing/2014/main" id="{E72585A8-0D64-EC0D-3CA5-5A3B046A98D7}"/>
                </a:ext>
              </a:extLst>
            </p:cNvPr>
            <p:cNvCxnSpPr>
              <a:cxnSpLocks/>
              <a:stCxn id="945" idx="2"/>
              <a:endCxn id="946" idx="0"/>
            </p:cNvCxnSpPr>
            <p:nvPr/>
          </p:nvCxnSpPr>
          <p:spPr>
            <a:xfrm>
              <a:off x="3020959" y="1656062"/>
              <a:ext cx="0" cy="4792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5" name="직사각형 1074">
              <a:extLst>
                <a:ext uri="{FF2B5EF4-FFF2-40B4-BE49-F238E27FC236}">
                  <a16:creationId xmlns:a16="http://schemas.microsoft.com/office/drawing/2014/main" id="{6DAE5B08-8FFF-62AF-20DF-088DDEDB75CB}"/>
                </a:ext>
              </a:extLst>
            </p:cNvPr>
            <p:cNvSpPr>
              <a:spLocks/>
            </p:cNvSpPr>
            <p:nvPr/>
          </p:nvSpPr>
          <p:spPr>
            <a:xfrm>
              <a:off x="5093142" y="1898299"/>
              <a:ext cx="720000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tax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825" name="직선 연결선 351">
              <a:extLst>
                <a:ext uri="{FF2B5EF4-FFF2-40B4-BE49-F238E27FC236}">
                  <a16:creationId xmlns:a16="http://schemas.microsoft.com/office/drawing/2014/main" id="{2DD4AF7E-379F-87C3-D9D8-CA0551E96E23}"/>
                </a:ext>
              </a:extLst>
            </p:cNvPr>
            <p:cNvCxnSpPr>
              <a:cxnSpLocks/>
            </p:cNvCxnSpPr>
            <p:nvPr/>
          </p:nvCxnSpPr>
          <p:spPr>
            <a:xfrm>
              <a:off x="6407929" y="2255185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220" name="그룹 1219">
              <a:extLst>
                <a:ext uri="{FF2B5EF4-FFF2-40B4-BE49-F238E27FC236}">
                  <a16:creationId xmlns:a16="http://schemas.microsoft.com/office/drawing/2014/main" id="{E82AB1EA-EF8B-E494-51C0-9CF915986E4D}"/>
                </a:ext>
              </a:extLst>
            </p:cNvPr>
            <p:cNvGrpSpPr>
              <a:grpSpLocks noChangeAspect="1"/>
            </p:cNvGrpSpPr>
            <p:nvPr/>
          </p:nvGrpSpPr>
          <p:grpSpPr>
            <a:xfrm rot="16200000">
              <a:off x="2946926" y="1676096"/>
              <a:ext cx="148067" cy="108000"/>
              <a:chOff x="7409659" y="2902132"/>
              <a:chExt cx="317047" cy="239471"/>
            </a:xfrm>
          </p:grpSpPr>
          <p:grpSp>
            <p:nvGrpSpPr>
              <p:cNvPr id="1221" name="그룹 1220">
                <a:extLst>
                  <a:ext uri="{FF2B5EF4-FFF2-40B4-BE49-F238E27FC236}">
                    <a16:creationId xmlns:a16="http://schemas.microsoft.com/office/drawing/2014/main" id="{04E83D19-BA42-B8E2-0D2A-F76AC88A3858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224" name="직선 연결선 322">
                  <a:extLst>
                    <a:ext uri="{FF2B5EF4-FFF2-40B4-BE49-F238E27FC236}">
                      <a16:creationId xmlns:a16="http://schemas.microsoft.com/office/drawing/2014/main" id="{8839BC26-E27C-D586-7C9F-8BE3168DB544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25" name="직선 연결선 323">
                  <a:extLst>
                    <a:ext uri="{FF2B5EF4-FFF2-40B4-BE49-F238E27FC236}">
                      <a16:creationId xmlns:a16="http://schemas.microsoft.com/office/drawing/2014/main" id="{644B7355-2D89-A41D-4637-C8F1324A6DEA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26" name="직선 연결선 324">
                  <a:extLst>
                    <a:ext uri="{FF2B5EF4-FFF2-40B4-BE49-F238E27FC236}">
                      <a16:creationId xmlns:a16="http://schemas.microsoft.com/office/drawing/2014/main" id="{07AA179D-2E82-BD7A-D82B-3F3B310E249F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222" name="직선 연결선 326">
                <a:extLst>
                  <a:ext uri="{FF2B5EF4-FFF2-40B4-BE49-F238E27FC236}">
                    <a16:creationId xmlns:a16="http://schemas.microsoft.com/office/drawing/2014/main" id="{ABAFCFC2-4758-DCB7-9841-EF2215BC7CF1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23" name="타원 1222">
                <a:extLst>
                  <a:ext uri="{FF2B5EF4-FFF2-40B4-BE49-F238E27FC236}">
                    <a16:creationId xmlns:a16="http://schemas.microsoft.com/office/drawing/2014/main" id="{309E780A-F7D6-7D36-B5E0-7C0D7324B7B3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cxnSp>
          <p:nvCxnSpPr>
            <p:cNvPr id="1235" name="직선 연결선 351">
              <a:extLst>
                <a:ext uri="{FF2B5EF4-FFF2-40B4-BE49-F238E27FC236}">
                  <a16:creationId xmlns:a16="http://schemas.microsoft.com/office/drawing/2014/main" id="{17B93074-1C81-D3C2-600E-5878E1ECF311}"/>
                </a:ext>
              </a:extLst>
            </p:cNvPr>
            <p:cNvCxnSpPr>
              <a:cxnSpLocks/>
            </p:cNvCxnSpPr>
            <p:nvPr/>
          </p:nvCxnSpPr>
          <p:spPr>
            <a:xfrm>
              <a:off x="2605120" y="1386661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01" name="직사각형 800">
              <a:extLst>
                <a:ext uri="{FF2B5EF4-FFF2-40B4-BE49-F238E27FC236}">
                  <a16:creationId xmlns:a16="http://schemas.microsoft.com/office/drawing/2014/main" id="{E25F9A49-7EDD-CE47-1AB3-179E121F8E42}"/>
                </a:ext>
              </a:extLst>
            </p:cNvPr>
            <p:cNvSpPr>
              <a:spLocks/>
            </p:cNvSpPr>
            <p:nvPr/>
          </p:nvSpPr>
          <p:spPr>
            <a:xfrm>
              <a:off x="3770547" y="1224062"/>
              <a:ext cx="720000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coupon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type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807" name="직선 연결선[R] 806">
              <a:extLst>
                <a:ext uri="{FF2B5EF4-FFF2-40B4-BE49-F238E27FC236}">
                  <a16:creationId xmlns:a16="http://schemas.microsoft.com/office/drawing/2014/main" id="{07AA69F8-03C9-A5E5-96EE-95C02E4BCE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80959" y="1330731"/>
              <a:ext cx="368881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53" name="그룹 852">
              <a:extLst>
                <a:ext uri="{FF2B5EF4-FFF2-40B4-BE49-F238E27FC236}">
                  <a16:creationId xmlns:a16="http://schemas.microsoft.com/office/drawing/2014/main" id="{6C4246F6-E58F-D65A-ACAA-B3252C2C5298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3380959" y="1276731"/>
              <a:ext cx="148067" cy="108000"/>
              <a:chOff x="7409659" y="2902132"/>
              <a:chExt cx="317047" cy="239471"/>
            </a:xfrm>
          </p:grpSpPr>
          <p:grpSp>
            <p:nvGrpSpPr>
              <p:cNvPr id="854" name="그룹 853">
                <a:extLst>
                  <a:ext uri="{FF2B5EF4-FFF2-40B4-BE49-F238E27FC236}">
                    <a16:creationId xmlns:a16="http://schemas.microsoft.com/office/drawing/2014/main" id="{B044076F-9573-7BE7-EA33-6D91D07CADEB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318" name="직선 연결선 322">
                  <a:extLst>
                    <a:ext uri="{FF2B5EF4-FFF2-40B4-BE49-F238E27FC236}">
                      <a16:creationId xmlns:a16="http://schemas.microsoft.com/office/drawing/2014/main" id="{5F5FC3E2-5E10-6A4C-794F-8AD5E461ACFF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19" name="직선 연결선 323">
                  <a:extLst>
                    <a:ext uri="{FF2B5EF4-FFF2-40B4-BE49-F238E27FC236}">
                      <a16:creationId xmlns:a16="http://schemas.microsoft.com/office/drawing/2014/main" id="{588B5C39-10A8-C063-DF02-5C23524421E7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0" name="직선 연결선 324">
                  <a:extLst>
                    <a:ext uri="{FF2B5EF4-FFF2-40B4-BE49-F238E27FC236}">
                      <a16:creationId xmlns:a16="http://schemas.microsoft.com/office/drawing/2014/main" id="{79021E1E-E880-BEBD-AF69-B8AB106E43E9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314" name="직선 연결선 326">
                <a:extLst>
                  <a:ext uri="{FF2B5EF4-FFF2-40B4-BE49-F238E27FC236}">
                    <a16:creationId xmlns:a16="http://schemas.microsoft.com/office/drawing/2014/main" id="{EC24ED44-BC33-367F-8B4D-350BED0E1E63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16" name="타원 1315">
                <a:extLst>
                  <a:ext uri="{FF2B5EF4-FFF2-40B4-BE49-F238E27FC236}">
                    <a16:creationId xmlns:a16="http://schemas.microsoft.com/office/drawing/2014/main" id="{10ECAF1B-3AD1-ADFF-23D7-B69759769706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cxnSp>
          <p:nvCxnSpPr>
            <p:cNvPr id="1322" name="직선 연결선 351">
              <a:extLst>
                <a:ext uri="{FF2B5EF4-FFF2-40B4-BE49-F238E27FC236}">
                  <a16:creationId xmlns:a16="http://schemas.microsoft.com/office/drawing/2014/main" id="{0ED834F5-58C9-1F0D-54E7-47F36C54DA6A}"/>
                </a:ext>
              </a:extLst>
            </p:cNvPr>
            <p:cNvCxnSpPr>
              <a:cxnSpLocks/>
            </p:cNvCxnSpPr>
            <p:nvPr/>
          </p:nvCxnSpPr>
          <p:spPr>
            <a:xfrm>
              <a:off x="3695732" y="1283466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43" name="직사각형 1342">
              <a:extLst>
                <a:ext uri="{FF2B5EF4-FFF2-40B4-BE49-F238E27FC236}">
                  <a16:creationId xmlns:a16="http://schemas.microsoft.com/office/drawing/2014/main" id="{A9E8F543-A329-D851-7F38-727F679089A6}"/>
                </a:ext>
              </a:extLst>
            </p:cNvPr>
            <p:cNvSpPr>
              <a:spLocks/>
            </p:cNvSpPr>
            <p:nvPr/>
          </p:nvSpPr>
          <p:spPr>
            <a:xfrm>
              <a:off x="3774378" y="1704414"/>
              <a:ext cx="720000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coupon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benefit</a:t>
              </a:r>
            </a:p>
          </p:txBody>
        </p:sp>
        <p:sp>
          <p:nvSpPr>
            <p:cNvPr id="1344" name="직사각형 1343">
              <a:extLst>
                <a:ext uri="{FF2B5EF4-FFF2-40B4-BE49-F238E27FC236}">
                  <a16:creationId xmlns:a16="http://schemas.microsoft.com/office/drawing/2014/main" id="{9996715D-C3BC-6C71-5423-F671CE976CFE}"/>
                </a:ext>
              </a:extLst>
            </p:cNvPr>
            <p:cNvSpPr>
              <a:spLocks/>
            </p:cNvSpPr>
            <p:nvPr/>
          </p:nvSpPr>
          <p:spPr>
            <a:xfrm>
              <a:off x="3771584" y="2183188"/>
              <a:ext cx="720000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coupon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condition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1345" name="직선 연결선[R] 1344">
              <a:extLst>
                <a:ext uri="{FF2B5EF4-FFF2-40B4-BE49-F238E27FC236}">
                  <a16:creationId xmlns:a16="http://schemas.microsoft.com/office/drawing/2014/main" id="{12DE66F8-6F9F-1B0F-9FF0-4E17B9A6EC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80959" y="1450753"/>
              <a:ext cx="263564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7" name="직선 연결선[R] 1346">
              <a:extLst>
                <a:ext uri="{FF2B5EF4-FFF2-40B4-BE49-F238E27FC236}">
                  <a16:creationId xmlns:a16="http://schemas.microsoft.com/office/drawing/2014/main" id="{2917168A-B185-73F2-F6C5-0B48AEDA63F1}"/>
                </a:ext>
              </a:extLst>
            </p:cNvPr>
            <p:cNvCxnSpPr>
              <a:cxnSpLocks/>
              <a:stCxn id="1343" idx="1"/>
            </p:cNvCxnSpPr>
            <p:nvPr/>
          </p:nvCxnSpPr>
          <p:spPr>
            <a:xfrm flipH="1">
              <a:off x="3644523" y="1920414"/>
              <a:ext cx="129855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0" name="직선 연결선[R] 1349">
              <a:extLst>
                <a:ext uri="{FF2B5EF4-FFF2-40B4-BE49-F238E27FC236}">
                  <a16:creationId xmlns:a16="http://schemas.microsoft.com/office/drawing/2014/main" id="{CF9339A8-DC43-76AD-7495-EE5840D1D8EC}"/>
                </a:ext>
              </a:extLst>
            </p:cNvPr>
            <p:cNvCxnSpPr>
              <a:cxnSpLocks/>
            </p:cNvCxnSpPr>
            <p:nvPr/>
          </p:nvCxnSpPr>
          <p:spPr>
            <a:xfrm>
              <a:off x="3645468" y="1465432"/>
              <a:ext cx="0" cy="45853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7" name="직선 연결선[R] 1356">
              <a:extLst>
                <a:ext uri="{FF2B5EF4-FFF2-40B4-BE49-F238E27FC236}">
                  <a16:creationId xmlns:a16="http://schemas.microsoft.com/office/drawing/2014/main" id="{0F607F6E-09F4-F633-8390-F59923494329}"/>
                </a:ext>
              </a:extLst>
            </p:cNvPr>
            <p:cNvCxnSpPr>
              <a:cxnSpLocks/>
              <a:stCxn id="1344" idx="1"/>
            </p:cNvCxnSpPr>
            <p:nvPr/>
          </p:nvCxnSpPr>
          <p:spPr>
            <a:xfrm flipH="1">
              <a:off x="3565010" y="2399188"/>
              <a:ext cx="206574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1" name="직선 연결선[R] 1360">
              <a:extLst>
                <a:ext uri="{FF2B5EF4-FFF2-40B4-BE49-F238E27FC236}">
                  <a16:creationId xmlns:a16="http://schemas.microsoft.com/office/drawing/2014/main" id="{47B7F2D0-9B94-3933-A3E4-A2C3F499500B}"/>
                </a:ext>
              </a:extLst>
            </p:cNvPr>
            <p:cNvCxnSpPr>
              <a:cxnSpLocks/>
            </p:cNvCxnSpPr>
            <p:nvPr/>
          </p:nvCxnSpPr>
          <p:spPr>
            <a:xfrm>
              <a:off x="3569268" y="1576801"/>
              <a:ext cx="0" cy="824948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4" name="직선 연결선[R] 1363">
              <a:extLst>
                <a:ext uri="{FF2B5EF4-FFF2-40B4-BE49-F238E27FC236}">
                  <a16:creationId xmlns:a16="http://schemas.microsoft.com/office/drawing/2014/main" id="{986692AA-B94E-F55F-3AC5-491107380D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80959" y="1568366"/>
              <a:ext cx="18902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66" name="그룹 1365">
              <a:extLst>
                <a:ext uri="{FF2B5EF4-FFF2-40B4-BE49-F238E27FC236}">
                  <a16:creationId xmlns:a16="http://schemas.microsoft.com/office/drawing/2014/main" id="{024502B1-8976-AC7F-CF5A-4172F07833C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700416" y="1865747"/>
              <a:ext cx="70242" cy="108000"/>
              <a:chOff x="7604467" y="2108611"/>
              <a:chExt cx="122239" cy="239471"/>
            </a:xfrm>
          </p:grpSpPr>
          <p:grpSp>
            <p:nvGrpSpPr>
              <p:cNvPr id="1367" name="그룹 1366">
                <a:extLst>
                  <a:ext uri="{FF2B5EF4-FFF2-40B4-BE49-F238E27FC236}">
                    <a16:creationId xmlns:a16="http://schemas.microsoft.com/office/drawing/2014/main" id="{4023DD82-22F7-FB28-A34A-4B8BB6359B2D}"/>
                  </a:ext>
                </a:extLst>
              </p:cNvPr>
              <p:cNvGrpSpPr/>
              <p:nvPr/>
            </p:nvGrpSpPr>
            <p:grpSpPr>
              <a:xfrm>
                <a:off x="7604467" y="2111281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369" name="직선 연결선 359">
                  <a:extLst>
                    <a:ext uri="{FF2B5EF4-FFF2-40B4-BE49-F238E27FC236}">
                      <a16:creationId xmlns:a16="http://schemas.microsoft.com/office/drawing/2014/main" id="{624D17A9-8722-EE4E-91D3-51A47427F743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70" name="직선 연결선 360">
                  <a:extLst>
                    <a:ext uri="{FF2B5EF4-FFF2-40B4-BE49-F238E27FC236}">
                      <a16:creationId xmlns:a16="http://schemas.microsoft.com/office/drawing/2014/main" id="{169E853F-2D0F-8809-DFD5-5B5B088A387D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71" name="직선 연결선 361">
                  <a:extLst>
                    <a:ext uri="{FF2B5EF4-FFF2-40B4-BE49-F238E27FC236}">
                      <a16:creationId xmlns:a16="http://schemas.microsoft.com/office/drawing/2014/main" id="{DB14E94D-9607-4F84-DEB5-7CD7519C1525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368" name="직선 연결선 363">
                <a:extLst>
                  <a:ext uri="{FF2B5EF4-FFF2-40B4-BE49-F238E27FC236}">
                    <a16:creationId xmlns:a16="http://schemas.microsoft.com/office/drawing/2014/main" id="{4110B329-46AC-1E99-B168-AB725A3F7D61}"/>
                  </a:ext>
                </a:extLst>
              </p:cNvPr>
              <p:cNvCxnSpPr/>
              <p:nvPr/>
            </p:nvCxnSpPr>
            <p:spPr>
              <a:xfrm>
                <a:off x="7604467" y="2108611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372" name="그룹 1371">
              <a:extLst>
                <a:ext uri="{FF2B5EF4-FFF2-40B4-BE49-F238E27FC236}">
                  <a16:creationId xmlns:a16="http://schemas.microsoft.com/office/drawing/2014/main" id="{498A9D21-4062-CDFA-B63C-7DDA9F930A5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617840" y="2344362"/>
              <a:ext cx="148067" cy="108000"/>
              <a:chOff x="7409659" y="2902132"/>
              <a:chExt cx="317047" cy="239471"/>
            </a:xfrm>
          </p:grpSpPr>
          <p:grpSp>
            <p:nvGrpSpPr>
              <p:cNvPr id="1373" name="그룹 1372">
                <a:extLst>
                  <a:ext uri="{FF2B5EF4-FFF2-40B4-BE49-F238E27FC236}">
                    <a16:creationId xmlns:a16="http://schemas.microsoft.com/office/drawing/2014/main" id="{35286F81-457D-2967-7212-F4C65912D57E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376" name="직선 연결선 322">
                  <a:extLst>
                    <a:ext uri="{FF2B5EF4-FFF2-40B4-BE49-F238E27FC236}">
                      <a16:creationId xmlns:a16="http://schemas.microsoft.com/office/drawing/2014/main" id="{CFB5F97F-4C7E-2187-C78F-00273228DF4C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77" name="직선 연결선 323">
                  <a:extLst>
                    <a:ext uri="{FF2B5EF4-FFF2-40B4-BE49-F238E27FC236}">
                      <a16:creationId xmlns:a16="http://schemas.microsoft.com/office/drawing/2014/main" id="{952DB8EA-4EC4-0366-A6F2-9A7F00FC412C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78" name="직선 연결선 324">
                  <a:extLst>
                    <a:ext uri="{FF2B5EF4-FFF2-40B4-BE49-F238E27FC236}">
                      <a16:creationId xmlns:a16="http://schemas.microsoft.com/office/drawing/2014/main" id="{27700726-0646-6338-968A-AB5FFDD2E1C0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374" name="직선 연결선 326">
                <a:extLst>
                  <a:ext uri="{FF2B5EF4-FFF2-40B4-BE49-F238E27FC236}">
                    <a16:creationId xmlns:a16="http://schemas.microsoft.com/office/drawing/2014/main" id="{0EC1439A-541A-77A6-8BAF-4F7DA3946998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5" name="타원 1374">
                <a:extLst>
                  <a:ext uri="{FF2B5EF4-FFF2-40B4-BE49-F238E27FC236}">
                    <a16:creationId xmlns:a16="http://schemas.microsoft.com/office/drawing/2014/main" id="{74C48E22-7796-32F8-0FC1-D50465700765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cxnSp>
          <p:nvCxnSpPr>
            <p:cNvPr id="1382" name="직선 연결선 351">
              <a:extLst>
                <a:ext uri="{FF2B5EF4-FFF2-40B4-BE49-F238E27FC236}">
                  <a16:creationId xmlns:a16="http://schemas.microsoft.com/office/drawing/2014/main" id="{96ABE046-7572-AFDE-2D09-90EF584F6602}"/>
                </a:ext>
              </a:extLst>
            </p:cNvPr>
            <p:cNvCxnSpPr>
              <a:cxnSpLocks/>
            </p:cNvCxnSpPr>
            <p:nvPr/>
          </p:nvCxnSpPr>
          <p:spPr>
            <a:xfrm>
              <a:off x="3439113" y="1388579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3" name="직선 연결선 351">
              <a:extLst>
                <a:ext uri="{FF2B5EF4-FFF2-40B4-BE49-F238E27FC236}">
                  <a16:creationId xmlns:a16="http://schemas.microsoft.com/office/drawing/2014/main" id="{3B8E6219-3075-2BB5-5CD1-048EDC324469}"/>
                </a:ext>
              </a:extLst>
            </p:cNvPr>
            <p:cNvCxnSpPr>
              <a:cxnSpLocks/>
            </p:cNvCxnSpPr>
            <p:nvPr/>
          </p:nvCxnSpPr>
          <p:spPr>
            <a:xfrm>
              <a:off x="3435799" y="1511163"/>
              <a:ext cx="0" cy="10800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567" name="그룹 1566">
              <a:extLst>
                <a:ext uri="{FF2B5EF4-FFF2-40B4-BE49-F238E27FC236}">
                  <a16:creationId xmlns:a16="http://schemas.microsoft.com/office/drawing/2014/main" id="{75DB76CA-D5CF-CD02-FCBC-AF31DE086F30}"/>
                </a:ext>
              </a:extLst>
            </p:cNvPr>
            <p:cNvGrpSpPr>
              <a:grpSpLocks noChangeAspect="1"/>
            </p:cNvGrpSpPr>
            <p:nvPr/>
          </p:nvGrpSpPr>
          <p:grpSpPr>
            <a:xfrm rot="16200000">
              <a:off x="6387896" y="1869584"/>
              <a:ext cx="148067" cy="108000"/>
              <a:chOff x="7409659" y="2902132"/>
              <a:chExt cx="317047" cy="239471"/>
            </a:xfrm>
          </p:grpSpPr>
          <p:grpSp>
            <p:nvGrpSpPr>
              <p:cNvPr id="1568" name="그룹 1567">
                <a:extLst>
                  <a:ext uri="{FF2B5EF4-FFF2-40B4-BE49-F238E27FC236}">
                    <a16:creationId xmlns:a16="http://schemas.microsoft.com/office/drawing/2014/main" id="{60FBDA7C-6EDE-B093-7BCC-D4D9A52854EA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571" name="직선 연결선 322">
                  <a:extLst>
                    <a:ext uri="{FF2B5EF4-FFF2-40B4-BE49-F238E27FC236}">
                      <a16:creationId xmlns:a16="http://schemas.microsoft.com/office/drawing/2014/main" id="{B99E24C2-B921-59F2-6F6F-32EE798B5517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72" name="직선 연결선 323">
                  <a:extLst>
                    <a:ext uri="{FF2B5EF4-FFF2-40B4-BE49-F238E27FC236}">
                      <a16:creationId xmlns:a16="http://schemas.microsoft.com/office/drawing/2014/main" id="{693DF012-9352-E811-6BAC-61FBABBF71AF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73" name="직선 연결선 324">
                  <a:extLst>
                    <a:ext uri="{FF2B5EF4-FFF2-40B4-BE49-F238E27FC236}">
                      <a16:creationId xmlns:a16="http://schemas.microsoft.com/office/drawing/2014/main" id="{98F9F094-4560-F3FE-CB7C-767FF45DE7B9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69" name="직선 연결선 326">
                <a:extLst>
                  <a:ext uri="{FF2B5EF4-FFF2-40B4-BE49-F238E27FC236}">
                    <a16:creationId xmlns:a16="http://schemas.microsoft.com/office/drawing/2014/main" id="{6C123BF8-F80C-9927-99B4-DEBBC0DD7577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70" name="타원 1569">
                <a:extLst>
                  <a:ext uri="{FF2B5EF4-FFF2-40B4-BE49-F238E27FC236}">
                    <a16:creationId xmlns:a16="http://schemas.microsoft.com/office/drawing/2014/main" id="{9ABB1F99-1D11-A084-78C2-587E3A73BCC7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cxnSp>
          <p:nvCxnSpPr>
            <p:cNvPr id="1618" name="직선 연결선[R] 1617">
              <a:extLst>
                <a:ext uri="{FF2B5EF4-FFF2-40B4-BE49-F238E27FC236}">
                  <a16:creationId xmlns:a16="http://schemas.microsoft.com/office/drawing/2014/main" id="{1B87736A-D18F-E1EA-9CB8-113D8EA4E65C}"/>
                </a:ext>
              </a:extLst>
            </p:cNvPr>
            <p:cNvCxnSpPr>
              <a:cxnSpLocks/>
              <a:endCxn id="793" idx="3"/>
            </p:cNvCxnSpPr>
            <p:nvPr/>
          </p:nvCxnSpPr>
          <p:spPr>
            <a:xfrm flipH="1">
              <a:off x="5542198" y="1154407"/>
              <a:ext cx="910939" cy="143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1" name="직선 연결선[R] 1620">
              <a:extLst>
                <a:ext uri="{FF2B5EF4-FFF2-40B4-BE49-F238E27FC236}">
                  <a16:creationId xmlns:a16="http://schemas.microsoft.com/office/drawing/2014/main" id="{D6E2CCBF-0B0F-E0AE-5AFE-ADEE0AE30AE0}"/>
                </a:ext>
              </a:extLst>
            </p:cNvPr>
            <p:cNvCxnSpPr>
              <a:cxnSpLocks/>
              <a:stCxn id="872" idx="0"/>
            </p:cNvCxnSpPr>
            <p:nvPr/>
          </p:nvCxnSpPr>
          <p:spPr>
            <a:xfrm flipV="1">
              <a:off x="6461929" y="1155843"/>
              <a:ext cx="0" cy="255359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23" name="그룹 1622">
              <a:extLst>
                <a:ext uri="{FF2B5EF4-FFF2-40B4-BE49-F238E27FC236}">
                  <a16:creationId xmlns:a16="http://schemas.microsoft.com/office/drawing/2014/main" id="{05A6A6E7-7088-ED7A-B4BC-0DF35FA44FCF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5542198" y="1104339"/>
              <a:ext cx="148067" cy="108000"/>
              <a:chOff x="7409659" y="2902132"/>
              <a:chExt cx="317047" cy="239471"/>
            </a:xfrm>
          </p:grpSpPr>
          <p:grpSp>
            <p:nvGrpSpPr>
              <p:cNvPr id="1624" name="그룹 1623">
                <a:extLst>
                  <a:ext uri="{FF2B5EF4-FFF2-40B4-BE49-F238E27FC236}">
                    <a16:creationId xmlns:a16="http://schemas.microsoft.com/office/drawing/2014/main" id="{65DC5DD8-183B-EE16-AB60-B4D21112AAE0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627" name="직선 연결선 322">
                  <a:extLst>
                    <a:ext uri="{FF2B5EF4-FFF2-40B4-BE49-F238E27FC236}">
                      <a16:creationId xmlns:a16="http://schemas.microsoft.com/office/drawing/2014/main" id="{B2530553-66E0-3447-8C34-CDA36AAE8F8A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28" name="직선 연결선 323">
                  <a:extLst>
                    <a:ext uri="{FF2B5EF4-FFF2-40B4-BE49-F238E27FC236}">
                      <a16:creationId xmlns:a16="http://schemas.microsoft.com/office/drawing/2014/main" id="{31263F63-625E-4ADB-CD32-3CE1A2F88DB6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29" name="직선 연결선 324">
                  <a:extLst>
                    <a:ext uri="{FF2B5EF4-FFF2-40B4-BE49-F238E27FC236}">
                      <a16:creationId xmlns:a16="http://schemas.microsoft.com/office/drawing/2014/main" id="{84694A0C-1CA0-50B6-98E4-FDC2B6005B54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625" name="직선 연결선 326">
                <a:extLst>
                  <a:ext uri="{FF2B5EF4-FFF2-40B4-BE49-F238E27FC236}">
                    <a16:creationId xmlns:a16="http://schemas.microsoft.com/office/drawing/2014/main" id="{0BB2FF08-42D6-4C1F-ED3D-88BFD6C4D0F1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26" name="타원 1625">
                <a:extLst>
                  <a:ext uri="{FF2B5EF4-FFF2-40B4-BE49-F238E27FC236}">
                    <a16:creationId xmlns:a16="http://schemas.microsoft.com/office/drawing/2014/main" id="{011FDF87-1350-67A4-0410-673D8EE5DA2E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630" name="그룹 1629">
              <a:extLst>
                <a:ext uri="{FF2B5EF4-FFF2-40B4-BE49-F238E27FC236}">
                  <a16:creationId xmlns:a16="http://schemas.microsoft.com/office/drawing/2014/main" id="{893F0809-0831-7CF2-D698-D8D86A8B0738}"/>
                </a:ext>
              </a:extLst>
            </p:cNvPr>
            <p:cNvGrpSpPr/>
            <p:nvPr/>
          </p:nvGrpSpPr>
          <p:grpSpPr>
            <a:xfrm rot="5400000">
              <a:off x="6416439" y="1259854"/>
              <a:ext cx="90979" cy="106796"/>
              <a:chOff x="4947906" y="3396192"/>
              <a:chExt cx="90979" cy="106796"/>
            </a:xfrm>
          </p:grpSpPr>
          <p:cxnSp>
            <p:nvCxnSpPr>
              <p:cNvPr id="1631" name="직선 연결선 326">
                <a:extLst>
                  <a:ext uri="{FF2B5EF4-FFF2-40B4-BE49-F238E27FC236}">
                    <a16:creationId xmlns:a16="http://schemas.microsoft.com/office/drawing/2014/main" id="{0F234A05-6CAC-17A4-9C7D-0FA78CE3EB5C}"/>
                  </a:ext>
                </a:extLst>
              </p:cNvPr>
              <p:cNvCxnSpPr/>
              <p:nvPr/>
            </p:nvCxnSpPr>
            <p:spPr>
              <a:xfrm>
                <a:off x="5038885" y="3396192"/>
                <a:ext cx="0" cy="106796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32" name="타원 1631">
                <a:extLst>
                  <a:ext uri="{FF2B5EF4-FFF2-40B4-BE49-F238E27FC236}">
                    <a16:creationId xmlns:a16="http://schemas.microsoft.com/office/drawing/2014/main" id="{5BE999CF-49A7-AEF3-8048-351BA15A6B18}"/>
                  </a:ext>
                </a:extLst>
              </p:cNvPr>
              <p:cNvSpPr/>
              <p:nvPr/>
            </p:nvSpPr>
            <p:spPr>
              <a:xfrm>
                <a:off x="4947906" y="3406866"/>
                <a:ext cx="90978" cy="8785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762" name="그룹 1761">
              <a:extLst>
                <a:ext uri="{FF2B5EF4-FFF2-40B4-BE49-F238E27FC236}">
                  <a16:creationId xmlns:a16="http://schemas.microsoft.com/office/drawing/2014/main" id="{F66DCE27-4A92-9B70-5345-56489605B500}"/>
                </a:ext>
              </a:extLst>
            </p:cNvPr>
            <p:cNvGrpSpPr/>
            <p:nvPr/>
          </p:nvGrpSpPr>
          <p:grpSpPr>
            <a:xfrm rot="5400000">
              <a:off x="2975469" y="1980849"/>
              <a:ext cx="90979" cy="106796"/>
              <a:chOff x="4947906" y="3396192"/>
              <a:chExt cx="90979" cy="106796"/>
            </a:xfrm>
          </p:grpSpPr>
          <p:cxnSp>
            <p:nvCxnSpPr>
              <p:cNvPr id="1763" name="직선 연결선 326">
                <a:extLst>
                  <a:ext uri="{FF2B5EF4-FFF2-40B4-BE49-F238E27FC236}">
                    <a16:creationId xmlns:a16="http://schemas.microsoft.com/office/drawing/2014/main" id="{75FAE0A5-BFA3-9AE7-FB39-146E908DA298}"/>
                  </a:ext>
                </a:extLst>
              </p:cNvPr>
              <p:cNvCxnSpPr/>
              <p:nvPr/>
            </p:nvCxnSpPr>
            <p:spPr>
              <a:xfrm>
                <a:off x="5038885" y="3396192"/>
                <a:ext cx="0" cy="106796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64" name="타원 1763">
                <a:extLst>
                  <a:ext uri="{FF2B5EF4-FFF2-40B4-BE49-F238E27FC236}">
                    <a16:creationId xmlns:a16="http://schemas.microsoft.com/office/drawing/2014/main" id="{AF461E8E-01B4-2103-DBB2-C5AC69FCB9D4}"/>
                  </a:ext>
                </a:extLst>
              </p:cNvPr>
              <p:cNvSpPr/>
              <p:nvPr/>
            </p:nvSpPr>
            <p:spPr>
              <a:xfrm>
                <a:off x="4947906" y="3406866"/>
                <a:ext cx="90978" cy="8785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1767" name="그룹 1766">
              <a:extLst>
                <a:ext uri="{FF2B5EF4-FFF2-40B4-BE49-F238E27FC236}">
                  <a16:creationId xmlns:a16="http://schemas.microsoft.com/office/drawing/2014/main" id="{5DC670FD-86FD-AF93-7014-2B5BA9052E50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2228396" y="1386062"/>
              <a:ext cx="148067" cy="108000"/>
              <a:chOff x="7409659" y="2902132"/>
              <a:chExt cx="317047" cy="239471"/>
            </a:xfrm>
          </p:grpSpPr>
          <p:grpSp>
            <p:nvGrpSpPr>
              <p:cNvPr id="1768" name="그룹 1767">
                <a:extLst>
                  <a:ext uri="{FF2B5EF4-FFF2-40B4-BE49-F238E27FC236}">
                    <a16:creationId xmlns:a16="http://schemas.microsoft.com/office/drawing/2014/main" id="{C5872EAB-468D-E5D9-DCC3-D6B8066AE35F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1771" name="직선 연결선 322">
                  <a:extLst>
                    <a:ext uri="{FF2B5EF4-FFF2-40B4-BE49-F238E27FC236}">
                      <a16:creationId xmlns:a16="http://schemas.microsoft.com/office/drawing/2014/main" id="{21132F64-4616-B0AE-09F6-44E95E31BFC3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72" name="직선 연결선 323">
                  <a:extLst>
                    <a:ext uri="{FF2B5EF4-FFF2-40B4-BE49-F238E27FC236}">
                      <a16:creationId xmlns:a16="http://schemas.microsoft.com/office/drawing/2014/main" id="{D8CDE09A-9574-1379-3425-59318F2C7162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73" name="직선 연결선 324">
                  <a:extLst>
                    <a:ext uri="{FF2B5EF4-FFF2-40B4-BE49-F238E27FC236}">
                      <a16:creationId xmlns:a16="http://schemas.microsoft.com/office/drawing/2014/main" id="{3458CFD4-291C-2757-0F44-7AA30AF5F487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69" name="직선 연결선 326">
                <a:extLst>
                  <a:ext uri="{FF2B5EF4-FFF2-40B4-BE49-F238E27FC236}">
                    <a16:creationId xmlns:a16="http://schemas.microsoft.com/office/drawing/2014/main" id="{44497B37-A50E-0263-DD2D-D78EC5DB5870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70" name="타원 1769">
                <a:extLst>
                  <a:ext uri="{FF2B5EF4-FFF2-40B4-BE49-F238E27FC236}">
                    <a16:creationId xmlns:a16="http://schemas.microsoft.com/office/drawing/2014/main" id="{6BAE990F-811B-AEDB-B911-4D017B153C96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sp>
          <p:nvSpPr>
            <p:cNvPr id="3" name="모서리가 둥근 직사각형 2">
              <a:extLst>
                <a:ext uri="{FF2B5EF4-FFF2-40B4-BE49-F238E27FC236}">
                  <a16:creationId xmlns:a16="http://schemas.microsoft.com/office/drawing/2014/main" id="{ED74C0B2-D880-DC0E-2247-AF95A77E0571}"/>
                </a:ext>
              </a:extLst>
            </p:cNvPr>
            <p:cNvSpPr/>
            <p:nvPr/>
          </p:nvSpPr>
          <p:spPr>
            <a:xfrm>
              <a:off x="1366786" y="1068919"/>
              <a:ext cx="3262965" cy="1603016"/>
            </a:xfrm>
            <a:prstGeom prst="roundRect">
              <a:avLst>
                <a:gd name="adj" fmla="val 1912"/>
              </a:avLst>
            </a:prstGeom>
            <a:noFill/>
            <a:ln>
              <a:solidFill>
                <a:schemeClr val="accent3"/>
              </a:solidFill>
              <a:prstDash val="sysDot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75E554F3-8682-FDF2-B733-C3FBDE4CE9FF}"/>
                </a:ext>
              </a:extLst>
            </p:cNvPr>
            <p:cNvSpPr/>
            <p:nvPr/>
          </p:nvSpPr>
          <p:spPr>
            <a:xfrm>
              <a:off x="4754829" y="883097"/>
              <a:ext cx="2116626" cy="1965300"/>
            </a:xfrm>
            <a:prstGeom prst="roundRect">
              <a:avLst>
                <a:gd name="adj" fmla="val 1912"/>
              </a:avLst>
            </a:prstGeom>
            <a:noFill/>
            <a:ln>
              <a:solidFill>
                <a:schemeClr val="accent3"/>
              </a:solidFill>
              <a:prstDash val="sysDot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34CFC225-1F6D-CE8A-AD35-21DDA3BB1C57}"/>
              </a:ext>
            </a:extLst>
          </p:cNvPr>
          <p:cNvGrpSpPr/>
          <p:nvPr/>
        </p:nvGrpSpPr>
        <p:grpSpPr>
          <a:xfrm>
            <a:off x="2626912" y="3365933"/>
            <a:ext cx="720550" cy="3009140"/>
            <a:chOff x="2626912" y="3365933"/>
            <a:chExt cx="720550" cy="300914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7AD96B83-D3DD-E1B9-1251-6EEF81F04250}"/>
                </a:ext>
              </a:extLst>
            </p:cNvPr>
            <p:cNvSpPr>
              <a:spLocks/>
            </p:cNvSpPr>
            <p:nvPr/>
          </p:nvSpPr>
          <p:spPr>
            <a:xfrm>
              <a:off x="2627462" y="3365933"/>
              <a:ext cx="720000" cy="4320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snack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store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64B6BDAC-12E5-0007-3C89-EC4A176750E2}"/>
                </a:ext>
              </a:extLst>
            </p:cNvPr>
            <p:cNvSpPr>
              <a:spLocks/>
            </p:cNvSpPr>
            <p:nvPr/>
          </p:nvSpPr>
          <p:spPr>
            <a:xfrm>
              <a:off x="2627462" y="4251254"/>
              <a:ext cx="720000" cy="4320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snack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order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B0DEE167-FF0F-83B1-8730-A571A6437C17}"/>
                </a:ext>
              </a:extLst>
            </p:cNvPr>
            <p:cNvSpPr>
              <a:spLocks/>
            </p:cNvSpPr>
            <p:nvPr/>
          </p:nvSpPr>
          <p:spPr>
            <a:xfrm>
              <a:off x="2626912" y="5160474"/>
              <a:ext cx="720000" cy="4320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snack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order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item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D27F21-9865-A5BC-2B58-ECA1B35062F4}"/>
                </a:ext>
              </a:extLst>
            </p:cNvPr>
            <p:cNvSpPr>
              <a:spLocks/>
            </p:cNvSpPr>
            <p:nvPr/>
          </p:nvSpPr>
          <p:spPr>
            <a:xfrm>
              <a:off x="2627462" y="5943073"/>
              <a:ext cx="720000" cy="4320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menu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9" name="직선 연결선[R] 8">
              <a:extLst>
                <a:ext uri="{FF2B5EF4-FFF2-40B4-BE49-F238E27FC236}">
                  <a16:creationId xmlns:a16="http://schemas.microsoft.com/office/drawing/2014/main" id="{DD83A022-E68B-E47A-DC57-D974C82CFE53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2987462" y="3797933"/>
              <a:ext cx="0" cy="453321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[R] 9">
              <a:extLst>
                <a:ext uri="{FF2B5EF4-FFF2-40B4-BE49-F238E27FC236}">
                  <a16:creationId xmlns:a16="http://schemas.microsoft.com/office/drawing/2014/main" id="{024D6257-FEFD-3658-CAF6-ACF49536B5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7462" y="4696211"/>
              <a:ext cx="0" cy="453321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[R] 10">
              <a:extLst>
                <a:ext uri="{FF2B5EF4-FFF2-40B4-BE49-F238E27FC236}">
                  <a16:creationId xmlns:a16="http://schemas.microsoft.com/office/drawing/2014/main" id="{2E26602B-9AA0-B96E-3AE0-E54200EDD448}"/>
                </a:ext>
              </a:extLst>
            </p:cNvPr>
            <p:cNvCxnSpPr>
              <a:cxnSpLocks/>
              <a:stCxn id="8" idx="0"/>
              <a:endCxn id="7" idx="2"/>
            </p:cNvCxnSpPr>
            <p:nvPr/>
          </p:nvCxnSpPr>
          <p:spPr>
            <a:xfrm flipH="1" flipV="1">
              <a:off x="2986912" y="5592474"/>
              <a:ext cx="550" cy="350599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351">
              <a:extLst>
                <a:ext uri="{FF2B5EF4-FFF2-40B4-BE49-F238E27FC236}">
                  <a16:creationId xmlns:a16="http://schemas.microsoft.com/office/drawing/2014/main" id="{B91DE98F-0F30-B6FF-E919-35EC4C51240E}"/>
                </a:ext>
              </a:extLst>
            </p:cNvPr>
            <p:cNvCxnSpPr>
              <a:cxnSpLocks/>
            </p:cNvCxnSpPr>
            <p:nvPr/>
          </p:nvCxnSpPr>
          <p:spPr>
            <a:xfrm>
              <a:off x="2933462" y="3868316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87976A8-6CF1-F3D3-B857-A9DFD5EFE7F7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2958918" y="5076960"/>
              <a:ext cx="57088" cy="108000"/>
              <a:chOff x="7604467" y="2108611"/>
              <a:chExt cx="122239" cy="239471"/>
            </a:xfrm>
            <a:solidFill>
              <a:schemeClr val="accent1">
                <a:lumMod val="20000"/>
                <a:lumOff val="80000"/>
              </a:schemeClr>
            </a:solidFill>
          </p:grpSpPr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E684A1E9-989B-033F-1A8D-3D179F93FC67}"/>
                  </a:ext>
                </a:extLst>
              </p:cNvPr>
              <p:cNvGrpSpPr/>
              <p:nvPr/>
            </p:nvGrpSpPr>
            <p:grpSpPr>
              <a:xfrm>
                <a:off x="7604467" y="2111281"/>
                <a:ext cx="122239" cy="236801"/>
                <a:chOff x="2297548" y="3782508"/>
                <a:chExt cx="122239" cy="236801"/>
              </a:xfrm>
              <a:grpFill/>
            </p:grpSpPr>
            <p:cxnSp>
              <p:nvCxnSpPr>
                <p:cNvPr id="19" name="직선 연결선 359">
                  <a:extLst>
                    <a:ext uri="{FF2B5EF4-FFF2-40B4-BE49-F238E27FC236}">
                      <a16:creationId xmlns:a16="http://schemas.microsoft.com/office/drawing/2014/main" id="{8069090B-476D-9359-13AF-87662E2447BE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직선 연결선 360">
                  <a:extLst>
                    <a:ext uri="{FF2B5EF4-FFF2-40B4-BE49-F238E27FC236}">
                      <a16:creationId xmlns:a16="http://schemas.microsoft.com/office/drawing/2014/main" id="{7CB59DDC-B377-F4DF-6F71-003C830B1418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직선 연결선 361">
                  <a:extLst>
                    <a:ext uri="{FF2B5EF4-FFF2-40B4-BE49-F238E27FC236}">
                      <a16:creationId xmlns:a16="http://schemas.microsoft.com/office/drawing/2014/main" id="{9FE27C07-783C-9001-7A9F-A1C9CCB73279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직선 연결선 363">
                <a:extLst>
                  <a:ext uri="{FF2B5EF4-FFF2-40B4-BE49-F238E27FC236}">
                    <a16:creationId xmlns:a16="http://schemas.microsoft.com/office/drawing/2014/main" id="{E57BCE37-46E9-85EC-420D-3FBFB191EF28}"/>
                  </a:ext>
                </a:extLst>
              </p:cNvPr>
              <p:cNvCxnSpPr/>
              <p:nvPr/>
            </p:nvCxnSpPr>
            <p:spPr>
              <a:xfrm>
                <a:off x="7604467" y="2108611"/>
                <a:ext cx="0" cy="236801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2" name="직선 연결선 351">
              <a:extLst>
                <a:ext uri="{FF2B5EF4-FFF2-40B4-BE49-F238E27FC236}">
                  <a16:creationId xmlns:a16="http://schemas.microsoft.com/office/drawing/2014/main" id="{2A297FDF-0130-C012-76C0-802CD0C8DB8E}"/>
                </a:ext>
              </a:extLst>
            </p:cNvPr>
            <p:cNvCxnSpPr>
              <a:cxnSpLocks/>
            </p:cNvCxnSpPr>
            <p:nvPr/>
          </p:nvCxnSpPr>
          <p:spPr>
            <a:xfrm>
              <a:off x="2933462" y="4741022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직선 연결선 351">
              <a:extLst>
                <a:ext uri="{FF2B5EF4-FFF2-40B4-BE49-F238E27FC236}">
                  <a16:creationId xmlns:a16="http://schemas.microsoft.com/office/drawing/2014/main" id="{2ECD3448-A6C8-47BA-0E1B-C2591C9F6731}"/>
                </a:ext>
              </a:extLst>
            </p:cNvPr>
            <p:cNvCxnSpPr>
              <a:cxnSpLocks/>
            </p:cNvCxnSpPr>
            <p:nvPr/>
          </p:nvCxnSpPr>
          <p:spPr>
            <a:xfrm>
              <a:off x="2933462" y="5894086"/>
              <a:ext cx="108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12787361-7672-3C52-0A7F-E6CB2309A17A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2913428" y="4120177"/>
              <a:ext cx="148067" cy="108000"/>
              <a:chOff x="7409659" y="2902132"/>
              <a:chExt cx="317047" cy="239471"/>
            </a:xfrm>
            <a:solidFill>
              <a:schemeClr val="accent1">
                <a:lumMod val="20000"/>
                <a:lumOff val="80000"/>
              </a:schemeClr>
            </a:solidFill>
          </p:grpSpPr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E9812D32-5A29-689C-7302-3B86D8EFBD04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  <a:grpFill/>
            </p:grpSpPr>
            <p:cxnSp>
              <p:nvCxnSpPr>
                <p:cNvPr id="29" name="직선 연결선 322">
                  <a:extLst>
                    <a:ext uri="{FF2B5EF4-FFF2-40B4-BE49-F238E27FC236}">
                      <a16:creationId xmlns:a16="http://schemas.microsoft.com/office/drawing/2014/main" id="{9847526D-2457-FF7B-CA94-FA7B792F59FF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직선 연결선 323">
                  <a:extLst>
                    <a:ext uri="{FF2B5EF4-FFF2-40B4-BE49-F238E27FC236}">
                      <a16:creationId xmlns:a16="http://schemas.microsoft.com/office/drawing/2014/main" id="{81F41F3F-B56B-2B2F-9C9D-11EA03373C35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직선 연결선 324">
                  <a:extLst>
                    <a:ext uri="{FF2B5EF4-FFF2-40B4-BE49-F238E27FC236}">
                      <a16:creationId xmlns:a16="http://schemas.microsoft.com/office/drawing/2014/main" id="{C9580DD2-C00E-9F24-3E41-CDC34FB047C0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" name="직선 연결선 326">
                <a:extLst>
                  <a:ext uri="{FF2B5EF4-FFF2-40B4-BE49-F238E27FC236}">
                    <a16:creationId xmlns:a16="http://schemas.microsoft.com/office/drawing/2014/main" id="{169EAAEA-3A81-DB34-54F8-D45B890A005E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9B740D58-D3F5-DBE4-14B6-ADD35EA870D9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83A29EDA-940D-C24A-DA38-83CE125D24EC}"/>
                </a:ext>
              </a:extLst>
            </p:cNvPr>
            <p:cNvGrpSpPr>
              <a:grpSpLocks noChangeAspect="1"/>
            </p:cNvGrpSpPr>
            <p:nvPr/>
          </p:nvGrpSpPr>
          <p:grpSpPr>
            <a:xfrm rot="16200000">
              <a:off x="2912879" y="5612507"/>
              <a:ext cx="148067" cy="108000"/>
              <a:chOff x="7409659" y="2902132"/>
              <a:chExt cx="317047" cy="239471"/>
            </a:xfrm>
            <a:solidFill>
              <a:schemeClr val="accent1">
                <a:lumMod val="20000"/>
                <a:lumOff val="80000"/>
              </a:schemeClr>
            </a:solidFill>
          </p:grpSpPr>
          <p:grpSp>
            <p:nvGrpSpPr>
              <p:cNvPr id="33" name="그룹 32">
                <a:extLst>
                  <a:ext uri="{FF2B5EF4-FFF2-40B4-BE49-F238E27FC236}">
                    <a16:creationId xmlns:a16="http://schemas.microsoft.com/office/drawing/2014/main" id="{BF60F35B-DDDF-2217-8021-CDC660B4CAA4}"/>
                  </a:ext>
                </a:extLst>
              </p:cNvPr>
              <p:cNvGrpSpPr/>
              <p:nvPr/>
            </p:nvGrpSpPr>
            <p:grpSpPr>
              <a:xfrm>
                <a:off x="7604467" y="2904802"/>
                <a:ext cx="122239" cy="236801"/>
                <a:chOff x="2297548" y="3782508"/>
                <a:chExt cx="122239" cy="236801"/>
              </a:xfrm>
              <a:grpFill/>
            </p:grpSpPr>
            <p:cxnSp>
              <p:nvCxnSpPr>
                <p:cNvPr id="36" name="직선 연결선 322">
                  <a:extLst>
                    <a:ext uri="{FF2B5EF4-FFF2-40B4-BE49-F238E27FC236}">
                      <a16:creationId xmlns:a16="http://schemas.microsoft.com/office/drawing/2014/main" id="{F2FEBB5F-F3D8-BBC1-9490-4836F63989C3}"/>
                    </a:ext>
                  </a:extLst>
                </p:cNvPr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직선 연결선 323">
                  <a:extLst>
                    <a:ext uri="{FF2B5EF4-FFF2-40B4-BE49-F238E27FC236}">
                      <a16:creationId xmlns:a16="http://schemas.microsoft.com/office/drawing/2014/main" id="{C78909FA-7424-5DF5-F390-DFDA6ED9C733}"/>
                    </a:ext>
                  </a:extLst>
                </p:cNvPr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직선 연결선 324">
                  <a:extLst>
                    <a:ext uri="{FF2B5EF4-FFF2-40B4-BE49-F238E27FC236}">
                      <a16:creationId xmlns:a16="http://schemas.microsoft.com/office/drawing/2014/main" id="{59CD67D7-B867-7344-32E2-01BB20ECDE71}"/>
                    </a:ext>
                  </a:extLst>
                </p:cNvPr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4" name="직선 연결선 326">
                <a:extLst>
                  <a:ext uri="{FF2B5EF4-FFF2-40B4-BE49-F238E27FC236}">
                    <a16:creationId xmlns:a16="http://schemas.microsoft.com/office/drawing/2014/main" id="{CBC67546-E3F6-3188-55AE-3E0E79E9BFDD}"/>
                  </a:ext>
                </a:extLst>
              </p:cNvPr>
              <p:cNvCxnSpPr/>
              <p:nvPr/>
            </p:nvCxnSpPr>
            <p:spPr>
              <a:xfrm>
                <a:off x="7604467" y="2902132"/>
                <a:ext cx="0" cy="236801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7C2176C3-96E8-68E0-8357-9F6C22402326}"/>
                  </a:ext>
                </a:extLst>
              </p:cNvPr>
              <p:cNvSpPr/>
              <p:nvPr/>
            </p:nvSpPr>
            <p:spPr>
              <a:xfrm>
                <a:off x="7409659" y="2925800"/>
                <a:ext cx="194806" cy="194806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b="1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endParaRPr>
              </a:p>
            </p:txBody>
          </p:sp>
        </p:grp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2A275CBD-72B5-08A2-F918-4F4700209883}"/>
              </a:ext>
            </a:extLst>
          </p:cNvPr>
          <p:cNvGrpSpPr/>
          <p:nvPr/>
        </p:nvGrpSpPr>
        <p:grpSpPr>
          <a:xfrm>
            <a:off x="5001080" y="3819254"/>
            <a:ext cx="1925079" cy="432000"/>
            <a:chOff x="5001080" y="3819254"/>
            <a:chExt cx="1925079" cy="432000"/>
          </a:xfrm>
        </p:grpSpPr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CE45485B-9538-3CA8-15B7-C37129F940CC}"/>
                </a:ext>
              </a:extLst>
            </p:cNvPr>
            <p:cNvSpPr>
              <a:spLocks/>
            </p:cNvSpPr>
            <p:nvPr/>
          </p:nvSpPr>
          <p:spPr>
            <a:xfrm>
              <a:off x="5001080" y="3819254"/>
              <a:ext cx="904123" cy="432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notification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6C048019-FD39-09BC-BE7F-BB136B66A382}"/>
                </a:ext>
              </a:extLst>
            </p:cNvPr>
            <p:cNvSpPr>
              <a:spLocks/>
            </p:cNvSpPr>
            <p:nvPr/>
          </p:nvSpPr>
          <p:spPr>
            <a:xfrm>
              <a:off x="6206159" y="3819254"/>
              <a:ext cx="720000" cy="432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audit</a:t>
              </a:r>
            </a:p>
            <a:p>
              <a:pPr algn="ctr"/>
              <a:r>
                <a:rPr lang="en-US" altLang="ko-KR" sz="10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log</a:t>
              </a:r>
              <a:endPara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8614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E5536-B370-60C2-79DD-9569714FE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직사각형 785">
            <a:extLst>
              <a:ext uri="{FF2B5EF4-FFF2-40B4-BE49-F238E27FC236}">
                <a16:creationId xmlns:a16="http://schemas.microsoft.com/office/drawing/2014/main" id="{B875EAED-FDCD-C781-A94C-4FDDEDE02E15}"/>
              </a:ext>
            </a:extLst>
          </p:cNvPr>
          <p:cNvSpPr>
            <a:spLocks noChangeAspect="1"/>
          </p:cNvSpPr>
          <p:nvPr/>
        </p:nvSpPr>
        <p:spPr>
          <a:xfrm>
            <a:off x="7868471" y="1009717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87" name="직사각형 786">
            <a:extLst>
              <a:ext uri="{FF2B5EF4-FFF2-40B4-BE49-F238E27FC236}">
                <a16:creationId xmlns:a16="http://schemas.microsoft.com/office/drawing/2014/main" id="{F6F4F529-66B4-ABC7-E683-814A8A008896}"/>
              </a:ext>
            </a:extLst>
          </p:cNvPr>
          <p:cNvSpPr>
            <a:spLocks/>
          </p:cNvSpPr>
          <p:nvPr/>
        </p:nvSpPr>
        <p:spPr>
          <a:xfrm>
            <a:off x="7868471" y="1909450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2" name="직사각형 791">
            <a:extLst>
              <a:ext uri="{FF2B5EF4-FFF2-40B4-BE49-F238E27FC236}">
                <a16:creationId xmlns:a16="http://schemas.microsoft.com/office/drawing/2014/main" id="{B19EA9EB-1C90-3986-E933-20F774D74B22}"/>
              </a:ext>
            </a:extLst>
          </p:cNvPr>
          <p:cNvSpPr>
            <a:spLocks/>
          </p:cNvSpPr>
          <p:nvPr/>
        </p:nvSpPr>
        <p:spPr>
          <a:xfrm>
            <a:off x="7868471" y="2809183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3" name="직사각형 792">
            <a:extLst>
              <a:ext uri="{FF2B5EF4-FFF2-40B4-BE49-F238E27FC236}">
                <a16:creationId xmlns:a16="http://schemas.microsoft.com/office/drawing/2014/main" id="{8112F926-7128-742D-E669-E7D3D69274E0}"/>
              </a:ext>
            </a:extLst>
          </p:cNvPr>
          <p:cNvSpPr>
            <a:spLocks/>
          </p:cNvSpPr>
          <p:nvPr/>
        </p:nvSpPr>
        <p:spPr>
          <a:xfrm>
            <a:off x="9859411" y="2816833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794" name="직사각형 793">
            <a:extLst>
              <a:ext uri="{FF2B5EF4-FFF2-40B4-BE49-F238E27FC236}">
                <a16:creationId xmlns:a16="http://schemas.microsoft.com/office/drawing/2014/main" id="{F3991F14-702A-9A31-D725-839CD5CC3748}"/>
              </a:ext>
            </a:extLst>
          </p:cNvPr>
          <p:cNvSpPr>
            <a:spLocks/>
          </p:cNvSpPr>
          <p:nvPr/>
        </p:nvSpPr>
        <p:spPr>
          <a:xfrm>
            <a:off x="7868471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5" name="직사각형 794">
            <a:extLst>
              <a:ext uri="{FF2B5EF4-FFF2-40B4-BE49-F238E27FC236}">
                <a16:creationId xmlns:a16="http://schemas.microsoft.com/office/drawing/2014/main" id="{443ED258-8918-3D6E-F449-0A3EEDDBBAE1}"/>
              </a:ext>
            </a:extLst>
          </p:cNvPr>
          <p:cNvSpPr>
            <a:spLocks/>
          </p:cNvSpPr>
          <p:nvPr/>
        </p:nvSpPr>
        <p:spPr>
          <a:xfrm>
            <a:off x="7868471" y="550128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6" name="직사각형 795">
            <a:extLst>
              <a:ext uri="{FF2B5EF4-FFF2-40B4-BE49-F238E27FC236}">
                <a16:creationId xmlns:a16="http://schemas.microsoft.com/office/drawing/2014/main" id="{87A2395C-9622-02A2-ACB9-513F968B5E66}"/>
              </a:ext>
            </a:extLst>
          </p:cNvPr>
          <p:cNvSpPr>
            <a:spLocks/>
          </p:cNvSpPr>
          <p:nvPr/>
        </p:nvSpPr>
        <p:spPr>
          <a:xfrm>
            <a:off x="7868471" y="4605101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8" name="직사각형 797">
            <a:extLst>
              <a:ext uri="{FF2B5EF4-FFF2-40B4-BE49-F238E27FC236}">
                <a16:creationId xmlns:a16="http://schemas.microsoft.com/office/drawing/2014/main" id="{3A704E39-A8FD-7B18-F254-5043A40A9BA5}"/>
              </a:ext>
            </a:extLst>
          </p:cNvPr>
          <p:cNvSpPr>
            <a:spLocks/>
          </p:cNvSpPr>
          <p:nvPr/>
        </p:nvSpPr>
        <p:spPr>
          <a:xfrm>
            <a:off x="9859411" y="3716566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799" name="직선 연결선[R] 798">
            <a:extLst>
              <a:ext uri="{FF2B5EF4-FFF2-40B4-BE49-F238E27FC236}">
                <a16:creationId xmlns:a16="http://schemas.microsoft.com/office/drawing/2014/main" id="{991A25EE-BFCF-D61A-65A0-FA505DE8E586}"/>
              </a:ext>
            </a:extLst>
          </p:cNvPr>
          <p:cNvCxnSpPr>
            <a:cxnSpLocks/>
          </p:cNvCxnSpPr>
          <p:nvPr/>
        </p:nvCxnSpPr>
        <p:spPr>
          <a:xfrm flipV="1">
            <a:off x="8441831" y="144171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직선 연결선[R] 801">
            <a:extLst>
              <a:ext uri="{FF2B5EF4-FFF2-40B4-BE49-F238E27FC236}">
                <a16:creationId xmlns:a16="http://schemas.microsoft.com/office/drawing/2014/main" id="{DC0A442E-35C4-0E15-A093-019D52F82444}"/>
              </a:ext>
            </a:extLst>
          </p:cNvPr>
          <p:cNvCxnSpPr>
            <a:cxnSpLocks/>
          </p:cNvCxnSpPr>
          <p:nvPr/>
        </p:nvCxnSpPr>
        <p:spPr>
          <a:xfrm flipV="1">
            <a:off x="8229573" y="2341450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직선 연결선[R] 802">
            <a:extLst>
              <a:ext uri="{FF2B5EF4-FFF2-40B4-BE49-F238E27FC236}">
                <a16:creationId xmlns:a16="http://schemas.microsoft.com/office/drawing/2014/main" id="{133077A7-B3B9-F219-530B-18E969E51EF4}"/>
              </a:ext>
            </a:extLst>
          </p:cNvPr>
          <p:cNvCxnSpPr>
            <a:cxnSpLocks/>
          </p:cNvCxnSpPr>
          <p:nvPr/>
        </p:nvCxnSpPr>
        <p:spPr>
          <a:xfrm flipV="1">
            <a:off x="8228471" y="324118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직선 연결선[R] 803">
            <a:extLst>
              <a:ext uri="{FF2B5EF4-FFF2-40B4-BE49-F238E27FC236}">
                <a16:creationId xmlns:a16="http://schemas.microsoft.com/office/drawing/2014/main" id="{EE93366A-6611-4294-3873-0C7A2AE4A2E3}"/>
              </a:ext>
            </a:extLst>
          </p:cNvPr>
          <p:cNvCxnSpPr>
            <a:cxnSpLocks/>
          </p:cNvCxnSpPr>
          <p:nvPr/>
        </p:nvCxnSpPr>
        <p:spPr>
          <a:xfrm flipV="1">
            <a:off x="8228471" y="4140916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직선 연결선[R] 804">
            <a:extLst>
              <a:ext uri="{FF2B5EF4-FFF2-40B4-BE49-F238E27FC236}">
                <a16:creationId xmlns:a16="http://schemas.microsoft.com/office/drawing/2014/main" id="{AEBCF636-3BA1-E4C9-C1A5-322214CF544E}"/>
              </a:ext>
            </a:extLst>
          </p:cNvPr>
          <p:cNvCxnSpPr>
            <a:cxnSpLocks/>
          </p:cNvCxnSpPr>
          <p:nvPr/>
        </p:nvCxnSpPr>
        <p:spPr>
          <a:xfrm flipV="1">
            <a:off x="8228471" y="503710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직선 연결선[R] 805">
            <a:extLst>
              <a:ext uri="{FF2B5EF4-FFF2-40B4-BE49-F238E27FC236}">
                <a16:creationId xmlns:a16="http://schemas.microsoft.com/office/drawing/2014/main" id="{57BF8195-5672-8B50-1322-21BBFAFE25E2}"/>
              </a:ext>
            </a:extLst>
          </p:cNvPr>
          <p:cNvCxnSpPr>
            <a:cxnSpLocks/>
            <a:stCxn id="793" idx="1"/>
            <a:endCxn id="792" idx="3"/>
          </p:cNvCxnSpPr>
          <p:nvPr/>
        </p:nvCxnSpPr>
        <p:spPr>
          <a:xfrm flipH="1" flipV="1">
            <a:off x="8588471" y="3025183"/>
            <a:ext cx="1270940" cy="76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직선 연결선[R] 808">
            <a:extLst>
              <a:ext uri="{FF2B5EF4-FFF2-40B4-BE49-F238E27FC236}">
                <a16:creationId xmlns:a16="http://schemas.microsoft.com/office/drawing/2014/main" id="{F9096A9D-2A40-D772-A39B-E79D24543C8E}"/>
              </a:ext>
            </a:extLst>
          </p:cNvPr>
          <p:cNvCxnSpPr>
            <a:cxnSpLocks/>
          </p:cNvCxnSpPr>
          <p:nvPr/>
        </p:nvCxnSpPr>
        <p:spPr>
          <a:xfrm flipH="1">
            <a:off x="8588471" y="5712592"/>
            <a:ext cx="1630940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직선 연결선[R] 809">
            <a:extLst>
              <a:ext uri="{FF2B5EF4-FFF2-40B4-BE49-F238E27FC236}">
                <a16:creationId xmlns:a16="http://schemas.microsoft.com/office/drawing/2014/main" id="{99F25BBE-267A-2322-7E7F-8C6FCD00D6CA}"/>
              </a:ext>
            </a:extLst>
          </p:cNvPr>
          <p:cNvCxnSpPr>
            <a:cxnSpLocks/>
          </p:cNvCxnSpPr>
          <p:nvPr/>
        </p:nvCxnSpPr>
        <p:spPr>
          <a:xfrm flipV="1">
            <a:off x="10220513" y="324883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직선 연결선[R] 810">
            <a:extLst>
              <a:ext uri="{FF2B5EF4-FFF2-40B4-BE49-F238E27FC236}">
                <a16:creationId xmlns:a16="http://schemas.microsoft.com/office/drawing/2014/main" id="{3DCF8D8F-4950-9201-0237-886974BCB520}"/>
              </a:ext>
            </a:extLst>
          </p:cNvPr>
          <p:cNvCxnSpPr>
            <a:cxnSpLocks/>
            <a:endCxn id="798" idx="2"/>
          </p:cNvCxnSpPr>
          <p:nvPr/>
        </p:nvCxnSpPr>
        <p:spPr>
          <a:xfrm flipV="1">
            <a:off x="10219411" y="4148566"/>
            <a:ext cx="0" cy="157637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5" name="직사각형 814">
            <a:extLst>
              <a:ext uri="{FF2B5EF4-FFF2-40B4-BE49-F238E27FC236}">
                <a16:creationId xmlns:a16="http://schemas.microsoft.com/office/drawing/2014/main" id="{0A9BDDEF-022C-D47D-57EB-F9B1CA26A1F1}"/>
              </a:ext>
            </a:extLst>
          </p:cNvPr>
          <p:cNvSpPr/>
          <p:nvPr/>
        </p:nvSpPr>
        <p:spPr>
          <a:xfrm>
            <a:off x="6588739" y="2809183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status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7" name="직사각형 816">
            <a:extLst>
              <a:ext uri="{FF2B5EF4-FFF2-40B4-BE49-F238E27FC236}">
                <a16:creationId xmlns:a16="http://schemas.microsoft.com/office/drawing/2014/main" id="{6AE757FF-985E-6676-E1CC-A89F341E40AD}"/>
              </a:ext>
            </a:extLst>
          </p:cNvPr>
          <p:cNvSpPr>
            <a:spLocks/>
          </p:cNvSpPr>
          <p:nvPr/>
        </p:nvSpPr>
        <p:spPr>
          <a:xfrm>
            <a:off x="7435151" y="10446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rating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8" name="직사각형 817">
            <a:extLst>
              <a:ext uri="{FF2B5EF4-FFF2-40B4-BE49-F238E27FC236}">
                <a16:creationId xmlns:a16="http://schemas.microsoft.com/office/drawing/2014/main" id="{92585D13-5771-5FAE-A0FB-4730AE61E6C8}"/>
              </a:ext>
            </a:extLst>
          </p:cNvPr>
          <p:cNvSpPr>
            <a:spLocks/>
          </p:cNvSpPr>
          <p:nvPr/>
        </p:nvSpPr>
        <p:spPr>
          <a:xfrm>
            <a:off x="8316939" y="104461"/>
            <a:ext cx="830835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distributor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9" name="직사각형 818">
            <a:extLst>
              <a:ext uri="{FF2B5EF4-FFF2-40B4-BE49-F238E27FC236}">
                <a16:creationId xmlns:a16="http://schemas.microsoft.com/office/drawing/2014/main" id="{943EEAF6-D392-DD36-A562-1A5DE3A45445}"/>
              </a:ext>
            </a:extLst>
          </p:cNvPr>
          <p:cNvSpPr>
            <a:spLocks/>
          </p:cNvSpPr>
          <p:nvPr/>
        </p:nvSpPr>
        <p:spPr>
          <a:xfrm>
            <a:off x="9859411" y="2154515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language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0" name="직사각형 819">
            <a:extLst>
              <a:ext uri="{FF2B5EF4-FFF2-40B4-BE49-F238E27FC236}">
                <a16:creationId xmlns:a16="http://schemas.microsoft.com/office/drawing/2014/main" id="{255677D4-7548-7890-54C0-AF5C7942CC02}"/>
              </a:ext>
            </a:extLst>
          </p:cNvPr>
          <p:cNvSpPr>
            <a:spLocks/>
          </p:cNvSpPr>
          <p:nvPr/>
        </p:nvSpPr>
        <p:spPr>
          <a:xfrm>
            <a:off x="9859411" y="166254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subtitle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A6CF80B7-CFE1-060D-5B49-8A0E4E10F6A2}"/>
              </a:ext>
            </a:extLst>
          </p:cNvPr>
          <p:cNvSpPr>
            <a:spLocks/>
          </p:cNvSpPr>
          <p:nvPr/>
        </p:nvSpPr>
        <p:spPr>
          <a:xfrm>
            <a:off x="9147778" y="1003791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similarity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22" name="직선 연결선[R] 821">
            <a:extLst>
              <a:ext uri="{FF2B5EF4-FFF2-40B4-BE49-F238E27FC236}">
                <a16:creationId xmlns:a16="http://schemas.microsoft.com/office/drawing/2014/main" id="{9E497BB5-80AC-59AB-3034-66F212CEDC78}"/>
              </a:ext>
            </a:extLst>
          </p:cNvPr>
          <p:cNvCxnSpPr>
            <a:cxnSpLocks/>
          </p:cNvCxnSpPr>
          <p:nvPr/>
        </p:nvCxnSpPr>
        <p:spPr>
          <a:xfrm flipH="1">
            <a:off x="8588471" y="1995052"/>
            <a:ext cx="12709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직선 연결선[R] 825">
            <a:extLst>
              <a:ext uri="{FF2B5EF4-FFF2-40B4-BE49-F238E27FC236}">
                <a16:creationId xmlns:a16="http://schemas.microsoft.com/office/drawing/2014/main" id="{6C4790AA-628B-99D9-DAD4-B8911B37476A}"/>
              </a:ext>
            </a:extLst>
          </p:cNvPr>
          <p:cNvCxnSpPr>
            <a:cxnSpLocks/>
          </p:cNvCxnSpPr>
          <p:nvPr/>
        </p:nvCxnSpPr>
        <p:spPr>
          <a:xfrm flipH="1">
            <a:off x="7308739" y="3024037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직선 연결선[R] 827">
            <a:extLst>
              <a:ext uri="{FF2B5EF4-FFF2-40B4-BE49-F238E27FC236}">
                <a16:creationId xmlns:a16="http://schemas.microsoft.com/office/drawing/2014/main" id="{7947FE44-F17C-333D-3DF0-5BDC3CF68C93}"/>
              </a:ext>
            </a:extLst>
          </p:cNvPr>
          <p:cNvCxnSpPr>
            <a:cxnSpLocks/>
          </p:cNvCxnSpPr>
          <p:nvPr/>
        </p:nvCxnSpPr>
        <p:spPr>
          <a:xfrm flipH="1">
            <a:off x="8588471" y="2229431"/>
            <a:ext cx="1270940" cy="53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직선 연결선[R] 828">
            <a:extLst>
              <a:ext uri="{FF2B5EF4-FFF2-40B4-BE49-F238E27FC236}">
                <a16:creationId xmlns:a16="http://schemas.microsoft.com/office/drawing/2014/main" id="{04039E22-438E-E530-C36D-2738FAAFAC70}"/>
              </a:ext>
            </a:extLst>
          </p:cNvPr>
          <p:cNvCxnSpPr>
            <a:cxnSpLocks/>
          </p:cNvCxnSpPr>
          <p:nvPr/>
        </p:nvCxnSpPr>
        <p:spPr>
          <a:xfrm flipH="1">
            <a:off x="8588046" y="1144151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3" name="직사각형 832">
            <a:extLst>
              <a:ext uri="{FF2B5EF4-FFF2-40B4-BE49-F238E27FC236}">
                <a16:creationId xmlns:a16="http://schemas.microsoft.com/office/drawing/2014/main" id="{B701D318-3F93-2E19-D1FE-E29CC5CF9692}"/>
              </a:ext>
            </a:extLst>
          </p:cNvPr>
          <p:cNvSpPr>
            <a:spLocks/>
          </p:cNvSpPr>
          <p:nvPr/>
        </p:nvSpPr>
        <p:spPr>
          <a:xfrm>
            <a:off x="5307906" y="3704222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4" name="직사각형 833">
            <a:extLst>
              <a:ext uri="{FF2B5EF4-FFF2-40B4-BE49-F238E27FC236}">
                <a16:creationId xmlns:a16="http://schemas.microsoft.com/office/drawing/2014/main" id="{B1B8058F-C012-D61B-DA99-52501558BF17}"/>
              </a:ext>
            </a:extLst>
          </p:cNvPr>
          <p:cNvSpPr>
            <a:spLocks/>
          </p:cNvSpPr>
          <p:nvPr/>
        </p:nvSpPr>
        <p:spPr>
          <a:xfrm>
            <a:off x="1147624" y="370205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store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C3496D13-7943-EBDF-C16C-2EF173916A4C}"/>
              </a:ext>
            </a:extLst>
          </p:cNvPr>
          <p:cNvSpPr>
            <a:spLocks/>
          </p:cNvSpPr>
          <p:nvPr/>
        </p:nvSpPr>
        <p:spPr>
          <a:xfrm>
            <a:off x="5307906" y="2808037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city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region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6" name="직사각형 835">
            <a:extLst>
              <a:ext uri="{FF2B5EF4-FFF2-40B4-BE49-F238E27FC236}">
                <a16:creationId xmlns:a16="http://schemas.microsoft.com/office/drawing/2014/main" id="{0F58862F-64A7-AE2E-4D84-9D7D5965BBA6}"/>
              </a:ext>
            </a:extLst>
          </p:cNvPr>
          <p:cNvSpPr>
            <a:spLocks/>
          </p:cNvSpPr>
          <p:nvPr/>
        </p:nvSpPr>
        <p:spPr>
          <a:xfrm>
            <a:off x="6588739" y="5501286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82E55B64-B2F2-019E-1CC1-AA5791F283B3}"/>
              </a:ext>
            </a:extLst>
          </p:cNvPr>
          <p:cNvSpPr>
            <a:spLocks/>
          </p:cNvSpPr>
          <p:nvPr/>
        </p:nvSpPr>
        <p:spPr>
          <a:xfrm>
            <a:off x="3867906" y="5496592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153DDF6D-5F43-2BDB-FA46-E06336F89B3F}"/>
              </a:ext>
            </a:extLst>
          </p:cNvPr>
          <p:cNvSpPr>
            <a:spLocks/>
          </p:cNvSpPr>
          <p:nvPr/>
        </p:nvSpPr>
        <p:spPr>
          <a:xfrm>
            <a:off x="11139142" y="5504242"/>
            <a:ext cx="965772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ko-KR" sz="1000" b="1" dirty="0"/>
              <a:t>maintenance</a:t>
            </a:r>
          </a:p>
          <a:p>
            <a:pPr algn="ctr"/>
            <a:r>
              <a:rPr lang="en" altLang="ko-KR" sz="1000" b="1" dirty="0"/>
              <a:t>ticket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43" name="직선 연결선[R] 842">
            <a:extLst>
              <a:ext uri="{FF2B5EF4-FFF2-40B4-BE49-F238E27FC236}">
                <a16:creationId xmlns:a16="http://schemas.microsoft.com/office/drawing/2014/main" id="{3923E3D2-1012-C390-D6C8-F10D751F4092}"/>
              </a:ext>
            </a:extLst>
          </p:cNvPr>
          <p:cNvCxnSpPr>
            <a:cxnSpLocks/>
            <a:stCxn id="833" idx="0"/>
            <a:endCxn id="835" idx="2"/>
          </p:cNvCxnSpPr>
          <p:nvPr/>
        </p:nvCxnSpPr>
        <p:spPr>
          <a:xfrm flipV="1">
            <a:off x="5667906" y="3240037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4" name="직선 연결선[R] 843">
            <a:extLst>
              <a:ext uri="{FF2B5EF4-FFF2-40B4-BE49-F238E27FC236}">
                <a16:creationId xmlns:a16="http://schemas.microsoft.com/office/drawing/2014/main" id="{A0CFA1B9-A51D-5496-2155-19C1C88D123A}"/>
              </a:ext>
            </a:extLst>
          </p:cNvPr>
          <p:cNvCxnSpPr>
            <a:cxnSpLocks/>
            <a:stCxn id="834" idx="3"/>
            <a:endCxn id="833" idx="1"/>
          </p:cNvCxnSpPr>
          <p:nvPr/>
        </p:nvCxnSpPr>
        <p:spPr>
          <a:xfrm>
            <a:off x="1867624" y="3918051"/>
            <a:ext cx="3440282" cy="21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9" name="직선 연결선[R] 848">
            <a:extLst>
              <a:ext uri="{FF2B5EF4-FFF2-40B4-BE49-F238E27FC236}">
                <a16:creationId xmlns:a16="http://schemas.microsoft.com/office/drawing/2014/main" id="{27F3CC86-439B-E24A-2594-47D49AA60DE4}"/>
              </a:ext>
            </a:extLst>
          </p:cNvPr>
          <p:cNvCxnSpPr>
            <a:cxnSpLocks/>
            <a:stCxn id="794" idx="1"/>
            <a:endCxn id="833" idx="3"/>
          </p:cNvCxnSpPr>
          <p:nvPr/>
        </p:nvCxnSpPr>
        <p:spPr>
          <a:xfrm flipH="1" flipV="1">
            <a:off x="6027906" y="3920222"/>
            <a:ext cx="1840565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2" name="직선 연결선[R] 851">
            <a:extLst>
              <a:ext uri="{FF2B5EF4-FFF2-40B4-BE49-F238E27FC236}">
                <a16:creationId xmlns:a16="http://schemas.microsoft.com/office/drawing/2014/main" id="{D82B3D4A-3E2E-16EF-AC96-4D76C98D1844}"/>
              </a:ext>
            </a:extLst>
          </p:cNvPr>
          <p:cNvCxnSpPr>
            <a:cxnSpLocks/>
            <a:stCxn id="836" idx="1"/>
            <a:endCxn id="840" idx="3"/>
          </p:cNvCxnSpPr>
          <p:nvPr/>
        </p:nvCxnSpPr>
        <p:spPr>
          <a:xfrm flipH="1" flipV="1">
            <a:off x="4587906" y="5712592"/>
            <a:ext cx="2000833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5" name="직선 연결선[R] 854">
            <a:extLst>
              <a:ext uri="{FF2B5EF4-FFF2-40B4-BE49-F238E27FC236}">
                <a16:creationId xmlns:a16="http://schemas.microsoft.com/office/drawing/2014/main" id="{F3B64159-2BE0-C2A6-17A6-5DF1F4013508}"/>
              </a:ext>
            </a:extLst>
          </p:cNvPr>
          <p:cNvCxnSpPr>
            <a:cxnSpLocks/>
            <a:stCxn id="795" idx="1"/>
            <a:endCxn id="836" idx="3"/>
          </p:cNvCxnSpPr>
          <p:nvPr/>
        </p:nvCxnSpPr>
        <p:spPr>
          <a:xfrm flipH="1">
            <a:off x="7308739" y="5717286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8" name="직선 연결선[R] 857">
            <a:extLst>
              <a:ext uri="{FF2B5EF4-FFF2-40B4-BE49-F238E27FC236}">
                <a16:creationId xmlns:a16="http://schemas.microsoft.com/office/drawing/2014/main" id="{0ABA77A0-A9F5-E66F-35E8-59D6636A9AC5}"/>
              </a:ext>
            </a:extLst>
          </p:cNvPr>
          <p:cNvCxnSpPr>
            <a:cxnSpLocks/>
          </p:cNvCxnSpPr>
          <p:nvPr/>
        </p:nvCxnSpPr>
        <p:spPr>
          <a:xfrm flipH="1">
            <a:off x="8588471" y="5834852"/>
            <a:ext cx="255067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직선 연결선[R] 860">
            <a:extLst>
              <a:ext uri="{FF2B5EF4-FFF2-40B4-BE49-F238E27FC236}">
                <a16:creationId xmlns:a16="http://schemas.microsoft.com/office/drawing/2014/main" id="{AE41240A-F7E4-3D0F-1515-1702B7865CC3}"/>
              </a:ext>
            </a:extLst>
          </p:cNvPr>
          <p:cNvCxnSpPr>
            <a:cxnSpLocks/>
          </p:cNvCxnSpPr>
          <p:nvPr/>
        </p:nvCxnSpPr>
        <p:spPr>
          <a:xfrm flipH="1">
            <a:off x="7588605" y="3126486"/>
            <a:ext cx="2798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직선 연결선[R] 861">
            <a:extLst>
              <a:ext uri="{FF2B5EF4-FFF2-40B4-BE49-F238E27FC236}">
                <a16:creationId xmlns:a16="http://schemas.microsoft.com/office/drawing/2014/main" id="{51B12C96-C883-9714-7AA0-AA7FA0511F1F}"/>
              </a:ext>
            </a:extLst>
          </p:cNvPr>
          <p:cNvCxnSpPr>
            <a:cxnSpLocks/>
          </p:cNvCxnSpPr>
          <p:nvPr/>
        </p:nvCxnSpPr>
        <p:spPr>
          <a:xfrm flipH="1" flipV="1">
            <a:off x="7588605" y="3126486"/>
            <a:ext cx="0" cy="24547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6" name="직선 연결선[R] 865">
            <a:extLst>
              <a:ext uri="{FF2B5EF4-FFF2-40B4-BE49-F238E27FC236}">
                <a16:creationId xmlns:a16="http://schemas.microsoft.com/office/drawing/2014/main" id="{0BDFBD72-03B6-50D0-C4BD-5776CB3BBFD1}"/>
              </a:ext>
            </a:extLst>
          </p:cNvPr>
          <p:cNvCxnSpPr>
            <a:cxnSpLocks/>
          </p:cNvCxnSpPr>
          <p:nvPr/>
        </p:nvCxnSpPr>
        <p:spPr>
          <a:xfrm flipH="1">
            <a:off x="7319941" y="5581249"/>
            <a:ext cx="2686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9" name="직선 연결선[R] 868">
            <a:extLst>
              <a:ext uri="{FF2B5EF4-FFF2-40B4-BE49-F238E27FC236}">
                <a16:creationId xmlns:a16="http://schemas.microsoft.com/office/drawing/2014/main" id="{F72D5FB6-6DC6-4E98-72D7-163231B4B520}"/>
              </a:ext>
            </a:extLst>
          </p:cNvPr>
          <p:cNvCxnSpPr>
            <a:cxnSpLocks/>
          </p:cNvCxnSpPr>
          <p:nvPr/>
        </p:nvCxnSpPr>
        <p:spPr>
          <a:xfrm flipV="1">
            <a:off x="8441831" y="541984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0" name="직선 연결선[R] 869">
            <a:extLst>
              <a:ext uri="{FF2B5EF4-FFF2-40B4-BE49-F238E27FC236}">
                <a16:creationId xmlns:a16="http://schemas.microsoft.com/office/drawing/2014/main" id="{D77F723F-17D4-7033-B057-1DB554271CD9}"/>
              </a:ext>
            </a:extLst>
          </p:cNvPr>
          <p:cNvCxnSpPr>
            <a:cxnSpLocks/>
          </p:cNvCxnSpPr>
          <p:nvPr/>
        </p:nvCxnSpPr>
        <p:spPr>
          <a:xfrm flipV="1">
            <a:off x="8030465" y="53646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1" name="직사각형 870">
            <a:extLst>
              <a:ext uri="{FF2B5EF4-FFF2-40B4-BE49-F238E27FC236}">
                <a16:creationId xmlns:a16="http://schemas.microsoft.com/office/drawing/2014/main" id="{43FE440B-4C95-117B-57D9-4229BE1A4A39}"/>
              </a:ext>
            </a:extLst>
          </p:cNvPr>
          <p:cNvSpPr>
            <a:spLocks/>
          </p:cNvSpPr>
          <p:nvPr/>
        </p:nvSpPr>
        <p:spPr>
          <a:xfrm>
            <a:off x="11139142" y="4184377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72" name="직사각형 871">
            <a:extLst>
              <a:ext uri="{FF2B5EF4-FFF2-40B4-BE49-F238E27FC236}">
                <a16:creationId xmlns:a16="http://schemas.microsoft.com/office/drawing/2014/main" id="{1A5085BE-6540-9B62-103E-5778705DACE1}"/>
              </a:ext>
            </a:extLst>
          </p:cNvPr>
          <p:cNvSpPr>
            <a:spLocks/>
          </p:cNvSpPr>
          <p:nvPr/>
        </p:nvSpPr>
        <p:spPr>
          <a:xfrm>
            <a:off x="11139142" y="3288192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  <a:r>
              <a: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73" name="직선 연결선[R] 872">
            <a:extLst>
              <a:ext uri="{FF2B5EF4-FFF2-40B4-BE49-F238E27FC236}">
                <a16:creationId xmlns:a16="http://schemas.microsoft.com/office/drawing/2014/main" id="{3BAE24A5-545C-04AB-BC0D-F7C0CEDF4C8F}"/>
              </a:ext>
            </a:extLst>
          </p:cNvPr>
          <p:cNvCxnSpPr>
            <a:cxnSpLocks/>
            <a:stCxn id="871" idx="0"/>
            <a:endCxn id="872" idx="2"/>
          </p:cNvCxnSpPr>
          <p:nvPr/>
        </p:nvCxnSpPr>
        <p:spPr>
          <a:xfrm flipV="1">
            <a:off x="11499142" y="3720192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직선 연결선[R] 875">
            <a:extLst>
              <a:ext uri="{FF2B5EF4-FFF2-40B4-BE49-F238E27FC236}">
                <a16:creationId xmlns:a16="http://schemas.microsoft.com/office/drawing/2014/main" id="{A1512CE2-A6D7-3164-5942-0823C8F2832E}"/>
              </a:ext>
            </a:extLst>
          </p:cNvPr>
          <p:cNvCxnSpPr>
            <a:cxnSpLocks/>
          </p:cNvCxnSpPr>
          <p:nvPr/>
        </p:nvCxnSpPr>
        <p:spPr>
          <a:xfrm flipV="1">
            <a:off x="5856270" y="3450825"/>
            <a:ext cx="0" cy="25339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9" name="직선 연결선[R] 878">
            <a:extLst>
              <a:ext uri="{FF2B5EF4-FFF2-40B4-BE49-F238E27FC236}">
                <a16:creationId xmlns:a16="http://schemas.microsoft.com/office/drawing/2014/main" id="{6869BC21-278F-5723-A74B-8D77E8D2ABC3}"/>
              </a:ext>
            </a:extLst>
          </p:cNvPr>
          <p:cNvCxnSpPr>
            <a:cxnSpLocks/>
          </p:cNvCxnSpPr>
          <p:nvPr/>
        </p:nvCxnSpPr>
        <p:spPr>
          <a:xfrm flipH="1" flipV="1">
            <a:off x="5856270" y="3450825"/>
            <a:ext cx="5282872" cy="232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3" name="직선 연결선[R] 882">
            <a:extLst>
              <a:ext uri="{FF2B5EF4-FFF2-40B4-BE49-F238E27FC236}">
                <a16:creationId xmlns:a16="http://schemas.microsoft.com/office/drawing/2014/main" id="{7D9D9E5C-73FA-98DF-95B8-87DEFBAD2EE7}"/>
              </a:ext>
            </a:extLst>
          </p:cNvPr>
          <p:cNvCxnSpPr>
            <a:cxnSpLocks/>
          </p:cNvCxnSpPr>
          <p:nvPr/>
        </p:nvCxnSpPr>
        <p:spPr>
          <a:xfrm flipH="1">
            <a:off x="10579411" y="3927582"/>
            <a:ext cx="70843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6" name="직선 연결선[R] 885">
            <a:extLst>
              <a:ext uri="{FF2B5EF4-FFF2-40B4-BE49-F238E27FC236}">
                <a16:creationId xmlns:a16="http://schemas.microsoft.com/office/drawing/2014/main" id="{3E35CB24-2077-6DB5-36E1-44A4F179B104}"/>
              </a:ext>
            </a:extLst>
          </p:cNvPr>
          <p:cNvCxnSpPr>
            <a:cxnSpLocks/>
          </p:cNvCxnSpPr>
          <p:nvPr/>
        </p:nvCxnSpPr>
        <p:spPr>
          <a:xfrm>
            <a:off x="11300287" y="3726642"/>
            <a:ext cx="0" cy="2009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9" name="직선 연결선[R] 888">
            <a:extLst>
              <a:ext uri="{FF2B5EF4-FFF2-40B4-BE49-F238E27FC236}">
                <a16:creationId xmlns:a16="http://schemas.microsoft.com/office/drawing/2014/main" id="{B468C139-A8CE-F986-F449-EE45B5FBC926}"/>
              </a:ext>
            </a:extLst>
          </p:cNvPr>
          <p:cNvCxnSpPr>
            <a:cxnSpLocks/>
          </p:cNvCxnSpPr>
          <p:nvPr/>
        </p:nvCxnSpPr>
        <p:spPr>
          <a:xfrm flipV="1">
            <a:off x="8441831" y="3576751"/>
            <a:ext cx="0" cy="1197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1" name="직선 연결선[R] 890">
            <a:extLst>
              <a:ext uri="{FF2B5EF4-FFF2-40B4-BE49-F238E27FC236}">
                <a16:creationId xmlns:a16="http://schemas.microsoft.com/office/drawing/2014/main" id="{78E1A0E5-AE19-7B5A-BF01-48CAC2A576D7}"/>
              </a:ext>
            </a:extLst>
          </p:cNvPr>
          <p:cNvCxnSpPr>
            <a:cxnSpLocks/>
          </p:cNvCxnSpPr>
          <p:nvPr/>
        </p:nvCxnSpPr>
        <p:spPr>
          <a:xfrm flipH="1">
            <a:off x="8441831" y="3576751"/>
            <a:ext cx="269731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4" name="직사각형 893">
            <a:extLst>
              <a:ext uri="{FF2B5EF4-FFF2-40B4-BE49-F238E27FC236}">
                <a16:creationId xmlns:a16="http://schemas.microsoft.com/office/drawing/2014/main" id="{19CEB697-E400-5117-6833-5F788C4C39AC}"/>
              </a:ext>
            </a:extLst>
          </p:cNvPr>
          <p:cNvSpPr>
            <a:spLocks/>
          </p:cNvSpPr>
          <p:nvPr/>
        </p:nvSpPr>
        <p:spPr>
          <a:xfrm>
            <a:off x="5307906" y="590533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5" name="직사각형 894">
            <a:extLst>
              <a:ext uri="{FF2B5EF4-FFF2-40B4-BE49-F238E27FC236}">
                <a16:creationId xmlns:a16="http://schemas.microsoft.com/office/drawing/2014/main" id="{5400807B-C9C6-8BBF-F140-03B9F7EE28E2}"/>
              </a:ext>
            </a:extLst>
          </p:cNvPr>
          <p:cNvSpPr>
            <a:spLocks/>
          </p:cNvSpPr>
          <p:nvPr/>
        </p:nvSpPr>
        <p:spPr>
          <a:xfrm>
            <a:off x="2507490" y="5903508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 login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history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6" name="직사각형 895">
            <a:extLst>
              <a:ext uri="{FF2B5EF4-FFF2-40B4-BE49-F238E27FC236}">
                <a16:creationId xmlns:a16="http://schemas.microsoft.com/office/drawing/2014/main" id="{0B9C6B59-3878-9DCD-52B2-13D889F14AE6}"/>
              </a:ext>
            </a:extLst>
          </p:cNvPr>
          <p:cNvSpPr>
            <a:spLocks/>
          </p:cNvSpPr>
          <p:nvPr/>
        </p:nvSpPr>
        <p:spPr>
          <a:xfrm>
            <a:off x="2323367" y="5365249"/>
            <a:ext cx="904123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7" name="직사각형 896">
            <a:extLst>
              <a:ext uri="{FF2B5EF4-FFF2-40B4-BE49-F238E27FC236}">
                <a16:creationId xmlns:a16="http://schemas.microsoft.com/office/drawing/2014/main" id="{1152A125-E6ED-EDF0-1CD3-F3287E9443F6}"/>
              </a:ext>
            </a:extLst>
          </p:cNvPr>
          <p:cNvSpPr>
            <a:spLocks/>
          </p:cNvSpPr>
          <p:nvPr/>
        </p:nvSpPr>
        <p:spPr>
          <a:xfrm>
            <a:off x="2507490" y="4826990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block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list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8" name="직사각형 897">
            <a:extLst>
              <a:ext uri="{FF2B5EF4-FFF2-40B4-BE49-F238E27FC236}">
                <a16:creationId xmlns:a16="http://schemas.microsoft.com/office/drawing/2014/main" id="{757678A6-2C5F-BF43-9484-9DCFB0D7FBB4}"/>
              </a:ext>
            </a:extLst>
          </p:cNvPr>
          <p:cNvSpPr>
            <a:spLocks/>
          </p:cNvSpPr>
          <p:nvPr/>
        </p:nvSpPr>
        <p:spPr>
          <a:xfrm>
            <a:off x="2501223" y="3994735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preference</a:t>
            </a:r>
            <a:endParaRPr lang="ko-KR" altLang="en-US" sz="8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99" name="직선 연결선[R] 898">
            <a:extLst>
              <a:ext uri="{FF2B5EF4-FFF2-40B4-BE49-F238E27FC236}">
                <a16:creationId xmlns:a16="http://schemas.microsoft.com/office/drawing/2014/main" id="{D2538F08-F25D-94CF-0E28-EBAF2B4F56B9}"/>
              </a:ext>
            </a:extLst>
          </p:cNvPr>
          <p:cNvCxnSpPr>
            <a:cxnSpLocks/>
            <a:stCxn id="894" idx="1"/>
          </p:cNvCxnSpPr>
          <p:nvPr/>
        </p:nvCxnSpPr>
        <p:spPr>
          <a:xfrm flipH="1">
            <a:off x="4442780" y="6121330"/>
            <a:ext cx="86512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3" name="직선 연결선[R] 902">
            <a:extLst>
              <a:ext uri="{FF2B5EF4-FFF2-40B4-BE49-F238E27FC236}">
                <a16:creationId xmlns:a16="http://schemas.microsoft.com/office/drawing/2014/main" id="{51FFA1E5-885E-AC0A-FC3B-1E83A6B43A67}"/>
              </a:ext>
            </a:extLst>
          </p:cNvPr>
          <p:cNvCxnSpPr>
            <a:cxnSpLocks/>
          </p:cNvCxnSpPr>
          <p:nvPr/>
        </p:nvCxnSpPr>
        <p:spPr>
          <a:xfrm flipV="1">
            <a:off x="4442780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6" name="직선 연결선[R] 905">
            <a:extLst>
              <a:ext uri="{FF2B5EF4-FFF2-40B4-BE49-F238E27FC236}">
                <a16:creationId xmlns:a16="http://schemas.microsoft.com/office/drawing/2014/main" id="{1C2970B5-3D01-4685-E51C-F7CD8BB46DEB}"/>
              </a:ext>
            </a:extLst>
          </p:cNvPr>
          <p:cNvCxnSpPr>
            <a:cxnSpLocks/>
          </p:cNvCxnSpPr>
          <p:nvPr/>
        </p:nvCxnSpPr>
        <p:spPr>
          <a:xfrm flipH="1">
            <a:off x="3227490" y="6127546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" name="직선 연결선[R] 906">
            <a:extLst>
              <a:ext uri="{FF2B5EF4-FFF2-40B4-BE49-F238E27FC236}">
                <a16:creationId xmlns:a16="http://schemas.microsoft.com/office/drawing/2014/main" id="{57ECF848-9679-6F3A-7303-44547CC55707}"/>
              </a:ext>
            </a:extLst>
          </p:cNvPr>
          <p:cNvCxnSpPr>
            <a:cxnSpLocks/>
          </p:cNvCxnSpPr>
          <p:nvPr/>
        </p:nvCxnSpPr>
        <p:spPr>
          <a:xfrm flipV="1">
            <a:off x="4010066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9" name="직선 연결선[R] 908">
            <a:extLst>
              <a:ext uri="{FF2B5EF4-FFF2-40B4-BE49-F238E27FC236}">
                <a16:creationId xmlns:a16="http://schemas.microsoft.com/office/drawing/2014/main" id="{67E96A3F-8120-E0A2-9790-E2CEDB9BB1DA}"/>
              </a:ext>
            </a:extLst>
          </p:cNvPr>
          <p:cNvCxnSpPr>
            <a:cxnSpLocks/>
          </p:cNvCxnSpPr>
          <p:nvPr/>
        </p:nvCxnSpPr>
        <p:spPr>
          <a:xfrm flipH="1" flipV="1">
            <a:off x="3227490" y="5712592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직선 연결선[R] 910">
            <a:extLst>
              <a:ext uri="{FF2B5EF4-FFF2-40B4-BE49-F238E27FC236}">
                <a16:creationId xmlns:a16="http://schemas.microsoft.com/office/drawing/2014/main" id="{833F2258-6161-78DB-5E61-4A39C155FA4F}"/>
              </a:ext>
            </a:extLst>
          </p:cNvPr>
          <p:cNvCxnSpPr>
            <a:cxnSpLocks/>
          </p:cNvCxnSpPr>
          <p:nvPr/>
        </p:nvCxnSpPr>
        <p:spPr>
          <a:xfrm flipH="1">
            <a:off x="3227490" y="5126535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2" name="직선 연결선[R] 911">
            <a:extLst>
              <a:ext uri="{FF2B5EF4-FFF2-40B4-BE49-F238E27FC236}">
                <a16:creationId xmlns:a16="http://schemas.microsoft.com/office/drawing/2014/main" id="{02A66B93-FAAC-DF66-6709-3EDD2FBD2382}"/>
              </a:ext>
            </a:extLst>
          </p:cNvPr>
          <p:cNvCxnSpPr>
            <a:cxnSpLocks/>
          </p:cNvCxnSpPr>
          <p:nvPr/>
        </p:nvCxnSpPr>
        <p:spPr>
          <a:xfrm flipV="1">
            <a:off x="3547698" y="5126535"/>
            <a:ext cx="0" cy="4547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9" name="직선 연결선[R] 918">
            <a:extLst>
              <a:ext uri="{FF2B5EF4-FFF2-40B4-BE49-F238E27FC236}">
                <a16:creationId xmlns:a16="http://schemas.microsoft.com/office/drawing/2014/main" id="{22259078-E27C-5827-7F68-94D4AA996A85}"/>
              </a:ext>
            </a:extLst>
          </p:cNvPr>
          <p:cNvCxnSpPr>
            <a:cxnSpLocks/>
          </p:cNvCxnSpPr>
          <p:nvPr/>
        </p:nvCxnSpPr>
        <p:spPr>
          <a:xfrm flipH="1">
            <a:off x="3547698" y="5581484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1" name="직선 연결선[R] 920">
            <a:extLst>
              <a:ext uri="{FF2B5EF4-FFF2-40B4-BE49-F238E27FC236}">
                <a16:creationId xmlns:a16="http://schemas.microsoft.com/office/drawing/2014/main" id="{B344F5D8-BF00-FBA1-E4BB-8C50B6338068}"/>
              </a:ext>
            </a:extLst>
          </p:cNvPr>
          <p:cNvCxnSpPr>
            <a:cxnSpLocks/>
            <a:endCxn id="898" idx="3"/>
          </p:cNvCxnSpPr>
          <p:nvPr/>
        </p:nvCxnSpPr>
        <p:spPr>
          <a:xfrm flipH="1">
            <a:off x="3221223" y="4210735"/>
            <a:ext cx="92018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4" name="직선 연결선[R] 923">
            <a:extLst>
              <a:ext uri="{FF2B5EF4-FFF2-40B4-BE49-F238E27FC236}">
                <a16:creationId xmlns:a16="http://schemas.microsoft.com/office/drawing/2014/main" id="{43DB52DE-0760-4CA4-149B-5C3793B8EA5F}"/>
              </a:ext>
            </a:extLst>
          </p:cNvPr>
          <p:cNvCxnSpPr>
            <a:cxnSpLocks/>
          </p:cNvCxnSpPr>
          <p:nvPr/>
        </p:nvCxnSpPr>
        <p:spPr>
          <a:xfrm flipH="1" flipV="1">
            <a:off x="4141406" y="4202008"/>
            <a:ext cx="6267" cy="12940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8" name="직사각형 927">
            <a:extLst>
              <a:ext uri="{FF2B5EF4-FFF2-40B4-BE49-F238E27FC236}">
                <a16:creationId xmlns:a16="http://schemas.microsoft.com/office/drawing/2014/main" id="{B3C620A2-D612-A449-4930-8DDCED2141DE}"/>
              </a:ext>
            </a:extLst>
          </p:cNvPr>
          <p:cNvSpPr>
            <a:spLocks/>
          </p:cNvSpPr>
          <p:nvPr/>
        </p:nvSpPr>
        <p:spPr>
          <a:xfrm>
            <a:off x="3867906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29" name="직선 연결선[R] 928">
            <a:extLst>
              <a:ext uri="{FF2B5EF4-FFF2-40B4-BE49-F238E27FC236}">
                <a16:creationId xmlns:a16="http://schemas.microsoft.com/office/drawing/2014/main" id="{A4BBD0DB-46BC-3390-AEB2-FE12AC5C8ABC}"/>
              </a:ext>
            </a:extLst>
          </p:cNvPr>
          <p:cNvCxnSpPr>
            <a:cxnSpLocks/>
          </p:cNvCxnSpPr>
          <p:nvPr/>
        </p:nvCxnSpPr>
        <p:spPr>
          <a:xfrm flipV="1">
            <a:off x="4314306" y="2772480"/>
            <a:ext cx="0" cy="27231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2" name="직사각형 931">
            <a:extLst>
              <a:ext uri="{FF2B5EF4-FFF2-40B4-BE49-F238E27FC236}">
                <a16:creationId xmlns:a16="http://schemas.microsoft.com/office/drawing/2014/main" id="{6169C481-8E6D-5B7F-9242-63FCDE08A0A7}"/>
              </a:ext>
            </a:extLst>
          </p:cNvPr>
          <p:cNvSpPr>
            <a:spLocks/>
          </p:cNvSpPr>
          <p:nvPr/>
        </p:nvSpPr>
        <p:spPr>
          <a:xfrm>
            <a:off x="2507490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3" name="직사각형 932">
            <a:extLst>
              <a:ext uri="{FF2B5EF4-FFF2-40B4-BE49-F238E27FC236}">
                <a16:creationId xmlns:a16="http://schemas.microsoft.com/office/drawing/2014/main" id="{4A89AC77-C72B-E440-98EA-3854129F1317}"/>
              </a:ext>
            </a:extLst>
          </p:cNvPr>
          <p:cNvSpPr>
            <a:spLocks/>
          </p:cNvSpPr>
          <p:nvPr/>
        </p:nvSpPr>
        <p:spPr>
          <a:xfrm>
            <a:off x="2495572" y="3258117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4" name="직사각형 933">
            <a:extLst>
              <a:ext uri="{FF2B5EF4-FFF2-40B4-BE49-F238E27FC236}">
                <a16:creationId xmlns:a16="http://schemas.microsoft.com/office/drawing/2014/main" id="{646C9017-022A-2304-42F5-B70189E073D9}"/>
              </a:ext>
            </a:extLst>
          </p:cNvPr>
          <p:cNvSpPr>
            <a:spLocks/>
          </p:cNvSpPr>
          <p:nvPr/>
        </p:nvSpPr>
        <p:spPr>
          <a:xfrm>
            <a:off x="3867906" y="6336791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role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35" name="직선 연결선[R] 934">
            <a:extLst>
              <a:ext uri="{FF2B5EF4-FFF2-40B4-BE49-F238E27FC236}">
                <a16:creationId xmlns:a16="http://schemas.microsoft.com/office/drawing/2014/main" id="{0392B328-02D1-C2A4-7E7A-41F3D3092E65}"/>
              </a:ext>
            </a:extLst>
          </p:cNvPr>
          <p:cNvCxnSpPr>
            <a:cxnSpLocks/>
            <a:stCxn id="934" idx="0"/>
            <a:endCxn id="840" idx="2"/>
          </p:cNvCxnSpPr>
          <p:nvPr/>
        </p:nvCxnSpPr>
        <p:spPr>
          <a:xfrm flipV="1">
            <a:off x="4227906" y="5928592"/>
            <a:ext cx="0" cy="4081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8" name="직선 연결선[R] 937">
            <a:extLst>
              <a:ext uri="{FF2B5EF4-FFF2-40B4-BE49-F238E27FC236}">
                <a16:creationId xmlns:a16="http://schemas.microsoft.com/office/drawing/2014/main" id="{686F90B0-5AD2-ED6E-20F5-E7AE4A638079}"/>
              </a:ext>
            </a:extLst>
          </p:cNvPr>
          <p:cNvCxnSpPr>
            <a:cxnSpLocks/>
          </p:cNvCxnSpPr>
          <p:nvPr/>
        </p:nvCxnSpPr>
        <p:spPr>
          <a:xfrm flipV="1">
            <a:off x="2873427" y="279016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9" name="직사각형 938">
            <a:extLst>
              <a:ext uri="{FF2B5EF4-FFF2-40B4-BE49-F238E27FC236}">
                <a16:creationId xmlns:a16="http://schemas.microsoft.com/office/drawing/2014/main" id="{4EE3C759-1A03-8899-3105-4B089D9FCAB7}"/>
              </a:ext>
            </a:extLst>
          </p:cNvPr>
          <p:cNvSpPr>
            <a:spLocks/>
          </p:cNvSpPr>
          <p:nvPr/>
        </p:nvSpPr>
        <p:spPr>
          <a:xfrm>
            <a:off x="6588188" y="460864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0" name="직사각형 939">
            <a:extLst>
              <a:ext uri="{FF2B5EF4-FFF2-40B4-BE49-F238E27FC236}">
                <a16:creationId xmlns:a16="http://schemas.microsoft.com/office/drawing/2014/main" id="{73459789-0F85-B6D1-658A-A6EE62861C25}"/>
              </a:ext>
            </a:extLst>
          </p:cNvPr>
          <p:cNvSpPr>
            <a:spLocks/>
          </p:cNvSpPr>
          <p:nvPr/>
        </p:nvSpPr>
        <p:spPr>
          <a:xfrm>
            <a:off x="2507490" y="1797431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1" name="직사각형 940">
            <a:extLst>
              <a:ext uri="{FF2B5EF4-FFF2-40B4-BE49-F238E27FC236}">
                <a16:creationId xmlns:a16="http://schemas.microsoft.com/office/drawing/2014/main" id="{71C263D4-F829-BB37-A0AB-F98D4CA28508}"/>
              </a:ext>
            </a:extLst>
          </p:cNvPr>
          <p:cNvSpPr>
            <a:spLocks/>
          </p:cNvSpPr>
          <p:nvPr/>
        </p:nvSpPr>
        <p:spPr>
          <a:xfrm>
            <a:off x="1147624" y="179743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2" name="직사각형 941">
            <a:extLst>
              <a:ext uri="{FF2B5EF4-FFF2-40B4-BE49-F238E27FC236}">
                <a16:creationId xmlns:a16="http://schemas.microsoft.com/office/drawing/2014/main" id="{9D529E2D-F66E-F0F6-ED0F-89A963D83550}"/>
              </a:ext>
            </a:extLst>
          </p:cNvPr>
          <p:cNvSpPr>
            <a:spLocks/>
          </p:cNvSpPr>
          <p:nvPr/>
        </p:nvSpPr>
        <p:spPr>
          <a:xfrm>
            <a:off x="2513427" y="38571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3" name="직사각형 942">
            <a:extLst>
              <a:ext uri="{FF2B5EF4-FFF2-40B4-BE49-F238E27FC236}">
                <a16:creationId xmlns:a16="http://schemas.microsoft.com/office/drawing/2014/main" id="{DF3F9B21-C72B-ACBB-7E3C-856458630C73}"/>
              </a:ext>
            </a:extLst>
          </p:cNvPr>
          <p:cNvSpPr>
            <a:spLocks/>
          </p:cNvSpPr>
          <p:nvPr/>
        </p:nvSpPr>
        <p:spPr>
          <a:xfrm>
            <a:off x="4363194" y="1009717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ticket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4" name="직사각형 943">
            <a:extLst>
              <a:ext uri="{FF2B5EF4-FFF2-40B4-BE49-F238E27FC236}">
                <a16:creationId xmlns:a16="http://schemas.microsoft.com/office/drawing/2014/main" id="{FBA0B8EF-E040-8F52-BC82-F52B30DE8706}"/>
              </a:ext>
            </a:extLst>
          </p:cNvPr>
          <p:cNvSpPr>
            <a:spLocks/>
          </p:cNvSpPr>
          <p:nvPr/>
        </p:nvSpPr>
        <p:spPr>
          <a:xfrm>
            <a:off x="4155343" y="105669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5" name="직사각형 944">
            <a:extLst>
              <a:ext uri="{FF2B5EF4-FFF2-40B4-BE49-F238E27FC236}">
                <a16:creationId xmlns:a16="http://schemas.microsoft.com/office/drawing/2014/main" id="{68E57745-642A-EFA0-B427-36F537A18260}"/>
              </a:ext>
            </a:extLst>
          </p:cNvPr>
          <p:cNvSpPr>
            <a:spLocks/>
          </p:cNvSpPr>
          <p:nvPr/>
        </p:nvSpPr>
        <p:spPr>
          <a:xfrm>
            <a:off x="5307906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6" name="직사각형 945">
            <a:extLst>
              <a:ext uri="{FF2B5EF4-FFF2-40B4-BE49-F238E27FC236}">
                <a16:creationId xmlns:a16="http://schemas.microsoft.com/office/drawing/2014/main" id="{9DEA5BA1-873F-410D-172B-8729C50A6D54}"/>
              </a:ext>
            </a:extLst>
          </p:cNvPr>
          <p:cNvSpPr>
            <a:spLocks/>
          </p:cNvSpPr>
          <p:nvPr/>
        </p:nvSpPr>
        <p:spPr>
          <a:xfrm>
            <a:off x="5273859" y="1015667"/>
            <a:ext cx="788093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47" name="직선 연결선[R] 946">
            <a:extLst>
              <a:ext uri="{FF2B5EF4-FFF2-40B4-BE49-F238E27FC236}">
                <a16:creationId xmlns:a16="http://schemas.microsoft.com/office/drawing/2014/main" id="{B6D0E311-EFCD-5B4C-60CC-3CDC60B8787C}"/>
              </a:ext>
            </a:extLst>
          </p:cNvPr>
          <p:cNvCxnSpPr>
            <a:cxnSpLocks/>
            <a:endCxn id="928" idx="3"/>
          </p:cNvCxnSpPr>
          <p:nvPr/>
        </p:nvCxnSpPr>
        <p:spPr>
          <a:xfrm flipH="1" flipV="1">
            <a:off x="4587906" y="2557450"/>
            <a:ext cx="3442559" cy="5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1" name="직선 연결선[R] 950">
            <a:extLst>
              <a:ext uri="{FF2B5EF4-FFF2-40B4-BE49-F238E27FC236}">
                <a16:creationId xmlns:a16="http://schemas.microsoft.com/office/drawing/2014/main" id="{D7CB5C2A-CA37-49C2-54A5-BE896FB802C0}"/>
              </a:ext>
            </a:extLst>
          </p:cNvPr>
          <p:cNvCxnSpPr>
            <a:cxnSpLocks/>
          </p:cNvCxnSpPr>
          <p:nvPr/>
        </p:nvCxnSpPr>
        <p:spPr>
          <a:xfrm flipV="1">
            <a:off x="8030465" y="2557450"/>
            <a:ext cx="0" cy="2617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4" name="직선 연결선[R] 953">
            <a:extLst>
              <a:ext uri="{FF2B5EF4-FFF2-40B4-BE49-F238E27FC236}">
                <a16:creationId xmlns:a16="http://schemas.microsoft.com/office/drawing/2014/main" id="{BB495AF0-9C13-8F11-CA19-4C4D100659B6}"/>
              </a:ext>
            </a:extLst>
          </p:cNvPr>
          <p:cNvCxnSpPr>
            <a:cxnSpLocks/>
          </p:cNvCxnSpPr>
          <p:nvPr/>
        </p:nvCxnSpPr>
        <p:spPr>
          <a:xfrm flipV="1">
            <a:off x="4491484" y="2775573"/>
            <a:ext cx="1514" cy="159553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7" name="직선 연결선[R] 956">
            <a:extLst>
              <a:ext uri="{FF2B5EF4-FFF2-40B4-BE49-F238E27FC236}">
                <a16:creationId xmlns:a16="http://schemas.microsoft.com/office/drawing/2014/main" id="{53AA0397-C42E-DF5C-8E02-ACB832B07D69}"/>
              </a:ext>
            </a:extLst>
          </p:cNvPr>
          <p:cNvCxnSpPr>
            <a:cxnSpLocks/>
          </p:cNvCxnSpPr>
          <p:nvPr/>
        </p:nvCxnSpPr>
        <p:spPr>
          <a:xfrm flipH="1" flipV="1">
            <a:off x="4500263" y="4374782"/>
            <a:ext cx="2236051" cy="1794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0" name="직선 연결선[R] 959">
            <a:extLst>
              <a:ext uri="{FF2B5EF4-FFF2-40B4-BE49-F238E27FC236}">
                <a16:creationId xmlns:a16="http://schemas.microsoft.com/office/drawing/2014/main" id="{7B8DBAFC-CC76-9C85-5BE5-A8A0A0803702}"/>
              </a:ext>
            </a:extLst>
          </p:cNvPr>
          <p:cNvCxnSpPr>
            <a:cxnSpLocks/>
          </p:cNvCxnSpPr>
          <p:nvPr/>
        </p:nvCxnSpPr>
        <p:spPr>
          <a:xfrm flipV="1">
            <a:off x="6737138" y="4392727"/>
            <a:ext cx="0" cy="215922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2" name="직선 연결선[R] 961">
            <a:extLst>
              <a:ext uri="{FF2B5EF4-FFF2-40B4-BE49-F238E27FC236}">
                <a16:creationId xmlns:a16="http://schemas.microsoft.com/office/drawing/2014/main" id="{DAF46000-AF56-9D14-7350-64C51E29C142}"/>
              </a:ext>
            </a:extLst>
          </p:cNvPr>
          <p:cNvCxnSpPr>
            <a:cxnSpLocks/>
          </p:cNvCxnSpPr>
          <p:nvPr/>
        </p:nvCxnSpPr>
        <p:spPr>
          <a:xfrm flipV="1">
            <a:off x="7116130" y="3588175"/>
            <a:ext cx="0" cy="10204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5" name="직선 연결선[R] 964">
            <a:extLst>
              <a:ext uri="{FF2B5EF4-FFF2-40B4-BE49-F238E27FC236}">
                <a16:creationId xmlns:a16="http://schemas.microsoft.com/office/drawing/2014/main" id="{B5859136-8F30-E743-9139-0D5982CDC0F6}"/>
              </a:ext>
            </a:extLst>
          </p:cNvPr>
          <p:cNvCxnSpPr>
            <a:cxnSpLocks/>
          </p:cNvCxnSpPr>
          <p:nvPr/>
        </p:nvCxnSpPr>
        <p:spPr>
          <a:xfrm flipH="1">
            <a:off x="7116130" y="3588175"/>
            <a:ext cx="91433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" name="직선 연결선[R] 967">
            <a:extLst>
              <a:ext uri="{FF2B5EF4-FFF2-40B4-BE49-F238E27FC236}">
                <a16:creationId xmlns:a16="http://schemas.microsoft.com/office/drawing/2014/main" id="{E76DB02A-500C-41BD-E82C-8620C6D159FC}"/>
              </a:ext>
            </a:extLst>
          </p:cNvPr>
          <p:cNvCxnSpPr>
            <a:cxnSpLocks/>
          </p:cNvCxnSpPr>
          <p:nvPr/>
        </p:nvCxnSpPr>
        <p:spPr>
          <a:xfrm flipV="1">
            <a:off x="8030465" y="3257900"/>
            <a:ext cx="0" cy="3302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2" name="직선 연결선[R] 971">
            <a:extLst>
              <a:ext uri="{FF2B5EF4-FFF2-40B4-BE49-F238E27FC236}">
                <a16:creationId xmlns:a16="http://schemas.microsoft.com/office/drawing/2014/main" id="{FA1490A9-B87B-CC29-43FB-CA09417C0401}"/>
              </a:ext>
            </a:extLst>
          </p:cNvPr>
          <p:cNvCxnSpPr>
            <a:cxnSpLocks/>
            <a:endCxn id="939" idx="2"/>
          </p:cNvCxnSpPr>
          <p:nvPr/>
        </p:nvCxnSpPr>
        <p:spPr>
          <a:xfrm flipV="1">
            <a:off x="6948188" y="5040649"/>
            <a:ext cx="0" cy="21834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5" name="직선 연결선[R] 974">
            <a:extLst>
              <a:ext uri="{FF2B5EF4-FFF2-40B4-BE49-F238E27FC236}">
                <a16:creationId xmlns:a16="http://schemas.microsoft.com/office/drawing/2014/main" id="{5555F809-9009-8081-57B4-F17549056813}"/>
              </a:ext>
            </a:extLst>
          </p:cNvPr>
          <p:cNvCxnSpPr>
            <a:cxnSpLocks/>
          </p:cNvCxnSpPr>
          <p:nvPr/>
        </p:nvCxnSpPr>
        <p:spPr>
          <a:xfrm flipH="1" flipV="1">
            <a:off x="6948188" y="5258990"/>
            <a:ext cx="1082277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8" name="직선 연결선[R] 977">
            <a:extLst>
              <a:ext uri="{FF2B5EF4-FFF2-40B4-BE49-F238E27FC236}">
                <a16:creationId xmlns:a16="http://schemas.microsoft.com/office/drawing/2014/main" id="{E163A78B-9420-FBE5-5C40-6EE9468081F3}"/>
              </a:ext>
            </a:extLst>
          </p:cNvPr>
          <p:cNvCxnSpPr>
            <a:cxnSpLocks/>
          </p:cNvCxnSpPr>
          <p:nvPr/>
        </p:nvCxnSpPr>
        <p:spPr>
          <a:xfrm flipV="1">
            <a:off x="8030465" y="5262725"/>
            <a:ext cx="0" cy="233867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직선 연결선[R] 981">
            <a:extLst>
              <a:ext uri="{FF2B5EF4-FFF2-40B4-BE49-F238E27FC236}">
                <a16:creationId xmlns:a16="http://schemas.microsoft.com/office/drawing/2014/main" id="{0BEAA59A-6E38-F164-0C9D-03663219D464}"/>
              </a:ext>
            </a:extLst>
          </p:cNvPr>
          <p:cNvCxnSpPr>
            <a:cxnSpLocks/>
            <a:stCxn id="928" idx="1"/>
            <a:endCxn id="932" idx="3"/>
          </p:cNvCxnSpPr>
          <p:nvPr/>
        </p:nvCxnSpPr>
        <p:spPr>
          <a:xfrm flipH="1">
            <a:off x="3227490" y="2557450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5" name="직선 연결선[R] 984">
            <a:extLst>
              <a:ext uri="{FF2B5EF4-FFF2-40B4-BE49-F238E27FC236}">
                <a16:creationId xmlns:a16="http://schemas.microsoft.com/office/drawing/2014/main" id="{CBD1E5EF-BAC3-D589-988E-B4250C0C8A80}"/>
              </a:ext>
            </a:extLst>
          </p:cNvPr>
          <p:cNvCxnSpPr>
            <a:cxnSpLocks/>
          </p:cNvCxnSpPr>
          <p:nvPr/>
        </p:nvCxnSpPr>
        <p:spPr>
          <a:xfrm flipH="1">
            <a:off x="1867624" y="2002286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6" name="직선 연결선[R] 985">
            <a:extLst>
              <a:ext uri="{FF2B5EF4-FFF2-40B4-BE49-F238E27FC236}">
                <a16:creationId xmlns:a16="http://schemas.microsoft.com/office/drawing/2014/main" id="{7EE22F8E-7ABD-8D28-D4E5-6D2DC85A1E81}"/>
              </a:ext>
            </a:extLst>
          </p:cNvPr>
          <p:cNvCxnSpPr>
            <a:cxnSpLocks/>
          </p:cNvCxnSpPr>
          <p:nvPr/>
        </p:nvCxnSpPr>
        <p:spPr>
          <a:xfrm flipV="1">
            <a:off x="4141406" y="593452"/>
            <a:ext cx="0" cy="17479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9" name="직선 연결선[R] 988">
            <a:extLst>
              <a:ext uri="{FF2B5EF4-FFF2-40B4-BE49-F238E27FC236}">
                <a16:creationId xmlns:a16="http://schemas.microsoft.com/office/drawing/2014/main" id="{D71827C1-8F89-58D4-553A-118C0EF78A27}"/>
              </a:ext>
            </a:extLst>
          </p:cNvPr>
          <p:cNvCxnSpPr>
            <a:cxnSpLocks/>
            <a:endCxn id="942" idx="3"/>
          </p:cNvCxnSpPr>
          <p:nvPr/>
        </p:nvCxnSpPr>
        <p:spPr>
          <a:xfrm flipH="1">
            <a:off x="3233427" y="601719"/>
            <a:ext cx="9079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2" name="직선 연결선[R] 991">
            <a:extLst>
              <a:ext uri="{FF2B5EF4-FFF2-40B4-BE49-F238E27FC236}">
                <a16:creationId xmlns:a16="http://schemas.microsoft.com/office/drawing/2014/main" id="{12356BDA-7358-FAD7-8062-E070E942028E}"/>
              </a:ext>
            </a:extLst>
          </p:cNvPr>
          <p:cNvCxnSpPr>
            <a:cxnSpLocks/>
            <a:stCxn id="940" idx="0"/>
            <a:endCxn id="942" idx="2"/>
          </p:cNvCxnSpPr>
          <p:nvPr/>
        </p:nvCxnSpPr>
        <p:spPr>
          <a:xfrm flipV="1">
            <a:off x="2867490" y="817719"/>
            <a:ext cx="5937" cy="9797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9" name="직선 연결선[R] 998">
            <a:extLst>
              <a:ext uri="{FF2B5EF4-FFF2-40B4-BE49-F238E27FC236}">
                <a16:creationId xmlns:a16="http://schemas.microsoft.com/office/drawing/2014/main" id="{2143258D-8D4D-35A5-3095-1570D55207F3}"/>
              </a:ext>
            </a:extLst>
          </p:cNvPr>
          <p:cNvCxnSpPr>
            <a:cxnSpLocks/>
          </p:cNvCxnSpPr>
          <p:nvPr/>
        </p:nvCxnSpPr>
        <p:spPr>
          <a:xfrm flipV="1">
            <a:off x="4309430" y="536461"/>
            <a:ext cx="0" cy="18049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1" name="직선 연결선[R] 1000">
            <a:extLst>
              <a:ext uri="{FF2B5EF4-FFF2-40B4-BE49-F238E27FC236}">
                <a16:creationId xmlns:a16="http://schemas.microsoft.com/office/drawing/2014/main" id="{827E1332-C9AE-7B51-6703-BE9CFDF1B834}"/>
              </a:ext>
            </a:extLst>
          </p:cNvPr>
          <p:cNvCxnSpPr>
            <a:cxnSpLocks/>
          </p:cNvCxnSpPr>
          <p:nvPr/>
        </p:nvCxnSpPr>
        <p:spPr>
          <a:xfrm flipV="1">
            <a:off x="4468180" y="1441717"/>
            <a:ext cx="0" cy="8996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4" name="직선 연결선[R] 1003">
            <a:extLst>
              <a:ext uri="{FF2B5EF4-FFF2-40B4-BE49-F238E27FC236}">
                <a16:creationId xmlns:a16="http://schemas.microsoft.com/office/drawing/2014/main" id="{5BCCB549-74AF-D9A0-6F7D-8EDDDB3F1E9F}"/>
              </a:ext>
            </a:extLst>
          </p:cNvPr>
          <p:cNvCxnSpPr>
            <a:cxnSpLocks/>
            <a:stCxn id="945" idx="1"/>
            <a:endCxn id="944" idx="3"/>
          </p:cNvCxnSpPr>
          <p:nvPr/>
        </p:nvCxnSpPr>
        <p:spPr>
          <a:xfrm flipH="1">
            <a:off x="4875343" y="320461"/>
            <a:ext cx="432563" cy="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7" name="직선 연결선[R] 1006">
            <a:extLst>
              <a:ext uri="{FF2B5EF4-FFF2-40B4-BE49-F238E27FC236}">
                <a16:creationId xmlns:a16="http://schemas.microsoft.com/office/drawing/2014/main" id="{FA025295-5EC7-5963-B21C-FE63C0702752}"/>
              </a:ext>
            </a:extLst>
          </p:cNvPr>
          <p:cNvCxnSpPr>
            <a:cxnSpLocks/>
            <a:stCxn id="945" idx="2"/>
            <a:endCxn id="946" idx="0"/>
          </p:cNvCxnSpPr>
          <p:nvPr/>
        </p:nvCxnSpPr>
        <p:spPr>
          <a:xfrm>
            <a:off x="5667906" y="536461"/>
            <a:ext cx="0" cy="47920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8" name="직사각형 1017">
            <a:extLst>
              <a:ext uri="{FF2B5EF4-FFF2-40B4-BE49-F238E27FC236}">
                <a16:creationId xmlns:a16="http://schemas.microsoft.com/office/drawing/2014/main" id="{EBC601EF-B36B-CA8C-C95E-1FB8B7E3D912}"/>
              </a:ext>
            </a:extLst>
          </p:cNvPr>
          <p:cNvSpPr>
            <a:spLocks/>
          </p:cNvSpPr>
          <p:nvPr/>
        </p:nvSpPr>
        <p:spPr>
          <a:xfrm>
            <a:off x="1147624" y="458737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1" name="직사각형 1020">
            <a:extLst>
              <a:ext uri="{FF2B5EF4-FFF2-40B4-BE49-F238E27FC236}">
                <a16:creationId xmlns:a16="http://schemas.microsoft.com/office/drawing/2014/main" id="{00574F38-4BCA-576C-8625-2C4BD5E7709A}"/>
              </a:ext>
            </a:extLst>
          </p:cNvPr>
          <p:cNvSpPr>
            <a:spLocks/>
          </p:cNvSpPr>
          <p:nvPr/>
        </p:nvSpPr>
        <p:spPr>
          <a:xfrm>
            <a:off x="1147074" y="549659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item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2" name="직사각형 1021">
            <a:extLst>
              <a:ext uri="{FF2B5EF4-FFF2-40B4-BE49-F238E27FC236}">
                <a16:creationId xmlns:a16="http://schemas.microsoft.com/office/drawing/2014/main" id="{3FA823C3-BBA6-667F-3E40-6A04CD533476}"/>
              </a:ext>
            </a:extLst>
          </p:cNvPr>
          <p:cNvSpPr>
            <a:spLocks/>
          </p:cNvSpPr>
          <p:nvPr/>
        </p:nvSpPr>
        <p:spPr>
          <a:xfrm>
            <a:off x="1147624" y="627919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menu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3" name="직사각형 1022">
            <a:extLst>
              <a:ext uri="{FF2B5EF4-FFF2-40B4-BE49-F238E27FC236}">
                <a16:creationId xmlns:a16="http://schemas.microsoft.com/office/drawing/2014/main" id="{1BE2039B-234C-5CE1-1B53-28F7C82050D3}"/>
              </a:ext>
            </a:extLst>
          </p:cNvPr>
          <p:cNvSpPr>
            <a:spLocks/>
          </p:cNvSpPr>
          <p:nvPr/>
        </p:nvSpPr>
        <p:spPr>
          <a:xfrm>
            <a:off x="5745306" y="4600407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4" name="직사각형 1023">
            <a:extLst>
              <a:ext uri="{FF2B5EF4-FFF2-40B4-BE49-F238E27FC236}">
                <a16:creationId xmlns:a16="http://schemas.microsoft.com/office/drawing/2014/main" id="{CF08C5E8-583F-594B-1702-97A726A97BF9}"/>
              </a:ext>
            </a:extLst>
          </p:cNvPr>
          <p:cNvSpPr>
            <a:spLocks/>
          </p:cNvSpPr>
          <p:nvPr/>
        </p:nvSpPr>
        <p:spPr>
          <a:xfrm>
            <a:off x="5001156" y="5172592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like</a:t>
            </a:r>
          </a:p>
        </p:txBody>
      </p:sp>
      <p:sp>
        <p:nvSpPr>
          <p:cNvPr id="1025" name="직사각형 1024">
            <a:extLst>
              <a:ext uri="{FF2B5EF4-FFF2-40B4-BE49-F238E27FC236}">
                <a16:creationId xmlns:a16="http://schemas.microsoft.com/office/drawing/2014/main" id="{5EEE6112-03EF-E084-1B86-7ACE648535ED}"/>
              </a:ext>
            </a:extLst>
          </p:cNvPr>
          <p:cNvSpPr>
            <a:spLocks/>
          </p:cNvSpPr>
          <p:nvPr/>
        </p:nvSpPr>
        <p:spPr>
          <a:xfrm>
            <a:off x="4647980" y="1909450"/>
            <a:ext cx="1099677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recommendation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6" name="직사각형 1025">
            <a:extLst>
              <a:ext uri="{FF2B5EF4-FFF2-40B4-BE49-F238E27FC236}">
                <a16:creationId xmlns:a16="http://schemas.microsoft.com/office/drawing/2014/main" id="{D77CBCAB-DF2C-14B6-EB5C-728E5304B728}"/>
              </a:ext>
            </a:extLst>
          </p:cNvPr>
          <p:cNvSpPr>
            <a:spLocks/>
          </p:cNvSpPr>
          <p:nvPr/>
        </p:nvSpPr>
        <p:spPr>
          <a:xfrm>
            <a:off x="11139142" y="2234019"/>
            <a:ext cx="720000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audit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log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027" name="직선 연결선[R] 1026">
            <a:extLst>
              <a:ext uri="{FF2B5EF4-FFF2-40B4-BE49-F238E27FC236}">
                <a16:creationId xmlns:a16="http://schemas.microsoft.com/office/drawing/2014/main" id="{3DAC5686-A078-CF2C-0F81-D9F0EC8E6A78}"/>
              </a:ext>
            </a:extLst>
          </p:cNvPr>
          <p:cNvCxnSpPr>
            <a:cxnSpLocks/>
            <a:stCxn id="1018" idx="0"/>
            <a:endCxn id="834" idx="2"/>
          </p:cNvCxnSpPr>
          <p:nvPr/>
        </p:nvCxnSpPr>
        <p:spPr>
          <a:xfrm flipV="1">
            <a:off x="1507624" y="4134051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직선 연결선[R] 1029">
            <a:extLst>
              <a:ext uri="{FF2B5EF4-FFF2-40B4-BE49-F238E27FC236}">
                <a16:creationId xmlns:a16="http://schemas.microsoft.com/office/drawing/2014/main" id="{E9C98B93-BADA-13ED-45E9-6D2BD35F50AB}"/>
              </a:ext>
            </a:extLst>
          </p:cNvPr>
          <p:cNvCxnSpPr>
            <a:cxnSpLocks/>
          </p:cNvCxnSpPr>
          <p:nvPr/>
        </p:nvCxnSpPr>
        <p:spPr>
          <a:xfrm flipV="1">
            <a:off x="1507624" y="5032329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직선 연결선[R] 1030">
            <a:extLst>
              <a:ext uri="{FF2B5EF4-FFF2-40B4-BE49-F238E27FC236}">
                <a16:creationId xmlns:a16="http://schemas.microsoft.com/office/drawing/2014/main" id="{CB3EFAAB-E928-0A57-70DD-0A4AA2128AFA}"/>
              </a:ext>
            </a:extLst>
          </p:cNvPr>
          <p:cNvCxnSpPr>
            <a:cxnSpLocks/>
          </p:cNvCxnSpPr>
          <p:nvPr/>
        </p:nvCxnSpPr>
        <p:spPr>
          <a:xfrm flipH="1">
            <a:off x="1867624" y="4669991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직선 연결선[R] 1033">
            <a:extLst>
              <a:ext uri="{FF2B5EF4-FFF2-40B4-BE49-F238E27FC236}">
                <a16:creationId xmlns:a16="http://schemas.microsoft.com/office/drawing/2014/main" id="{65A06CB2-C7C9-C117-E102-232380F063D8}"/>
              </a:ext>
            </a:extLst>
          </p:cNvPr>
          <p:cNvCxnSpPr>
            <a:cxnSpLocks/>
          </p:cNvCxnSpPr>
          <p:nvPr/>
        </p:nvCxnSpPr>
        <p:spPr>
          <a:xfrm>
            <a:off x="4008982" y="4678646"/>
            <a:ext cx="0" cy="8169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직선 연결선[R] 1038">
            <a:extLst>
              <a:ext uri="{FF2B5EF4-FFF2-40B4-BE49-F238E27FC236}">
                <a16:creationId xmlns:a16="http://schemas.microsoft.com/office/drawing/2014/main" id="{7792D93E-1B43-A6CC-730C-E8A91BC77B64}"/>
              </a:ext>
            </a:extLst>
          </p:cNvPr>
          <p:cNvCxnSpPr>
            <a:cxnSpLocks/>
            <a:stCxn id="1022" idx="0"/>
            <a:endCxn id="1021" idx="2"/>
          </p:cNvCxnSpPr>
          <p:nvPr/>
        </p:nvCxnSpPr>
        <p:spPr>
          <a:xfrm flipH="1" flipV="1">
            <a:off x="1507074" y="5928592"/>
            <a:ext cx="550" cy="3505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2" name="직선 연결선[R] 1041">
            <a:extLst>
              <a:ext uri="{FF2B5EF4-FFF2-40B4-BE49-F238E27FC236}">
                <a16:creationId xmlns:a16="http://schemas.microsoft.com/office/drawing/2014/main" id="{D9003CF0-C5EA-973D-DEC6-E792FA352675}"/>
              </a:ext>
            </a:extLst>
          </p:cNvPr>
          <p:cNvCxnSpPr>
            <a:cxnSpLocks/>
          </p:cNvCxnSpPr>
          <p:nvPr/>
        </p:nvCxnSpPr>
        <p:spPr>
          <a:xfrm flipV="1">
            <a:off x="8218271" y="1441717"/>
            <a:ext cx="0" cy="23386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직선 연결선[R] 1043">
            <a:extLst>
              <a:ext uri="{FF2B5EF4-FFF2-40B4-BE49-F238E27FC236}">
                <a16:creationId xmlns:a16="http://schemas.microsoft.com/office/drawing/2014/main" id="{6D7DB138-EADA-498F-3DB7-9FAD5FA8107D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20098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직선 연결선[R] 1046">
            <a:extLst>
              <a:ext uri="{FF2B5EF4-FFF2-40B4-BE49-F238E27FC236}">
                <a16:creationId xmlns:a16="http://schemas.microsoft.com/office/drawing/2014/main" id="{0D286E5B-472A-C6AC-94AA-389C1CBD3897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0" cy="29211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0" name="직선 연결선[R] 1049">
            <a:extLst>
              <a:ext uri="{FF2B5EF4-FFF2-40B4-BE49-F238E27FC236}">
                <a16:creationId xmlns:a16="http://schemas.microsoft.com/office/drawing/2014/main" id="{0B0400A5-91FB-C20C-C9F5-C9250966C460}"/>
              </a:ext>
            </a:extLst>
          </p:cNvPr>
          <p:cNvCxnSpPr>
            <a:cxnSpLocks/>
            <a:stCxn id="1023" idx="1"/>
          </p:cNvCxnSpPr>
          <p:nvPr/>
        </p:nvCxnSpPr>
        <p:spPr>
          <a:xfrm flipH="1">
            <a:off x="4480940" y="4816407"/>
            <a:ext cx="12643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직선 연결선[R] 1052">
            <a:extLst>
              <a:ext uri="{FF2B5EF4-FFF2-40B4-BE49-F238E27FC236}">
                <a16:creationId xmlns:a16="http://schemas.microsoft.com/office/drawing/2014/main" id="{90C95335-612B-1631-6565-934ABAC02EF7}"/>
              </a:ext>
            </a:extLst>
          </p:cNvPr>
          <p:cNvCxnSpPr>
            <a:cxnSpLocks/>
          </p:cNvCxnSpPr>
          <p:nvPr/>
        </p:nvCxnSpPr>
        <p:spPr>
          <a:xfrm flipV="1">
            <a:off x="4464380" y="4821101"/>
            <a:ext cx="0" cy="683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직선 연결선[R] 1058">
            <a:extLst>
              <a:ext uri="{FF2B5EF4-FFF2-40B4-BE49-F238E27FC236}">
                <a16:creationId xmlns:a16="http://schemas.microsoft.com/office/drawing/2014/main" id="{DF69052C-707C-5504-A0BF-7DE6C30E3864}"/>
              </a:ext>
            </a:extLst>
          </p:cNvPr>
          <p:cNvCxnSpPr>
            <a:cxnSpLocks/>
            <a:endCxn id="1024" idx="3"/>
          </p:cNvCxnSpPr>
          <p:nvPr/>
        </p:nvCxnSpPr>
        <p:spPr>
          <a:xfrm flipH="1">
            <a:off x="5721156" y="5388592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직선 연결선[R] 1061">
            <a:extLst>
              <a:ext uri="{FF2B5EF4-FFF2-40B4-BE49-F238E27FC236}">
                <a16:creationId xmlns:a16="http://schemas.microsoft.com/office/drawing/2014/main" id="{955A407B-CB17-1179-59CF-DA0A43A3E8A4}"/>
              </a:ext>
            </a:extLst>
          </p:cNvPr>
          <p:cNvCxnSpPr>
            <a:cxnSpLocks/>
            <a:endCxn id="1023" idx="2"/>
          </p:cNvCxnSpPr>
          <p:nvPr/>
        </p:nvCxnSpPr>
        <p:spPr>
          <a:xfrm flipV="1">
            <a:off x="6105306" y="5032407"/>
            <a:ext cx="0" cy="3328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직선 연결선[R] 1066">
            <a:extLst>
              <a:ext uri="{FF2B5EF4-FFF2-40B4-BE49-F238E27FC236}">
                <a16:creationId xmlns:a16="http://schemas.microsoft.com/office/drawing/2014/main" id="{A6B86E41-B3C4-0ACE-A822-02AF6332E2D9}"/>
              </a:ext>
            </a:extLst>
          </p:cNvPr>
          <p:cNvCxnSpPr>
            <a:cxnSpLocks/>
          </p:cNvCxnSpPr>
          <p:nvPr/>
        </p:nvCxnSpPr>
        <p:spPr>
          <a:xfrm flipH="1">
            <a:off x="4587906" y="5554569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9" name="직선 연결선[R] 1068">
            <a:extLst>
              <a:ext uri="{FF2B5EF4-FFF2-40B4-BE49-F238E27FC236}">
                <a16:creationId xmlns:a16="http://schemas.microsoft.com/office/drawing/2014/main" id="{FA7B5CEA-6B89-D1CF-A9F3-402429F2BD20}"/>
              </a:ext>
            </a:extLst>
          </p:cNvPr>
          <p:cNvCxnSpPr>
            <a:cxnSpLocks/>
          </p:cNvCxnSpPr>
          <p:nvPr/>
        </p:nvCxnSpPr>
        <p:spPr>
          <a:xfrm flipV="1">
            <a:off x="4822003" y="2355053"/>
            <a:ext cx="0" cy="34797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3" name="직선 연결선[R] 1072">
            <a:extLst>
              <a:ext uri="{FF2B5EF4-FFF2-40B4-BE49-F238E27FC236}">
                <a16:creationId xmlns:a16="http://schemas.microsoft.com/office/drawing/2014/main" id="{BDD3BA11-81FA-272A-2B7B-1DDFB7F31AEA}"/>
              </a:ext>
            </a:extLst>
          </p:cNvPr>
          <p:cNvCxnSpPr>
            <a:cxnSpLocks/>
          </p:cNvCxnSpPr>
          <p:nvPr/>
        </p:nvCxnSpPr>
        <p:spPr>
          <a:xfrm flipH="1">
            <a:off x="4587906" y="5842878"/>
            <a:ext cx="23934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5" name="직사각형 1074">
            <a:extLst>
              <a:ext uri="{FF2B5EF4-FFF2-40B4-BE49-F238E27FC236}">
                <a16:creationId xmlns:a16="http://schemas.microsoft.com/office/drawing/2014/main" id="{FB6878D2-D681-A9A7-A203-3B28DDD5E735}"/>
              </a:ext>
            </a:extLst>
          </p:cNvPr>
          <p:cNvSpPr>
            <a:spLocks/>
          </p:cNvSpPr>
          <p:nvPr/>
        </p:nvSpPr>
        <p:spPr>
          <a:xfrm>
            <a:off x="11139142" y="1656062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tax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6" name="직선 연결선 351">
            <a:extLst>
              <a:ext uri="{FF2B5EF4-FFF2-40B4-BE49-F238E27FC236}">
                <a16:creationId xmlns:a16="http://schemas.microsoft.com/office/drawing/2014/main" id="{EFA727D3-3694-9073-62DF-6D8F92728037}"/>
              </a:ext>
            </a:extLst>
          </p:cNvPr>
          <p:cNvCxnSpPr>
            <a:cxnSpLocks/>
          </p:cNvCxnSpPr>
          <p:nvPr/>
        </p:nvCxnSpPr>
        <p:spPr>
          <a:xfrm>
            <a:off x="8386702" y="149591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51">
            <a:extLst>
              <a:ext uri="{FF2B5EF4-FFF2-40B4-BE49-F238E27FC236}">
                <a16:creationId xmlns:a16="http://schemas.microsoft.com/office/drawing/2014/main" id="{4BBD27EE-6D08-3628-4879-AB524F965926}"/>
              </a:ext>
            </a:extLst>
          </p:cNvPr>
          <p:cNvCxnSpPr>
            <a:cxnSpLocks/>
          </p:cNvCxnSpPr>
          <p:nvPr/>
        </p:nvCxnSpPr>
        <p:spPr>
          <a:xfrm>
            <a:off x="8170475" y="36462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351">
            <a:extLst>
              <a:ext uri="{FF2B5EF4-FFF2-40B4-BE49-F238E27FC236}">
                <a16:creationId xmlns:a16="http://schemas.microsoft.com/office/drawing/2014/main" id="{1CB1A06A-1CD8-0F9B-D301-1486A8114E1E}"/>
              </a:ext>
            </a:extLst>
          </p:cNvPr>
          <p:cNvCxnSpPr>
            <a:cxnSpLocks/>
          </p:cNvCxnSpPr>
          <p:nvPr/>
        </p:nvCxnSpPr>
        <p:spPr>
          <a:xfrm>
            <a:off x="7357364" y="29676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351">
            <a:extLst>
              <a:ext uri="{FF2B5EF4-FFF2-40B4-BE49-F238E27FC236}">
                <a16:creationId xmlns:a16="http://schemas.microsoft.com/office/drawing/2014/main" id="{86436DCB-D510-AE44-8AE0-889628C514F3}"/>
              </a:ext>
            </a:extLst>
          </p:cNvPr>
          <p:cNvCxnSpPr>
            <a:cxnSpLocks/>
          </p:cNvCxnSpPr>
          <p:nvPr/>
        </p:nvCxnSpPr>
        <p:spPr>
          <a:xfrm>
            <a:off x="8177195" y="420200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직선 연결선 351">
            <a:extLst>
              <a:ext uri="{FF2B5EF4-FFF2-40B4-BE49-F238E27FC236}">
                <a16:creationId xmlns:a16="http://schemas.microsoft.com/office/drawing/2014/main" id="{1128E53A-5CAD-02E0-C2BD-90B41D22B01A}"/>
              </a:ext>
            </a:extLst>
          </p:cNvPr>
          <p:cNvCxnSpPr>
            <a:cxnSpLocks/>
          </p:cNvCxnSpPr>
          <p:nvPr/>
        </p:nvCxnSpPr>
        <p:spPr>
          <a:xfrm>
            <a:off x="8174471" y="507606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0" name="직선 연결선 351">
            <a:extLst>
              <a:ext uri="{FF2B5EF4-FFF2-40B4-BE49-F238E27FC236}">
                <a16:creationId xmlns:a16="http://schemas.microsoft.com/office/drawing/2014/main" id="{0B38C2E5-BBA5-CDB4-8672-B02851EE3097}"/>
              </a:ext>
            </a:extLst>
          </p:cNvPr>
          <p:cNvCxnSpPr>
            <a:cxnSpLocks/>
          </p:cNvCxnSpPr>
          <p:nvPr/>
        </p:nvCxnSpPr>
        <p:spPr>
          <a:xfrm>
            <a:off x="10164731" y="420095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0" name="직선 연결선 351">
            <a:extLst>
              <a:ext uri="{FF2B5EF4-FFF2-40B4-BE49-F238E27FC236}">
                <a16:creationId xmlns:a16="http://schemas.microsoft.com/office/drawing/2014/main" id="{3B7E00D4-9AB8-1B73-7E4C-6BD3C2278832}"/>
              </a:ext>
            </a:extLst>
          </p:cNvPr>
          <p:cNvCxnSpPr>
            <a:cxnSpLocks/>
          </p:cNvCxnSpPr>
          <p:nvPr/>
        </p:nvCxnSpPr>
        <p:spPr>
          <a:xfrm>
            <a:off x="8174471" y="2397253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4" name="직선 연결선 351">
            <a:extLst>
              <a:ext uri="{FF2B5EF4-FFF2-40B4-BE49-F238E27FC236}">
                <a16:creationId xmlns:a16="http://schemas.microsoft.com/office/drawing/2014/main" id="{548FE9ED-27FF-1067-7CAB-8C66A4E5C808}"/>
              </a:ext>
            </a:extLst>
          </p:cNvPr>
          <p:cNvCxnSpPr>
            <a:cxnSpLocks/>
          </p:cNvCxnSpPr>
          <p:nvPr/>
        </p:nvCxnSpPr>
        <p:spPr>
          <a:xfrm>
            <a:off x="8643731" y="296738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4" name="직선 연결선 351">
            <a:extLst>
              <a:ext uri="{FF2B5EF4-FFF2-40B4-BE49-F238E27FC236}">
                <a16:creationId xmlns:a16="http://schemas.microsoft.com/office/drawing/2014/main" id="{EF6F9DA8-12E0-8F4D-9434-27B462780BA5}"/>
              </a:ext>
            </a:extLst>
          </p:cNvPr>
          <p:cNvCxnSpPr>
            <a:cxnSpLocks/>
          </p:cNvCxnSpPr>
          <p:nvPr/>
        </p:nvCxnSpPr>
        <p:spPr>
          <a:xfrm>
            <a:off x="10168042" y="365597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87" name="그룹 986">
            <a:extLst>
              <a:ext uri="{FF2B5EF4-FFF2-40B4-BE49-F238E27FC236}">
                <a16:creationId xmlns:a16="http://schemas.microsoft.com/office/drawing/2014/main" id="{E8339D48-A57C-3412-F32E-B0F0AEB93736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956431" y="876576"/>
            <a:ext cx="148067" cy="108000"/>
            <a:chOff x="7409659" y="2902132"/>
            <a:chExt cx="317047" cy="239471"/>
          </a:xfrm>
        </p:grpSpPr>
        <p:grpSp>
          <p:nvGrpSpPr>
            <p:cNvPr id="988" name="그룹 987">
              <a:extLst>
                <a:ext uri="{FF2B5EF4-FFF2-40B4-BE49-F238E27FC236}">
                  <a16:creationId xmlns:a16="http://schemas.microsoft.com/office/drawing/2014/main" id="{DBE13B32-5BBF-0146-2061-E0DB27014C0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93" name="직선 연결선 322">
                <a:extLst>
                  <a:ext uri="{FF2B5EF4-FFF2-40B4-BE49-F238E27FC236}">
                    <a16:creationId xmlns:a16="http://schemas.microsoft.com/office/drawing/2014/main" id="{DD591987-CB8B-3860-D186-C4CFB89BAE9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4" name="직선 연결선 323">
                <a:extLst>
                  <a:ext uri="{FF2B5EF4-FFF2-40B4-BE49-F238E27FC236}">
                    <a16:creationId xmlns:a16="http://schemas.microsoft.com/office/drawing/2014/main" id="{2F1FF1BA-CD08-5575-8236-7B75A1BA82D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5" name="직선 연결선 324">
                <a:extLst>
                  <a:ext uri="{FF2B5EF4-FFF2-40B4-BE49-F238E27FC236}">
                    <a16:creationId xmlns:a16="http://schemas.microsoft.com/office/drawing/2014/main" id="{71F86F5D-0EFB-DAF2-F3F7-7F352616D73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0" name="직선 연결선 326">
              <a:extLst>
                <a:ext uri="{FF2B5EF4-FFF2-40B4-BE49-F238E27FC236}">
                  <a16:creationId xmlns:a16="http://schemas.microsoft.com/office/drawing/2014/main" id="{57153585-FE1C-6F26-98F7-5C01AB956AD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1" name="타원 990">
              <a:extLst>
                <a:ext uri="{FF2B5EF4-FFF2-40B4-BE49-F238E27FC236}">
                  <a16:creationId xmlns:a16="http://schemas.microsoft.com/office/drawing/2014/main" id="{8AABB688-9598-32E5-F8D7-4C9A8D1CA56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996" name="그룹 995">
            <a:extLst>
              <a:ext uri="{FF2B5EF4-FFF2-40B4-BE49-F238E27FC236}">
                <a16:creationId xmlns:a16="http://schemas.microsoft.com/office/drawing/2014/main" id="{7AB3EFB0-DDBE-B63A-A032-345C273AC37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878922"/>
            <a:ext cx="148067" cy="108000"/>
            <a:chOff x="7409659" y="2902132"/>
            <a:chExt cx="317047" cy="239471"/>
          </a:xfrm>
        </p:grpSpPr>
        <p:grpSp>
          <p:nvGrpSpPr>
            <p:cNvPr id="997" name="그룹 996">
              <a:extLst>
                <a:ext uri="{FF2B5EF4-FFF2-40B4-BE49-F238E27FC236}">
                  <a16:creationId xmlns:a16="http://schemas.microsoft.com/office/drawing/2014/main" id="{15133C79-EB19-9434-D827-C546FD49E52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002" name="직선 연결선 322">
                <a:extLst>
                  <a:ext uri="{FF2B5EF4-FFF2-40B4-BE49-F238E27FC236}">
                    <a16:creationId xmlns:a16="http://schemas.microsoft.com/office/drawing/2014/main" id="{390DD600-8066-497E-9474-7E794CE61F5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3" name="직선 연결선 323">
                <a:extLst>
                  <a:ext uri="{FF2B5EF4-FFF2-40B4-BE49-F238E27FC236}">
                    <a16:creationId xmlns:a16="http://schemas.microsoft.com/office/drawing/2014/main" id="{A904E481-F995-1BF1-A65D-F6AFC133415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5" name="직선 연결선 324">
                <a:extLst>
                  <a:ext uri="{FF2B5EF4-FFF2-40B4-BE49-F238E27FC236}">
                    <a16:creationId xmlns:a16="http://schemas.microsoft.com/office/drawing/2014/main" id="{21A6652B-AE85-34FE-4D30-D7A1BD9A0D7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8" name="직선 연결선 326">
              <a:extLst>
                <a:ext uri="{FF2B5EF4-FFF2-40B4-BE49-F238E27FC236}">
                  <a16:creationId xmlns:a16="http://schemas.microsoft.com/office/drawing/2014/main" id="{2E480500-E34C-8F1D-4C5A-47ECDF3E597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00" name="타원 999">
              <a:extLst>
                <a:ext uri="{FF2B5EF4-FFF2-40B4-BE49-F238E27FC236}">
                  <a16:creationId xmlns:a16="http://schemas.microsoft.com/office/drawing/2014/main" id="{72EB3053-AB43-256D-D714-5B87B9C1582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036" name="직선 연결선 351">
            <a:extLst>
              <a:ext uri="{FF2B5EF4-FFF2-40B4-BE49-F238E27FC236}">
                <a16:creationId xmlns:a16="http://schemas.microsoft.com/office/drawing/2014/main" id="{0B051AB6-686A-0204-F635-D7026E4858E4}"/>
              </a:ext>
            </a:extLst>
          </p:cNvPr>
          <p:cNvCxnSpPr>
            <a:cxnSpLocks/>
          </p:cNvCxnSpPr>
          <p:nvPr/>
        </p:nvCxnSpPr>
        <p:spPr>
          <a:xfrm>
            <a:off x="9791251" y="194870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7" name="직선 연결선 351">
            <a:extLst>
              <a:ext uri="{FF2B5EF4-FFF2-40B4-BE49-F238E27FC236}">
                <a16:creationId xmlns:a16="http://schemas.microsoft.com/office/drawing/2014/main" id="{EE7411BC-16E4-F981-FFAD-956C32D074A8}"/>
              </a:ext>
            </a:extLst>
          </p:cNvPr>
          <p:cNvCxnSpPr>
            <a:cxnSpLocks/>
          </p:cNvCxnSpPr>
          <p:nvPr/>
        </p:nvCxnSpPr>
        <p:spPr>
          <a:xfrm>
            <a:off x="9793398" y="2191667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8" name="직선 연결선[R] 1037">
            <a:extLst>
              <a:ext uri="{FF2B5EF4-FFF2-40B4-BE49-F238E27FC236}">
                <a16:creationId xmlns:a16="http://schemas.microsoft.com/office/drawing/2014/main" id="{C3895AF7-7A10-5D7F-71ED-3EDF4F00D672}"/>
              </a:ext>
            </a:extLst>
          </p:cNvPr>
          <p:cNvCxnSpPr>
            <a:cxnSpLocks/>
          </p:cNvCxnSpPr>
          <p:nvPr/>
        </p:nvCxnSpPr>
        <p:spPr>
          <a:xfrm flipH="1">
            <a:off x="8588046" y="1299699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7" name="직선 연결선 351">
            <a:extLst>
              <a:ext uri="{FF2B5EF4-FFF2-40B4-BE49-F238E27FC236}">
                <a16:creationId xmlns:a16="http://schemas.microsoft.com/office/drawing/2014/main" id="{FE35B796-2C03-2F48-C98E-F3F92CBD5D84}"/>
              </a:ext>
            </a:extLst>
          </p:cNvPr>
          <p:cNvCxnSpPr>
            <a:cxnSpLocks/>
          </p:cNvCxnSpPr>
          <p:nvPr/>
        </p:nvCxnSpPr>
        <p:spPr>
          <a:xfrm>
            <a:off x="8639467" y="108422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직선 연결선 351">
            <a:extLst>
              <a:ext uri="{FF2B5EF4-FFF2-40B4-BE49-F238E27FC236}">
                <a16:creationId xmlns:a16="http://schemas.microsoft.com/office/drawing/2014/main" id="{1D581DCD-F659-7D2B-6D1A-BE50570EAB15}"/>
              </a:ext>
            </a:extLst>
          </p:cNvPr>
          <p:cNvCxnSpPr>
            <a:cxnSpLocks/>
          </p:cNvCxnSpPr>
          <p:nvPr/>
        </p:nvCxnSpPr>
        <p:spPr>
          <a:xfrm>
            <a:off x="8636460" y="121979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8" name="직선 연결선 351">
            <a:extLst>
              <a:ext uri="{FF2B5EF4-FFF2-40B4-BE49-F238E27FC236}">
                <a16:creationId xmlns:a16="http://schemas.microsoft.com/office/drawing/2014/main" id="{6550E11F-532D-8B6E-B82C-2AB0E81F7277}"/>
              </a:ext>
            </a:extLst>
          </p:cNvPr>
          <p:cNvCxnSpPr>
            <a:cxnSpLocks/>
          </p:cNvCxnSpPr>
          <p:nvPr/>
        </p:nvCxnSpPr>
        <p:spPr>
          <a:xfrm>
            <a:off x="5613906" y="329055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9" name="직선 연결선 351">
            <a:extLst>
              <a:ext uri="{FF2B5EF4-FFF2-40B4-BE49-F238E27FC236}">
                <a16:creationId xmlns:a16="http://schemas.microsoft.com/office/drawing/2014/main" id="{8E6A1B23-21DD-6D44-3DE4-D69C5947494C}"/>
              </a:ext>
            </a:extLst>
          </p:cNvPr>
          <p:cNvCxnSpPr>
            <a:cxnSpLocks/>
          </p:cNvCxnSpPr>
          <p:nvPr/>
        </p:nvCxnSpPr>
        <p:spPr>
          <a:xfrm>
            <a:off x="6086474" y="387041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2" name="직선 연결선 351">
            <a:extLst>
              <a:ext uri="{FF2B5EF4-FFF2-40B4-BE49-F238E27FC236}">
                <a16:creationId xmlns:a16="http://schemas.microsoft.com/office/drawing/2014/main" id="{84783F9D-33C6-E237-DF1F-4CF3A5A23822}"/>
              </a:ext>
            </a:extLst>
          </p:cNvPr>
          <p:cNvCxnSpPr>
            <a:cxnSpLocks/>
          </p:cNvCxnSpPr>
          <p:nvPr/>
        </p:nvCxnSpPr>
        <p:spPr>
          <a:xfrm>
            <a:off x="7813083" y="3074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3" name="직선 연결선 351">
            <a:extLst>
              <a:ext uri="{FF2B5EF4-FFF2-40B4-BE49-F238E27FC236}">
                <a16:creationId xmlns:a16="http://schemas.microsoft.com/office/drawing/2014/main" id="{86BB6FFD-A8D3-384A-E70D-38CFC3BE9120}"/>
              </a:ext>
            </a:extLst>
          </p:cNvPr>
          <p:cNvCxnSpPr>
            <a:cxnSpLocks/>
          </p:cNvCxnSpPr>
          <p:nvPr/>
        </p:nvCxnSpPr>
        <p:spPr>
          <a:xfrm>
            <a:off x="7815022" y="566811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0" name="직선 연결선 351">
            <a:extLst>
              <a:ext uri="{FF2B5EF4-FFF2-40B4-BE49-F238E27FC236}">
                <a16:creationId xmlns:a16="http://schemas.microsoft.com/office/drawing/2014/main" id="{4D1E81FD-7CAF-EA17-56BD-D5A9C5B443D8}"/>
              </a:ext>
            </a:extLst>
          </p:cNvPr>
          <p:cNvCxnSpPr>
            <a:cxnSpLocks/>
          </p:cNvCxnSpPr>
          <p:nvPr/>
        </p:nvCxnSpPr>
        <p:spPr>
          <a:xfrm>
            <a:off x="4637536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9" name="직선 연결선 351">
            <a:extLst>
              <a:ext uri="{FF2B5EF4-FFF2-40B4-BE49-F238E27FC236}">
                <a16:creationId xmlns:a16="http://schemas.microsoft.com/office/drawing/2014/main" id="{0010DD1D-DE2D-1817-089A-DD32E67F9B3D}"/>
              </a:ext>
            </a:extLst>
          </p:cNvPr>
          <p:cNvCxnSpPr>
            <a:cxnSpLocks/>
          </p:cNvCxnSpPr>
          <p:nvPr/>
        </p:nvCxnSpPr>
        <p:spPr>
          <a:xfrm>
            <a:off x="8644508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5" name="직선 연결선 351">
            <a:extLst>
              <a:ext uri="{FF2B5EF4-FFF2-40B4-BE49-F238E27FC236}">
                <a16:creationId xmlns:a16="http://schemas.microsoft.com/office/drawing/2014/main" id="{F317016A-8013-F696-0C64-C20CD9693282}"/>
              </a:ext>
            </a:extLst>
          </p:cNvPr>
          <p:cNvCxnSpPr>
            <a:cxnSpLocks/>
          </p:cNvCxnSpPr>
          <p:nvPr/>
        </p:nvCxnSpPr>
        <p:spPr>
          <a:xfrm>
            <a:off x="11445142" y="413217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27" name="그룹 826">
            <a:extLst>
              <a:ext uri="{FF2B5EF4-FFF2-40B4-BE49-F238E27FC236}">
                <a16:creationId xmlns:a16="http://schemas.microsoft.com/office/drawing/2014/main" id="{A5FA8560-96AE-3CD2-D419-951F5207BCA9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3415367"/>
            <a:ext cx="148067" cy="108000"/>
            <a:chOff x="7409659" y="2902132"/>
            <a:chExt cx="317047" cy="239471"/>
          </a:xfrm>
        </p:grpSpPr>
        <p:grpSp>
          <p:nvGrpSpPr>
            <p:cNvPr id="830" name="그룹 829">
              <a:extLst>
                <a:ext uri="{FF2B5EF4-FFF2-40B4-BE49-F238E27FC236}">
                  <a16:creationId xmlns:a16="http://schemas.microsoft.com/office/drawing/2014/main" id="{CD601CEF-BBFE-FB3D-BE84-588E13EB98B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37" name="직선 연결선 322">
                <a:extLst>
                  <a:ext uri="{FF2B5EF4-FFF2-40B4-BE49-F238E27FC236}">
                    <a16:creationId xmlns:a16="http://schemas.microsoft.com/office/drawing/2014/main" id="{D61DE0BF-3E08-199E-ACF6-112AEF9A8E4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8" name="직선 연결선 323">
                <a:extLst>
                  <a:ext uri="{FF2B5EF4-FFF2-40B4-BE49-F238E27FC236}">
                    <a16:creationId xmlns:a16="http://schemas.microsoft.com/office/drawing/2014/main" id="{35B2774E-33A6-6095-996C-18B2978E48C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9" name="직선 연결선 324">
                <a:extLst>
                  <a:ext uri="{FF2B5EF4-FFF2-40B4-BE49-F238E27FC236}">
                    <a16:creationId xmlns:a16="http://schemas.microsoft.com/office/drawing/2014/main" id="{0246C7AF-3233-7277-D02A-096608D8324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31" name="직선 연결선 326">
              <a:extLst>
                <a:ext uri="{FF2B5EF4-FFF2-40B4-BE49-F238E27FC236}">
                  <a16:creationId xmlns:a16="http://schemas.microsoft.com/office/drawing/2014/main" id="{842FC4AF-E88F-169A-7A1F-A6FD480712F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32" name="타원 831">
              <a:extLst>
                <a:ext uri="{FF2B5EF4-FFF2-40B4-BE49-F238E27FC236}">
                  <a16:creationId xmlns:a16="http://schemas.microsoft.com/office/drawing/2014/main" id="{A69C0EF3-6D79-FD8A-F9D5-64A80C1933B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41" name="그룹 840">
            <a:extLst>
              <a:ext uri="{FF2B5EF4-FFF2-40B4-BE49-F238E27FC236}">
                <a16:creationId xmlns:a16="http://schemas.microsoft.com/office/drawing/2014/main" id="{3ECA43E3-F62E-E90F-0457-52EC7132F48E}"/>
              </a:ext>
            </a:extLst>
          </p:cNvPr>
          <p:cNvGrpSpPr>
            <a:grpSpLocks noChangeAspect="1"/>
          </p:cNvGrpSpPr>
          <p:nvPr/>
        </p:nvGrpSpPr>
        <p:grpSpPr>
          <a:xfrm>
            <a:off x="10992663" y="3530401"/>
            <a:ext cx="148067" cy="108000"/>
            <a:chOff x="7409659" y="2902132"/>
            <a:chExt cx="317047" cy="239471"/>
          </a:xfrm>
        </p:grpSpPr>
        <p:grpSp>
          <p:nvGrpSpPr>
            <p:cNvPr id="845" name="그룹 844">
              <a:extLst>
                <a:ext uri="{FF2B5EF4-FFF2-40B4-BE49-F238E27FC236}">
                  <a16:creationId xmlns:a16="http://schemas.microsoft.com/office/drawing/2014/main" id="{3C713A42-8835-0C2E-550C-CFD1DD6EB04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48" name="직선 연결선 322">
                <a:extLst>
                  <a:ext uri="{FF2B5EF4-FFF2-40B4-BE49-F238E27FC236}">
                    <a16:creationId xmlns:a16="http://schemas.microsoft.com/office/drawing/2014/main" id="{FA9533A9-81D6-1034-BD2C-D83008DB2C7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0" name="직선 연결선 323">
                <a:extLst>
                  <a:ext uri="{FF2B5EF4-FFF2-40B4-BE49-F238E27FC236}">
                    <a16:creationId xmlns:a16="http://schemas.microsoft.com/office/drawing/2014/main" id="{D2036DCB-89CC-7C51-BA85-6C0B4062DF3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1" name="직선 연결선 324">
                <a:extLst>
                  <a:ext uri="{FF2B5EF4-FFF2-40B4-BE49-F238E27FC236}">
                    <a16:creationId xmlns:a16="http://schemas.microsoft.com/office/drawing/2014/main" id="{69EB7F9D-03F7-69CD-FD1A-063AC4075BE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46" name="직선 연결선 326">
              <a:extLst>
                <a:ext uri="{FF2B5EF4-FFF2-40B4-BE49-F238E27FC236}">
                  <a16:creationId xmlns:a16="http://schemas.microsoft.com/office/drawing/2014/main" id="{9E632AE8-46EF-A3ED-4471-84DE5542104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7" name="타원 846">
              <a:extLst>
                <a:ext uri="{FF2B5EF4-FFF2-40B4-BE49-F238E27FC236}">
                  <a16:creationId xmlns:a16="http://schemas.microsoft.com/office/drawing/2014/main" id="{E58EF919-68F6-F7E4-9E0C-10E61E14C70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56" name="그룹 855">
            <a:extLst>
              <a:ext uri="{FF2B5EF4-FFF2-40B4-BE49-F238E27FC236}">
                <a16:creationId xmlns:a16="http://schemas.microsoft.com/office/drawing/2014/main" id="{5223E1BB-1852-3510-95D3-A063FFBD3BF4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226254" y="3747042"/>
            <a:ext cx="148067" cy="108000"/>
            <a:chOff x="7409659" y="2902132"/>
            <a:chExt cx="317047" cy="239471"/>
          </a:xfrm>
        </p:grpSpPr>
        <p:grpSp>
          <p:nvGrpSpPr>
            <p:cNvPr id="857" name="그룹 856">
              <a:extLst>
                <a:ext uri="{FF2B5EF4-FFF2-40B4-BE49-F238E27FC236}">
                  <a16:creationId xmlns:a16="http://schemas.microsoft.com/office/drawing/2014/main" id="{FD643830-7252-BA42-0FDD-6BE84467C63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63" name="직선 연결선 322">
                <a:extLst>
                  <a:ext uri="{FF2B5EF4-FFF2-40B4-BE49-F238E27FC236}">
                    <a16:creationId xmlns:a16="http://schemas.microsoft.com/office/drawing/2014/main" id="{97E4EC4F-4771-B74D-D5E8-8CC313A0C6C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4" name="직선 연결선 323">
                <a:extLst>
                  <a:ext uri="{FF2B5EF4-FFF2-40B4-BE49-F238E27FC236}">
                    <a16:creationId xmlns:a16="http://schemas.microsoft.com/office/drawing/2014/main" id="{47C135F2-7644-2AB3-B0C7-19D45EC7221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5" name="직선 연결선 324">
                <a:extLst>
                  <a:ext uri="{FF2B5EF4-FFF2-40B4-BE49-F238E27FC236}">
                    <a16:creationId xmlns:a16="http://schemas.microsoft.com/office/drawing/2014/main" id="{1706871B-505C-50E8-52E8-BE2CBF834C8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59" name="직선 연결선 326">
              <a:extLst>
                <a:ext uri="{FF2B5EF4-FFF2-40B4-BE49-F238E27FC236}">
                  <a16:creationId xmlns:a16="http://schemas.microsoft.com/office/drawing/2014/main" id="{020C7910-176B-F1DF-4DCF-BBE62653B21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60" name="타원 859">
              <a:extLst>
                <a:ext uri="{FF2B5EF4-FFF2-40B4-BE49-F238E27FC236}">
                  <a16:creationId xmlns:a16="http://schemas.microsoft.com/office/drawing/2014/main" id="{AEDE31E2-62BE-FFC8-78A6-9374110F2F0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75" name="그룹 874">
            <a:extLst>
              <a:ext uri="{FF2B5EF4-FFF2-40B4-BE49-F238E27FC236}">
                <a16:creationId xmlns:a16="http://schemas.microsoft.com/office/drawing/2014/main" id="{4D4A8D61-D7FA-EEB0-E627-3A7C93671BB2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68747" y="5955362"/>
            <a:ext cx="148067" cy="108000"/>
            <a:chOff x="7409659" y="2902132"/>
            <a:chExt cx="317047" cy="239471"/>
          </a:xfrm>
        </p:grpSpPr>
        <p:grpSp>
          <p:nvGrpSpPr>
            <p:cNvPr id="877" name="그룹 876">
              <a:extLst>
                <a:ext uri="{FF2B5EF4-FFF2-40B4-BE49-F238E27FC236}">
                  <a16:creationId xmlns:a16="http://schemas.microsoft.com/office/drawing/2014/main" id="{B7A2E107-14A2-5AD0-8DBA-3908B77ACFB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81" name="직선 연결선 322">
                <a:extLst>
                  <a:ext uri="{FF2B5EF4-FFF2-40B4-BE49-F238E27FC236}">
                    <a16:creationId xmlns:a16="http://schemas.microsoft.com/office/drawing/2014/main" id="{BF9A0603-A1D3-042A-0F94-22015D632C3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2" name="직선 연결선 323">
                <a:extLst>
                  <a:ext uri="{FF2B5EF4-FFF2-40B4-BE49-F238E27FC236}">
                    <a16:creationId xmlns:a16="http://schemas.microsoft.com/office/drawing/2014/main" id="{45A2EF7B-7DA2-D6D2-02CA-F031C0DE1CC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4" name="직선 연결선 324">
                <a:extLst>
                  <a:ext uri="{FF2B5EF4-FFF2-40B4-BE49-F238E27FC236}">
                    <a16:creationId xmlns:a16="http://schemas.microsoft.com/office/drawing/2014/main" id="{45EBC2A3-2E2F-BD7C-CCD8-14B520D9747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78" name="직선 연결선 326">
              <a:extLst>
                <a:ext uri="{FF2B5EF4-FFF2-40B4-BE49-F238E27FC236}">
                  <a16:creationId xmlns:a16="http://schemas.microsoft.com/office/drawing/2014/main" id="{A9D2B0B4-1C29-3B51-561A-131B3409C2F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80" name="타원 879">
              <a:extLst>
                <a:ext uri="{FF2B5EF4-FFF2-40B4-BE49-F238E27FC236}">
                  <a16:creationId xmlns:a16="http://schemas.microsoft.com/office/drawing/2014/main" id="{8F1D008A-8695-B82E-A275-657C529DB86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885" name="직선 연결선 351">
            <a:extLst>
              <a:ext uri="{FF2B5EF4-FFF2-40B4-BE49-F238E27FC236}">
                <a16:creationId xmlns:a16="http://schemas.microsoft.com/office/drawing/2014/main" id="{72453A85-E381-2551-17DD-53714B832884}"/>
              </a:ext>
            </a:extLst>
          </p:cNvPr>
          <p:cNvCxnSpPr>
            <a:cxnSpLocks/>
          </p:cNvCxnSpPr>
          <p:nvPr/>
        </p:nvCxnSpPr>
        <p:spPr>
          <a:xfrm>
            <a:off x="3955710" y="597732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9" name="직선 연결선 351">
            <a:extLst>
              <a:ext uri="{FF2B5EF4-FFF2-40B4-BE49-F238E27FC236}">
                <a16:creationId xmlns:a16="http://schemas.microsoft.com/office/drawing/2014/main" id="{B5F3044C-36CD-0CAE-EB23-17F2C4CB5B5F}"/>
              </a:ext>
            </a:extLst>
          </p:cNvPr>
          <p:cNvCxnSpPr>
            <a:cxnSpLocks/>
          </p:cNvCxnSpPr>
          <p:nvPr/>
        </p:nvCxnSpPr>
        <p:spPr>
          <a:xfrm>
            <a:off x="3821190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0" name="직선 연결선 351">
            <a:extLst>
              <a:ext uri="{FF2B5EF4-FFF2-40B4-BE49-F238E27FC236}">
                <a16:creationId xmlns:a16="http://schemas.microsoft.com/office/drawing/2014/main" id="{1BA5443A-D745-5F99-D9AB-335557BDE792}"/>
              </a:ext>
            </a:extLst>
          </p:cNvPr>
          <p:cNvCxnSpPr>
            <a:cxnSpLocks/>
          </p:cNvCxnSpPr>
          <p:nvPr/>
        </p:nvCxnSpPr>
        <p:spPr>
          <a:xfrm>
            <a:off x="3821190" y="55272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3" name="직선 연결선 351">
            <a:extLst>
              <a:ext uri="{FF2B5EF4-FFF2-40B4-BE49-F238E27FC236}">
                <a16:creationId xmlns:a16="http://schemas.microsoft.com/office/drawing/2014/main" id="{F0ACD5D2-2111-3175-C046-53184FC78301}"/>
              </a:ext>
            </a:extLst>
          </p:cNvPr>
          <p:cNvCxnSpPr>
            <a:cxnSpLocks/>
          </p:cNvCxnSpPr>
          <p:nvPr/>
        </p:nvCxnSpPr>
        <p:spPr>
          <a:xfrm>
            <a:off x="4094229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0" name="직선 연결선 351">
            <a:extLst>
              <a:ext uri="{FF2B5EF4-FFF2-40B4-BE49-F238E27FC236}">
                <a16:creationId xmlns:a16="http://schemas.microsoft.com/office/drawing/2014/main" id="{684BCCEB-F96D-B907-9B45-C8218831845D}"/>
              </a:ext>
            </a:extLst>
          </p:cNvPr>
          <p:cNvCxnSpPr>
            <a:cxnSpLocks/>
          </p:cNvCxnSpPr>
          <p:nvPr/>
        </p:nvCxnSpPr>
        <p:spPr>
          <a:xfrm>
            <a:off x="4173906" y="598272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1" name="직선 연결선 351">
            <a:extLst>
              <a:ext uri="{FF2B5EF4-FFF2-40B4-BE49-F238E27FC236}">
                <a16:creationId xmlns:a16="http://schemas.microsoft.com/office/drawing/2014/main" id="{07D7E197-A078-9037-95AE-A5D3249E459E}"/>
              </a:ext>
            </a:extLst>
          </p:cNvPr>
          <p:cNvCxnSpPr>
            <a:cxnSpLocks/>
          </p:cNvCxnSpPr>
          <p:nvPr/>
        </p:nvCxnSpPr>
        <p:spPr>
          <a:xfrm>
            <a:off x="4263255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4" name="직선 연결선 351">
            <a:extLst>
              <a:ext uri="{FF2B5EF4-FFF2-40B4-BE49-F238E27FC236}">
                <a16:creationId xmlns:a16="http://schemas.microsoft.com/office/drawing/2014/main" id="{CA6D9977-B91C-7B84-C847-EB528D995F6F}"/>
              </a:ext>
            </a:extLst>
          </p:cNvPr>
          <p:cNvCxnSpPr>
            <a:cxnSpLocks/>
          </p:cNvCxnSpPr>
          <p:nvPr/>
        </p:nvCxnSpPr>
        <p:spPr>
          <a:xfrm>
            <a:off x="7976465" y="27318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36" name="그룹 1135">
            <a:extLst>
              <a:ext uri="{FF2B5EF4-FFF2-40B4-BE49-F238E27FC236}">
                <a16:creationId xmlns:a16="http://schemas.microsoft.com/office/drawing/2014/main" id="{6B10D58F-1D60-4357-2FA1-E9878170804D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707718" y="4523273"/>
            <a:ext cx="57088" cy="108000"/>
            <a:chOff x="7604467" y="2108611"/>
            <a:chExt cx="122239" cy="239471"/>
          </a:xfrm>
        </p:grpSpPr>
        <p:grpSp>
          <p:nvGrpSpPr>
            <p:cNvPr id="1137" name="그룹 1136">
              <a:extLst>
                <a:ext uri="{FF2B5EF4-FFF2-40B4-BE49-F238E27FC236}">
                  <a16:creationId xmlns:a16="http://schemas.microsoft.com/office/drawing/2014/main" id="{9CAF1232-C22F-E4F5-F474-F6AD47B2A6C4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39" name="직선 연결선 359">
                <a:extLst>
                  <a:ext uri="{FF2B5EF4-FFF2-40B4-BE49-F238E27FC236}">
                    <a16:creationId xmlns:a16="http://schemas.microsoft.com/office/drawing/2014/main" id="{114F66B5-A5CC-19AA-DBD3-3A4CFD7E82E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0" name="직선 연결선 360">
                <a:extLst>
                  <a:ext uri="{FF2B5EF4-FFF2-40B4-BE49-F238E27FC236}">
                    <a16:creationId xmlns:a16="http://schemas.microsoft.com/office/drawing/2014/main" id="{F27F921E-6FCF-F9A3-C087-123B4886F0C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1" name="직선 연결선 361">
                <a:extLst>
                  <a:ext uri="{FF2B5EF4-FFF2-40B4-BE49-F238E27FC236}">
                    <a16:creationId xmlns:a16="http://schemas.microsoft.com/office/drawing/2014/main" id="{210B87BD-C5BD-77E9-BB4B-3ECE3079239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8" name="직선 연결선 363">
              <a:extLst>
                <a:ext uri="{FF2B5EF4-FFF2-40B4-BE49-F238E27FC236}">
                  <a16:creationId xmlns:a16="http://schemas.microsoft.com/office/drawing/2014/main" id="{7141A8B7-3B5C-C71B-DEF6-D68364AAE52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42" name="직선 연결선 351">
            <a:extLst>
              <a:ext uri="{FF2B5EF4-FFF2-40B4-BE49-F238E27FC236}">
                <a16:creationId xmlns:a16="http://schemas.microsoft.com/office/drawing/2014/main" id="{CA7D41E7-C942-736F-9111-04A1004057E0}"/>
              </a:ext>
            </a:extLst>
          </p:cNvPr>
          <p:cNvCxnSpPr>
            <a:cxnSpLocks/>
          </p:cNvCxnSpPr>
          <p:nvPr/>
        </p:nvCxnSpPr>
        <p:spPr>
          <a:xfrm>
            <a:off x="4442780" y="283966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2" name="직선 연결선 351">
            <a:extLst>
              <a:ext uri="{FF2B5EF4-FFF2-40B4-BE49-F238E27FC236}">
                <a16:creationId xmlns:a16="http://schemas.microsoft.com/office/drawing/2014/main" id="{C31632A6-A814-54C8-476C-FD189C50D857}"/>
              </a:ext>
            </a:extLst>
          </p:cNvPr>
          <p:cNvCxnSpPr>
            <a:cxnSpLocks/>
          </p:cNvCxnSpPr>
          <p:nvPr/>
        </p:nvCxnSpPr>
        <p:spPr>
          <a:xfrm>
            <a:off x="7980416" y="545198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9" name="직선 연결선 351">
            <a:extLst>
              <a:ext uri="{FF2B5EF4-FFF2-40B4-BE49-F238E27FC236}">
                <a16:creationId xmlns:a16="http://schemas.microsoft.com/office/drawing/2014/main" id="{0151C43B-9263-AC19-4A4E-0FFF0FDF2F7B}"/>
              </a:ext>
            </a:extLst>
          </p:cNvPr>
          <p:cNvCxnSpPr>
            <a:cxnSpLocks/>
          </p:cNvCxnSpPr>
          <p:nvPr/>
        </p:nvCxnSpPr>
        <p:spPr>
          <a:xfrm>
            <a:off x="7975450" y="329578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6" name="직선 연결선 351">
            <a:extLst>
              <a:ext uri="{FF2B5EF4-FFF2-40B4-BE49-F238E27FC236}">
                <a16:creationId xmlns:a16="http://schemas.microsoft.com/office/drawing/2014/main" id="{8B2D75FC-F53E-0714-FB13-425C1E9BCB7A}"/>
              </a:ext>
            </a:extLst>
          </p:cNvPr>
          <p:cNvCxnSpPr>
            <a:cxnSpLocks/>
          </p:cNvCxnSpPr>
          <p:nvPr/>
        </p:nvCxnSpPr>
        <p:spPr>
          <a:xfrm>
            <a:off x="2813490" y="31901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3" name="직선 연결선 351">
            <a:extLst>
              <a:ext uri="{FF2B5EF4-FFF2-40B4-BE49-F238E27FC236}">
                <a16:creationId xmlns:a16="http://schemas.microsoft.com/office/drawing/2014/main" id="{51EA91A2-F1D9-6903-7B1C-DBA23BC563C2}"/>
              </a:ext>
            </a:extLst>
          </p:cNvPr>
          <p:cNvCxnSpPr>
            <a:cxnSpLocks/>
          </p:cNvCxnSpPr>
          <p:nvPr/>
        </p:nvCxnSpPr>
        <p:spPr>
          <a:xfrm>
            <a:off x="3810317" y="250607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5" name="직선 연결선[R] 1174">
            <a:extLst>
              <a:ext uri="{FF2B5EF4-FFF2-40B4-BE49-F238E27FC236}">
                <a16:creationId xmlns:a16="http://schemas.microsoft.com/office/drawing/2014/main" id="{CE9F1CD1-7F52-2B19-5F1E-7ACB6619EF4F}"/>
              </a:ext>
            </a:extLst>
          </p:cNvPr>
          <p:cNvCxnSpPr>
            <a:cxnSpLocks/>
            <a:endCxn id="940" idx="3"/>
          </p:cNvCxnSpPr>
          <p:nvPr/>
        </p:nvCxnSpPr>
        <p:spPr>
          <a:xfrm flipH="1">
            <a:off x="3227490" y="2013431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직선 연결선[R] 1178">
            <a:extLst>
              <a:ext uri="{FF2B5EF4-FFF2-40B4-BE49-F238E27FC236}">
                <a16:creationId xmlns:a16="http://schemas.microsoft.com/office/drawing/2014/main" id="{0EACCD49-4AC9-AF7C-541F-36C293A474F4}"/>
              </a:ext>
            </a:extLst>
          </p:cNvPr>
          <p:cNvCxnSpPr>
            <a:cxnSpLocks/>
          </p:cNvCxnSpPr>
          <p:nvPr/>
        </p:nvCxnSpPr>
        <p:spPr>
          <a:xfrm flipV="1">
            <a:off x="4004630" y="2013431"/>
            <a:ext cx="0" cy="3280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직선 연결선 351">
            <a:extLst>
              <a:ext uri="{FF2B5EF4-FFF2-40B4-BE49-F238E27FC236}">
                <a16:creationId xmlns:a16="http://schemas.microsoft.com/office/drawing/2014/main" id="{06B221BA-2DAD-14B4-FAD3-8F789C5336C5}"/>
              </a:ext>
            </a:extLst>
          </p:cNvPr>
          <p:cNvCxnSpPr>
            <a:cxnSpLocks/>
          </p:cNvCxnSpPr>
          <p:nvPr/>
        </p:nvCxnSpPr>
        <p:spPr>
          <a:xfrm>
            <a:off x="395063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6" name="직선 연결선 351">
            <a:extLst>
              <a:ext uri="{FF2B5EF4-FFF2-40B4-BE49-F238E27FC236}">
                <a16:creationId xmlns:a16="http://schemas.microsoft.com/office/drawing/2014/main" id="{77CDC2DA-F1DD-7006-3040-C332A818B4E2}"/>
              </a:ext>
            </a:extLst>
          </p:cNvPr>
          <p:cNvCxnSpPr>
            <a:cxnSpLocks/>
          </p:cNvCxnSpPr>
          <p:nvPr/>
        </p:nvCxnSpPr>
        <p:spPr>
          <a:xfrm>
            <a:off x="1926187" y="194828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7" name="직선 연결선 351">
            <a:extLst>
              <a:ext uri="{FF2B5EF4-FFF2-40B4-BE49-F238E27FC236}">
                <a16:creationId xmlns:a16="http://schemas.microsoft.com/office/drawing/2014/main" id="{F8C3C4B6-6C35-EBC5-FAE3-8A395AD8CFDE}"/>
              </a:ext>
            </a:extLst>
          </p:cNvPr>
          <p:cNvCxnSpPr>
            <a:cxnSpLocks/>
          </p:cNvCxnSpPr>
          <p:nvPr/>
        </p:nvCxnSpPr>
        <p:spPr>
          <a:xfrm>
            <a:off x="408740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04" name="그룹 1203">
            <a:extLst>
              <a:ext uri="{FF2B5EF4-FFF2-40B4-BE49-F238E27FC236}">
                <a16:creationId xmlns:a16="http://schemas.microsoft.com/office/drawing/2014/main" id="{004B742A-BFFB-C4A8-75BB-FB4A5D67B3A7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796779" y="842668"/>
            <a:ext cx="148067" cy="108000"/>
            <a:chOff x="7409659" y="2902132"/>
            <a:chExt cx="317047" cy="239471"/>
          </a:xfrm>
        </p:grpSpPr>
        <p:grpSp>
          <p:nvGrpSpPr>
            <p:cNvPr id="1205" name="그룹 1204">
              <a:extLst>
                <a:ext uri="{FF2B5EF4-FFF2-40B4-BE49-F238E27FC236}">
                  <a16:creationId xmlns:a16="http://schemas.microsoft.com/office/drawing/2014/main" id="{D8AD3AC0-CEBB-32F9-3C1A-D9BF8BFCB41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08" name="직선 연결선 322">
                <a:extLst>
                  <a:ext uri="{FF2B5EF4-FFF2-40B4-BE49-F238E27FC236}">
                    <a16:creationId xmlns:a16="http://schemas.microsoft.com/office/drawing/2014/main" id="{C7C89EFD-4E5D-19DE-62C1-C8F1E7785D3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9" name="직선 연결선 323">
                <a:extLst>
                  <a:ext uri="{FF2B5EF4-FFF2-40B4-BE49-F238E27FC236}">
                    <a16:creationId xmlns:a16="http://schemas.microsoft.com/office/drawing/2014/main" id="{B03696E1-C61A-19CF-9763-E878C1EF880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0" name="직선 연결선 324">
                <a:extLst>
                  <a:ext uri="{FF2B5EF4-FFF2-40B4-BE49-F238E27FC236}">
                    <a16:creationId xmlns:a16="http://schemas.microsoft.com/office/drawing/2014/main" id="{3FA537FF-342B-1759-CC40-3DBD1C5EE73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06" name="직선 연결선 326">
              <a:extLst>
                <a:ext uri="{FF2B5EF4-FFF2-40B4-BE49-F238E27FC236}">
                  <a16:creationId xmlns:a16="http://schemas.microsoft.com/office/drawing/2014/main" id="{34D90DCA-5E2A-74AA-FFBD-0C854129E08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07" name="타원 1206">
              <a:extLst>
                <a:ext uri="{FF2B5EF4-FFF2-40B4-BE49-F238E27FC236}">
                  <a16:creationId xmlns:a16="http://schemas.microsoft.com/office/drawing/2014/main" id="{F073EEE0-E4A0-A78F-FF7B-048258AB1A9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18" name="직선 연결선 351">
            <a:extLst>
              <a:ext uri="{FF2B5EF4-FFF2-40B4-BE49-F238E27FC236}">
                <a16:creationId xmlns:a16="http://schemas.microsoft.com/office/drawing/2014/main" id="{7AAB218E-65A5-89B8-19C6-62C8FAD0FC98}"/>
              </a:ext>
            </a:extLst>
          </p:cNvPr>
          <p:cNvCxnSpPr>
            <a:cxnSpLocks/>
          </p:cNvCxnSpPr>
          <p:nvPr/>
        </p:nvCxnSpPr>
        <p:spPr>
          <a:xfrm>
            <a:off x="441738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20" name="그룹 1219">
            <a:extLst>
              <a:ext uri="{FF2B5EF4-FFF2-40B4-BE49-F238E27FC236}">
                <a16:creationId xmlns:a16="http://schemas.microsoft.com/office/drawing/2014/main" id="{2C40B96F-9D33-D72E-5B90-9B4B41C5790C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5593873" y="556495"/>
            <a:ext cx="148067" cy="108000"/>
            <a:chOff x="7409659" y="2902132"/>
            <a:chExt cx="317047" cy="239471"/>
          </a:xfrm>
        </p:grpSpPr>
        <p:grpSp>
          <p:nvGrpSpPr>
            <p:cNvPr id="1221" name="그룹 1220">
              <a:extLst>
                <a:ext uri="{FF2B5EF4-FFF2-40B4-BE49-F238E27FC236}">
                  <a16:creationId xmlns:a16="http://schemas.microsoft.com/office/drawing/2014/main" id="{453B9004-F162-9962-235A-69179C90DBF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24" name="직선 연결선 322">
                <a:extLst>
                  <a:ext uri="{FF2B5EF4-FFF2-40B4-BE49-F238E27FC236}">
                    <a16:creationId xmlns:a16="http://schemas.microsoft.com/office/drawing/2014/main" id="{C4A49F2B-AB97-4E39-8D3E-17B0C7E665F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5" name="직선 연결선 323">
                <a:extLst>
                  <a:ext uri="{FF2B5EF4-FFF2-40B4-BE49-F238E27FC236}">
                    <a16:creationId xmlns:a16="http://schemas.microsoft.com/office/drawing/2014/main" id="{98AEB133-9330-ED33-40ED-5992CCB43C9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6" name="직선 연결선 324">
                <a:extLst>
                  <a:ext uri="{FF2B5EF4-FFF2-40B4-BE49-F238E27FC236}">
                    <a16:creationId xmlns:a16="http://schemas.microsoft.com/office/drawing/2014/main" id="{6ED340A1-1B33-6DEF-DF2C-92731CFF10C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22" name="직선 연결선 326">
              <a:extLst>
                <a:ext uri="{FF2B5EF4-FFF2-40B4-BE49-F238E27FC236}">
                  <a16:creationId xmlns:a16="http://schemas.microsoft.com/office/drawing/2014/main" id="{34199BF1-E081-796F-9557-9F8E2BF8678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23" name="타원 1222">
              <a:extLst>
                <a:ext uri="{FF2B5EF4-FFF2-40B4-BE49-F238E27FC236}">
                  <a16:creationId xmlns:a16="http://schemas.microsoft.com/office/drawing/2014/main" id="{57E73EF1-E3F9-E03E-C1DA-DFD3E301211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35" name="직선 연결선 351">
            <a:extLst>
              <a:ext uri="{FF2B5EF4-FFF2-40B4-BE49-F238E27FC236}">
                <a16:creationId xmlns:a16="http://schemas.microsoft.com/office/drawing/2014/main" id="{9ECB9225-5C8B-65F6-F605-809F838A5280}"/>
              </a:ext>
            </a:extLst>
          </p:cNvPr>
          <p:cNvCxnSpPr>
            <a:cxnSpLocks/>
          </p:cNvCxnSpPr>
          <p:nvPr/>
        </p:nvCxnSpPr>
        <p:spPr>
          <a:xfrm>
            <a:off x="5252067" y="26706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2" name="직선 연결선 351">
            <a:extLst>
              <a:ext uri="{FF2B5EF4-FFF2-40B4-BE49-F238E27FC236}">
                <a16:creationId xmlns:a16="http://schemas.microsoft.com/office/drawing/2014/main" id="{C77C677C-4615-09C5-5DB7-43AC81249950}"/>
              </a:ext>
            </a:extLst>
          </p:cNvPr>
          <p:cNvCxnSpPr>
            <a:cxnSpLocks/>
          </p:cNvCxnSpPr>
          <p:nvPr/>
        </p:nvCxnSpPr>
        <p:spPr>
          <a:xfrm>
            <a:off x="425014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43" name="그룹 1242">
            <a:extLst>
              <a:ext uri="{FF2B5EF4-FFF2-40B4-BE49-F238E27FC236}">
                <a16:creationId xmlns:a16="http://schemas.microsoft.com/office/drawing/2014/main" id="{161ED4B9-DD65-25C0-4509-0CEAB0CE447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3864051"/>
            <a:ext cx="148067" cy="108000"/>
            <a:chOff x="7409659" y="2902132"/>
            <a:chExt cx="317047" cy="239471"/>
          </a:xfrm>
        </p:grpSpPr>
        <p:grpSp>
          <p:nvGrpSpPr>
            <p:cNvPr id="1244" name="그룹 1243">
              <a:extLst>
                <a:ext uri="{FF2B5EF4-FFF2-40B4-BE49-F238E27FC236}">
                  <a16:creationId xmlns:a16="http://schemas.microsoft.com/office/drawing/2014/main" id="{F9E3669C-5BC8-AFAB-57A0-0E14ED25287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47" name="직선 연결선 322">
                <a:extLst>
                  <a:ext uri="{FF2B5EF4-FFF2-40B4-BE49-F238E27FC236}">
                    <a16:creationId xmlns:a16="http://schemas.microsoft.com/office/drawing/2014/main" id="{80295C46-E370-3BD1-2144-277B5DA4144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8" name="직선 연결선 323">
                <a:extLst>
                  <a:ext uri="{FF2B5EF4-FFF2-40B4-BE49-F238E27FC236}">
                    <a16:creationId xmlns:a16="http://schemas.microsoft.com/office/drawing/2014/main" id="{A4AC8502-B58E-E56A-C9D1-317563B4E52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9" name="직선 연결선 324">
                <a:extLst>
                  <a:ext uri="{FF2B5EF4-FFF2-40B4-BE49-F238E27FC236}">
                    <a16:creationId xmlns:a16="http://schemas.microsoft.com/office/drawing/2014/main" id="{4B3B5E0D-045E-DDE1-10E8-D3165F92B84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45" name="직선 연결선 326">
              <a:extLst>
                <a:ext uri="{FF2B5EF4-FFF2-40B4-BE49-F238E27FC236}">
                  <a16:creationId xmlns:a16="http://schemas.microsoft.com/office/drawing/2014/main" id="{5AAB7F4A-A9A7-7A53-8659-CB03C33BC2B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46" name="타원 1245">
              <a:extLst>
                <a:ext uri="{FF2B5EF4-FFF2-40B4-BE49-F238E27FC236}">
                  <a16:creationId xmlns:a16="http://schemas.microsoft.com/office/drawing/2014/main" id="{7C07C3D6-6279-7FD8-F6AD-FAAA906956E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56" name="직선 연결선 351">
            <a:extLst>
              <a:ext uri="{FF2B5EF4-FFF2-40B4-BE49-F238E27FC236}">
                <a16:creationId xmlns:a16="http://schemas.microsoft.com/office/drawing/2014/main" id="{BFA25E7E-BDBB-D8A6-72C5-206B3BA38D9F}"/>
              </a:ext>
            </a:extLst>
          </p:cNvPr>
          <p:cNvCxnSpPr>
            <a:cxnSpLocks/>
          </p:cNvCxnSpPr>
          <p:nvPr/>
        </p:nvCxnSpPr>
        <p:spPr>
          <a:xfrm>
            <a:off x="1453624" y="420443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57" name="그룹 1256">
            <a:extLst>
              <a:ext uri="{FF2B5EF4-FFF2-40B4-BE49-F238E27FC236}">
                <a16:creationId xmlns:a16="http://schemas.microsoft.com/office/drawing/2014/main" id="{B16DD1E2-5991-E86C-C932-808B89A616E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2912" y="4619309"/>
            <a:ext cx="148067" cy="108000"/>
            <a:chOff x="7409659" y="2902132"/>
            <a:chExt cx="317047" cy="239471"/>
          </a:xfrm>
        </p:grpSpPr>
        <p:grpSp>
          <p:nvGrpSpPr>
            <p:cNvPr id="1258" name="그룹 1257">
              <a:extLst>
                <a:ext uri="{FF2B5EF4-FFF2-40B4-BE49-F238E27FC236}">
                  <a16:creationId xmlns:a16="http://schemas.microsoft.com/office/drawing/2014/main" id="{0EE4942A-B019-BF0A-D0B8-31E1623754C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61" name="직선 연결선 322">
                <a:extLst>
                  <a:ext uri="{FF2B5EF4-FFF2-40B4-BE49-F238E27FC236}">
                    <a16:creationId xmlns:a16="http://schemas.microsoft.com/office/drawing/2014/main" id="{D9178B49-B390-00A7-5CA2-677D06C2B01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2" name="직선 연결선 323">
                <a:extLst>
                  <a:ext uri="{FF2B5EF4-FFF2-40B4-BE49-F238E27FC236}">
                    <a16:creationId xmlns:a16="http://schemas.microsoft.com/office/drawing/2014/main" id="{6ADE83EA-657B-A566-F324-8A4497B592B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3" name="직선 연결선 324">
                <a:extLst>
                  <a:ext uri="{FF2B5EF4-FFF2-40B4-BE49-F238E27FC236}">
                    <a16:creationId xmlns:a16="http://schemas.microsoft.com/office/drawing/2014/main" id="{90CB269E-327A-4D4E-8807-66800E3FA7A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59" name="직선 연결선 326">
              <a:extLst>
                <a:ext uri="{FF2B5EF4-FFF2-40B4-BE49-F238E27FC236}">
                  <a16:creationId xmlns:a16="http://schemas.microsoft.com/office/drawing/2014/main" id="{CC4C85BF-FC8D-B022-8DC0-9E36C787A3E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60" name="타원 1259">
              <a:extLst>
                <a:ext uri="{FF2B5EF4-FFF2-40B4-BE49-F238E27FC236}">
                  <a16:creationId xmlns:a16="http://schemas.microsoft.com/office/drawing/2014/main" id="{2077E8D6-A782-E910-585D-DB76D6B4B98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265" name="그룹 1264">
            <a:extLst>
              <a:ext uri="{FF2B5EF4-FFF2-40B4-BE49-F238E27FC236}">
                <a16:creationId xmlns:a16="http://schemas.microsoft.com/office/drawing/2014/main" id="{8AC03DA2-04C1-C4C3-698A-790204F207B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79080" y="5413078"/>
            <a:ext cx="57088" cy="108000"/>
            <a:chOff x="7604467" y="2108611"/>
            <a:chExt cx="122239" cy="239471"/>
          </a:xfrm>
        </p:grpSpPr>
        <p:grpSp>
          <p:nvGrpSpPr>
            <p:cNvPr id="1266" name="그룹 1265">
              <a:extLst>
                <a:ext uri="{FF2B5EF4-FFF2-40B4-BE49-F238E27FC236}">
                  <a16:creationId xmlns:a16="http://schemas.microsoft.com/office/drawing/2014/main" id="{4D7DEC50-A5B7-F6FC-31E6-6275053E4DD6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68" name="직선 연결선 359">
                <a:extLst>
                  <a:ext uri="{FF2B5EF4-FFF2-40B4-BE49-F238E27FC236}">
                    <a16:creationId xmlns:a16="http://schemas.microsoft.com/office/drawing/2014/main" id="{3E5CEC9A-5184-0681-9407-F5675595F4F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9" name="직선 연결선 360">
                <a:extLst>
                  <a:ext uri="{FF2B5EF4-FFF2-40B4-BE49-F238E27FC236}">
                    <a16:creationId xmlns:a16="http://schemas.microsoft.com/office/drawing/2014/main" id="{F51D9FF9-8563-7B83-89D5-A5CEB6CD31A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0" name="직선 연결선 361">
                <a:extLst>
                  <a:ext uri="{FF2B5EF4-FFF2-40B4-BE49-F238E27FC236}">
                    <a16:creationId xmlns:a16="http://schemas.microsoft.com/office/drawing/2014/main" id="{0B323B12-90B2-CDA2-9E6E-D63D0852A9B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67" name="직선 연결선 363">
              <a:extLst>
                <a:ext uri="{FF2B5EF4-FFF2-40B4-BE49-F238E27FC236}">
                  <a16:creationId xmlns:a16="http://schemas.microsoft.com/office/drawing/2014/main" id="{FB6B960A-71E6-E0C1-CE81-1C09D51402E5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1" name="직선 연결선 351">
            <a:extLst>
              <a:ext uri="{FF2B5EF4-FFF2-40B4-BE49-F238E27FC236}">
                <a16:creationId xmlns:a16="http://schemas.microsoft.com/office/drawing/2014/main" id="{F7AEBFF2-148C-BDFA-A83F-226A1A3AFDCA}"/>
              </a:ext>
            </a:extLst>
          </p:cNvPr>
          <p:cNvCxnSpPr>
            <a:cxnSpLocks/>
          </p:cNvCxnSpPr>
          <p:nvPr/>
        </p:nvCxnSpPr>
        <p:spPr>
          <a:xfrm>
            <a:off x="1453624" y="507714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8" name="직선 연결선 351">
            <a:extLst>
              <a:ext uri="{FF2B5EF4-FFF2-40B4-BE49-F238E27FC236}">
                <a16:creationId xmlns:a16="http://schemas.microsoft.com/office/drawing/2014/main" id="{EDC83D8C-303D-2D22-C16B-C33E39F31D85}"/>
              </a:ext>
            </a:extLst>
          </p:cNvPr>
          <p:cNvCxnSpPr>
            <a:cxnSpLocks/>
          </p:cNvCxnSpPr>
          <p:nvPr/>
        </p:nvCxnSpPr>
        <p:spPr>
          <a:xfrm>
            <a:off x="1453624" y="623020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5" name="직선 연결선 351">
            <a:extLst>
              <a:ext uri="{FF2B5EF4-FFF2-40B4-BE49-F238E27FC236}">
                <a16:creationId xmlns:a16="http://schemas.microsoft.com/office/drawing/2014/main" id="{A617D34E-68F6-9000-82A0-1883D37B8E5B}"/>
              </a:ext>
            </a:extLst>
          </p:cNvPr>
          <p:cNvCxnSpPr>
            <a:cxnSpLocks/>
          </p:cNvCxnSpPr>
          <p:nvPr/>
        </p:nvCxnSpPr>
        <p:spPr>
          <a:xfrm>
            <a:off x="4406032" y="543951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2" name="직선 연결선 351">
            <a:extLst>
              <a:ext uri="{FF2B5EF4-FFF2-40B4-BE49-F238E27FC236}">
                <a16:creationId xmlns:a16="http://schemas.microsoft.com/office/drawing/2014/main" id="{0D6B27C2-6665-516C-1812-396B03F2DA46}"/>
              </a:ext>
            </a:extLst>
          </p:cNvPr>
          <p:cNvCxnSpPr>
            <a:cxnSpLocks/>
          </p:cNvCxnSpPr>
          <p:nvPr/>
        </p:nvCxnSpPr>
        <p:spPr>
          <a:xfrm>
            <a:off x="8155151" y="150527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9" name="직선 연결선 351">
            <a:extLst>
              <a:ext uri="{FF2B5EF4-FFF2-40B4-BE49-F238E27FC236}">
                <a16:creationId xmlns:a16="http://schemas.microsoft.com/office/drawing/2014/main" id="{8D815E3E-24C0-F876-B070-84C5CD774017}"/>
              </a:ext>
            </a:extLst>
          </p:cNvPr>
          <p:cNvCxnSpPr>
            <a:cxnSpLocks/>
          </p:cNvCxnSpPr>
          <p:nvPr/>
        </p:nvCxnSpPr>
        <p:spPr>
          <a:xfrm>
            <a:off x="6046313" y="507649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6" name="직선 연결선 351">
            <a:extLst>
              <a:ext uri="{FF2B5EF4-FFF2-40B4-BE49-F238E27FC236}">
                <a16:creationId xmlns:a16="http://schemas.microsoft.com/office/drawing/2014/main" id="{91E19D2F-AF34-BE32-124B-22A07C37F1BE}"/>
              </a:ext>
            </a:extLst>
          </p:cNvPr>
          <p:cNvCxnSpPr>
            <a:cxnSpLocks/>
          </p:cNvCxnSpPr>
          <p:nvPr/>
        </p:nvCxnSpPr>
        <p:spPr>
          <a:xfrm>
            <a:off x="4638973" y="5504834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3" name="직선 연결선 351">
            <a:extLst>
              <a:ext uri="{FF2B5EF4-FFF2-40B4-BE49-F238E27FC236}">
                <a16:creationId xmlns:a16="http://schemas.microsoft.com/office/drawing/2014/main" id="{68D95E0B-3741-0207-66D6-B34BE1F0011C}"/>
              </a:ext>
            </a:extLst>
          </p:cNvPr>
          <p:cNvCxnSpPr>
            <a:cxnSpLocks/>
          </p:cNvCxnSpPr>
          <p:nvPr/>
        </p:nvCxnSpPr>
        <p:spPr>
          <a:xfrm>
            <a:off x="4634661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5" name="직선 연결선[R] 1314">
            <a:extLst>
              <a:ext uri="{FF2B5EF4-FFF2-40B4-BE49-F238E27FC236}">
                <a16:creationId xmlns:a16="http://schemas.microsoft.com/office/drawing/2014/main" id="{0EF22673-62C5-F0CB-FC82-5320B206DCC7}"/>
              </a:ext>
            </a:extLst>
          </p:cNvPr>
          <p:cNvCxnSpPr>
            <a:cxnSpLocks/>
          </p:cNvCxnSpPr>
          <p:nvPr/>
        </p:nvCxnSpPr>
        <p:spPr>
          <a:xfrm flipV="1">
            <a:off x="8030465" y="1441717"/>
            <a:ext cx="0" cy="1218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직선 연결선[R] 1316">
            <a:extLst>
              <a:ext uri="{FF2B5EF4-FFF2-40B4-BE49-F238E27FC236}">
                <a16:creationId xmlns:a16="http://schemas.microsoft.com/office/drawing/2014/main" id="{B427E46E-F8A2-C165-F7CD-C3FE4FC32957}"/>
              </a:ext>
            </a:extLst>
          </p:cNvPr>
          <p:cNvCxnSpPr>
            <a:cxnSpLocks/>
          </p:cNvCxnSpPr>
          <p:nvPr/>
        </p:nvCxnSpPr>
        <p:spPr>
          <a:xfrm>
            <a:off x="5011387" y="1555668"/>
            <a:ext cx="301907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1" name="직선 연결선[R] 1320">
            <a:extLst>
              <a:ext uri="{FF2B5EF4-FFF2-40B4-BE49-F238E27FC236}">
                <a16:creationId xmlns:a16="http://schemas.microsoft.com/office/drawing/2014/main" id="{2B2C6772-47E8-C2CF-8AB0-938B7B6AB14B}"/>
              </a:ext>
            </a:extLst>
          </p:cNvPr>
          <p:cNvCxnSpPr>
            <a:cxnSpLocks/>
          </p:cNvCxnSpPr>
          <p:nvPr/>
        </p:nvCxnSpPr>
        <p:spPr>
          <a:xfrm flipH="1" flipV="1">
            <a:off x="5007981" y="1555668"/>
            <a:ext cx="1" cy="35161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5" name="직선 연결선 351">
            <a:extLst>
              <a:ext uri="{FF2B5EF4-FFF2-40B4-BE49-F238E27FC236}">
                <a16:creationId xmlns:a16="http://schemas.microsoft.com/office/drawing/2014/main" id="{53BB441E-0823-96AE-0F6C-B53B0D4D22EB}"/>
              </a:ext>
            </a:extLst>
          </p:cNvPr>
          <p:cNvCxnSpPr>
            <a:cxnSpLocks/>
          </p:cNvCxnSpPr>
          <p:nvPr/>
        </p:nvCxnSpPr>
        <p:spPr>
          <a:xfrm>
            <a:off x="7976465" y="150329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0F2DEECC-814A-5F0C-56D1-A1173B5917CF}"/>
              </a:ext>
            </a:extLst>
          </p:cNvPr>
          <p:cNvSpPr>
            <a:spLocks/>
          </p:cNvSpPr>
          <p:nvPr/>
        </p:nvSpPr>
        <p:spPr>
          <a:xfrm>
            <a:off x="8958860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F93A41E-C9EB-B182-27D2-0B4F97362AAC}"/>
              </a:ext>
            </a:extLst>
          </p:cNvPr>
          <p:cNvSpPr>
            <a:spLocks/>
          </p:cNvSpPr>
          <p:nvPr/>
        </p:nvSpPr>
        <p:spPr>
          <a:xfrm>
            <a:off x="8959411" y="4604040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master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" name="직선 연결선[R] 12">
            <a:extLst>
              <a:ext uri="{FF2B5EF4-FFF2-40B4-BE49-F238E27FC236}">
                <a16:creationId xmlns:a16="http://schemas.microsoft.com/office/drawing/2014/main" id="{0DD40D7A-7B57-59BB-DBC1-A16150F9227B}"/>
              </a:ext>
            </a:extLst>
          </p:cNvPr>
          <p:cNvCxnSpPr>
            <a:cxnSpLocks/>
            <a:stCxn id="2" idx="1"/>
            <a:endCxn id="794" idx="3"/>
          </p:cNvCxnSpPr>
          <p:nvPr/>
        </p:nvCxnSpPr>
        <p:spPr>
          <a:xfrm flipH="1">
            <a:off x="8588471" y="3924916"/>
            <a:ext cx="37038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[R] 16">
            <a:extLst>
              <a:ext uri="{FF2B5EF4-FFF2-40B4-BE49-F238E27FC236}">
                <a16:creationId xmlns:a16="http://schemas.microsoft.com/office/drawing/2014/main" id="{5BC19F30-925F-BA62-02CC-2B3E300F900B}"/>
              </a:ext>
            </a:extLst>
          </p:cNvPr>
          <p:cNvCxnSpPr>
            <a:cxnSpLocks/>
            <a:stCxn id="12" idx="1"/>
            <a:endCxn id="796" idx="3"/>
          </p:cNvCxnSpPr>
          <p:nvPr/>
        </p:nvCxnSpPr>
        <p:spPr>
          <a:xfrm flipH="1">
            <a:off x="8588471" y="4820040"/>
            <a:ext cx="370940" cy="10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[R] 40">
            <a:extLst>
              <a:ext uri="{FF2B5EF4-FFF2-40B4-BE49-F238E27FC236}">
                <a16:creationId xmlns:a16="http://schemas.microsoft.com/office/drawing/2014/main" id="{4AD16082-05E7-E23B-0E45-75FB788E6421}"/>
              </a:ext>
            </a:extLst>
          </p:cNvPr>
          <p:cNvCxnSpPr>
            <a:cxnSpLocks/>
            <a:stCxn id="12" idx="0"/>
            <a:endCxn id="2" idx="2"/>
          </p:cNvCxnSpPr>
          <p:nvPr/>
        </p:nvCxnSpPr>
        <p:spPr>
          <a:xfrm flipH="1" flipV="1">
            <a:off x="9318860" y="4140916"/>
            <a:ext cx="551" cy="46312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5" name="직선 연결선 351">
            <a:extLst>
              <a:ext uri="{FF2B5EF4-FFF2-40B4-BE49-F238E27FC236}">
                <a16:creationId xmlns:a16="http://schemas.microsoft.com/office/drawing/2014/main" id="{F72B79E6-D0A4-6AD7-4FA0-8D5786736C01}"/>
              </a:ext>
            </a:extLst>
          </p:cNvPr>
          <p:cNvCxnSpPr>
            <a:cxnSpLocks/>
          </p:cNvCxnSpPr>
          <p:nvPr/>
        </p:nvCxnSpPr>
        <p:spPr>
          <a:xfrm>
            <a:off x="8901748" y="386987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48" name="그룹 947">
            <a:extLst>
              <a:ext uri="{FF2B5EF4-FFF2-40B4-BE49-F238E27FC236}">
                <a16:creationId xmlns:a16="http://schemas.microsoft.com/office/drawing/2014/main" id="{EF45FF5E-183D-90AD-BF4D-9E132DCB90A3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9347" y="3870916"/>
            <a:ext cx="148067" cy="108000"/>
            <a:chOff x="7409659" y="2902132"/>
            <a:chExt cx="317047" cy="239471"/>
          </a:xfrm>
        </p:grpSpPr>
        <p:grpSp>
          <p:nvGrpSpPr>
            <p:cNvPr id="949" name="그룹 948">
              <a:extLst>
                <a:ext uri="{FF2B5EF4-FFF2-40B4-BE49-F238E27FC236}">
                  <a16:creationId xmlns:a16="http://schemas.microsoft.com/office/drawing/2014/main" id="{50E28069-3CFF-8996-DFAF-51B09522357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53" name="직선 연결선 322">
                <a:extLst>
                  <a:ext uri="{FF2B5EF4-FFF2-40B4-BE49-F238E27FC236}">
                    <a16:creationId xmlns:a16="http://schemas.microsoft.com/office/drawing/2014/main" id="{54572CDC-3DC8-D597-7C3B-E2FDC507096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5" name="직선 연결선 323">
                <a:extLst>
                  <a:ext uri="{FF2B5EF4-FFF2-40B4-BE49-F238E27FC236}">
                    <a16:creationId xmlns:a16="http://schemas.microsoft.com/office/drawing/2014/main" id="{9BB56A3A-C79F-CD16-8041-F81568CABD9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6" name="직선 연결선 324">
                <a:extLst>
                  <a:ext uri="{FF2B5EF4-FFF2-40B4-BE49-F238E27FC236}">
                    <a16:creationId xmlns:a16="http://schemas.microsoft.com/office/drawing/2014/main" id="{7A01E442-3152-967E-8EAB-C43C1D4372A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50" name="직선 연결선 326">
              <a:extLst>
                <a:ext uri="{FF2B5EF4-FFF2-40B4-BE49-F238E27FC236}">
                  <a16:creationId xmlns:a16="http://schemas.microsoft.com/office/drawing/2014/main" id="{407CCCDB-14B4-CADC-39EB-3C295AC5EF8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2" name="타원 951">
              <a:extLst>
                <a:ext uri="{FF2B5EF4-FFF2-40B4-BE49-F238E27FC236}">
                  <a16:creationId xmlns:a16="http://schemas.microsoft.com/office/drawing/2014/main" id="{287DBF34-38E7-373A-9AE9-5A88F3FC3AE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959" name="직선 연결선 351">
            <a:extLst>
              <a:ext uri="{FF2B5EF4-FFF2-40B4-BE49-F238E27FC236}">
                <a16:creationId xmlns:a16="http://schemas.microsoft.com/office/drawing/2014/main" id="{E7AED6EB-1B16-14B9-CDC6-749BD3C00D2A}"/>
              </a:ext>
            </a:extLst>
          </p:cNvPr>
          <p:cNvCxnSpPr>
            <a:cxnSpLocks/>
          </p:cNvCxnSpPr>
          <p:nvPr/>
        </p:nvCxnSpPr>
        <p:spPr>
          <a:xfrm>
            <a:off x="9265772" y="419395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71" name="그룹 970">
            <a:extLst>
              <a:ext uri="{FF2B5EF4-FFF2-40B4-BE49-F238E27FC236}">
                <a16:creationId xmlns:a16="http://schemas.microsoft.com/office/drawing/2014/main" id="{23D5094E-D422-A10B-5D0C-A8530949C68D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9292396" y="4515904"/>
            <a:ext cx="57088" cy="108000"/>
            <a:chOff x="7604467" y="2108611"/>
            <a:chExt cx="122239" cy="239471"/>
          </a:xfrm>
        </p:grpSpPr>
        <p:grpSp>
          <p:nvGrpSpPr>
            <p:cNvPr id="973" name="그룹 972">
              <a:extLst>
                <a:ext uri="{FF2B5EF4-FFF2-40B4-BE49-F238E27FC236}">
                  <a16:creationId xmlns:a16="http://schemas.microsoft.com/office/drawing/2014/main" id="{1E666AE8-F492-E073-7FCD-8136F642F811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08" name="직선 연결선 359">
                <a:extLst>
                  <a:ext uri="{FF2B5EF4-FFF2-40B4-BE49-F238E27FC236}">
                    <a16:creationId xmlns:a16="http://schemas.microsoft.com/office/drawing/2014/main" id="{071E19CA-1997-8336-F0E7-CA93FE638C0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9" name="직선 연결선 360">
                <a:extLst>
                  <a:ext uri="{FF2B5EF4-FFF2-40B4-BE49-F238E27FC236}">
                    <a16:creationId xmlns:a16="http://schemas.microsoft.com/office/drawing/2014/main" id="{9F579D54-82DB-F037-DC92-71893FAD381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0" name="직선 연결선 361">
                <a:extLst>
                  <a:ext uri="{FF2B5EF4-FFF2-40B4-BE49-F238E27FC236}">
                    <a16:creationId xmlns:a16="http://schemas.microsoft.com/office/drawing/2014/main" id="{C3C94D5E-4C65-4286-7900-37C013DEF30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06" name="직선 연결선 363">
              <a:extLst>
                <a:ext uri="{FF2B5EF4-FFF2-40B4-BE49-F238E27FC236}">
                  <a16:creationId xmlns:a16="http://schemas.microsoft.com/office/drawing/2014/main" id="{487BC711-158B-B6FA-3A6B-DB7D5E2EE8D3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44" name="그룹 1143">
            <a:extLst>
              <a:ext uri="{FF2B5EF4-FFF2-40B4-BE49-F238E27FC236}">
                <a16:creationId xmlns:a16="http://schemas.microsoft.com/office/drawing/2014/main" id="{C57284EF-ED5D-2446-8817-908122D1EA5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471" y="4767101"/>
            <a:ext cx="148067" cy="108000"/>
            <a:chOff x="7409659" y="2902132"/>
            <a:chExt cx="317047" cy="239471"/>
          </a:xfrm>
        </p:grpSpPr>
        <p:grpSp>
          <p:nvGrpSpPr>
            <p:cNvPr id="1145" name="그룹 1144">
              <a:extLst>
                <a:ext uri="{FF2B5EF4-FFF2-40B4-BE49-F238E27FC236}">
                  <a16:creationId xmlns:a16="http://schemas.microsoft.com/office/drawing/2014/main" id="{6FA64DE3-046F-17E6-894E-011B4F0346B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177" name="직선 연결선 322">
                <a:extLst>
                  <a:ext uri="{FF2B5EF4-FFF2-40B4-BE49-F238E27FC236}">
                    <a16:creationId xmlns:a16="http://schemas.microsoft.com/office/drawing/2014/main" id="{49F6C677-96F0-CC89-4992-C0B0E4D266E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8" name="직선 연결선 323">
                <a:extLst>
                  <a:ext uri="{FF2B5EF4-FFF2-40B4-BE49-F238E27FC236}">
                    <a16:creationId xmlns:a16="http://schemas.microsoft.com/office/drawing/2014/main" id="{3FE6ED80-ABFE-E4F8-AD6F-6CFCD2EBA69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0" name="직선 연결선 324">
                <a:extLst>
                  <a:ext uri="{FF2B5EF4-FFF2-40B4-BE49-F238E27FC236}">
                    <a16:creationId xmlns:a16="http://schemas.microsoft.com/office/drawing/2014/main" id="{4C0B76A1-3596-E440-E3D7-F1004A92683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74" name="직선 연결선 326">
              <a:extLst>
                <a:ext uri="{FF2B5EF4-FFF2-40B4-BE49-F238E27FC236}">
                  <a16:creationId xmlns:a16="http://schemas.microsoft.com/office/drawing/2014/main" id="{66559B08-8450-EC6C-95C8-1A68F0C3611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76" name="타원 1175">
              <a:extLst>
                <a:ext uri="{FF2B5EF4-FFF2-40B4-BE49-F238E27FC236}">
                  <a16:creationId xmlns:a16="http://schemas.microsoft.com/office/drawing/2014/main" id="{B69608D7-EF25-4702-4412-61085D79065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790" name="직선 연결선 351">
            <a:extLst>
              <a:ext uri="{FF2B5EF4-FFF2-40B4-BE49-F238E27FC236}">
                <a16:creationId xmlns:a16="http://schemas.microsoft.com/office/drawing/2014/main" id="{EA82251D-93B2-4FC1-ED22-A72C54B5CE69}"/>
              </a:ext>
            </a:extLst>
          </p:cNvPr>
          <p:cNvCxnSpPr>
            <a:cxnSpLocks/>
          </p:cNvCxnSpPr>
          <p:nvPr/>
        </p:nvCxnSpPr>
        <p:spPr>
          <a:xfrm>
            <a:off x="8908920" y="476710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1" name="직사각형 800">
            <a:extLst>
              <a:ext uri="{FF2B5EF4-FFF2-40B4-BE49-F238E27FC236}">
                <a16:creationId xmlns:a16="http://schemas.microsoft.com/office/drawing/2014/main" id="{5E0FA492-C8AC-730B-9D5F-967342B70DFA}"/>
              </a:ext>
            </a:extLst>
          </p:cNvPr>
          <p:cNvSpPr>
            <a:spLocks/>
          </p:cNvSpPr>
          <p:nvPr/>
        </p:nvSpPr>
        <p:spPr>
          <a:xfrm>
            <a:off x="6417494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07" name="직선 연결선[R] 806">
            <a:extLst>
              <a:ext uri="{FF2B5EF4-FFF2-40B4-BE49-F238E27FC236}">
                <a16:creationId xmlns:a16="http://schemas.microsoft.com/office/drawing/2014/main" id="{0368B8DF-99FC-3384-72D0-89DEA44363B5}"/>
              </a:ext>
            </a:extLst>
          </p:cNvPr>
          <p:cNvCxnSpPr>
            <a:cxnSpLocks/>
          </p:cNvCxnSpPr>
          <p:nvPr/>
        </p:nvCxnSpPr>
        <p:spPr>
          <a:xfrm flipH="1">
            <a:off x="6027906" y="211130"/>
            <a:ext cx="36888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3" name="그룹 852">
            <a:extLst>
              <a:ext uri="{FF2B5EF4-FFF2-40B4-BE49-F238E27FC236}">
                <a16:creationId xmlns:a16="http://schemas.microsoft.com/office/drawing/2014/main" id="{D0AC14E6-2CF3-CD89-87C4-3C3570F2786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6027906" y="157130"/>
            <a:ext cx="148067" cy="108000"/>
            <a:chOff x="7409659" y="2902132"/>
            <a:chExt cx="317047" cy="239471"/>
          </a:xfrm>
        </p:grpSpPr>
        <p:grpSp>
          <p:nvGrpSpPr>
            <p:cNvPr id="854" name="그룹 853">
              <a:extLst>
                <a:ext uri="{FF2B5EF4-FFF2-40B4-BE49-F238E27FC236}">
                  <a16:creationId xmlns:a16="http://schemas.microsoft.com/office/drawing/2014/main" id="{248FDD3B-C17A-EB4D-BC2B-91EADD97136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18" name="직선 연결선 322">
                <a:extLst>
                  <a:ext uri="{FF2B5EF4-FFF2-40B4-BE49-F238E27FC236}">
                    <a16:creationId xmlns:a16="http://schemas.microsoft.com/office/drawing/2014/main" id="{44D15118-9ADA-44AE-429C-548B585D6CB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19" name="직선 연결선 323">
                <a:extLst>
                  <a:ext uri="{FF2B5EF4-FFF2-40B4-BE49-F238E27FC236}">
                    <a16:creationId xmlns:a16="http://schemas.microsoft.com/office/drawing/2014/main" id="{DBB9C4D4-5DCA-A21D-F371-C50E3589B21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20" name="직선 연결선 324">
                <a:extLst>
                  <a:ext uri="{FF2B5EF4-FFF2-40B4-BE49-F238E27FC236}">
                    <a16:creationId xmlns:a16="http://schemas.microsoft.com/office/drawing/2014/main" id="{E4713120-BEFD-BE61-54CC-AED66BB5770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14" name="직선 연결선 326">
              <a:extLst>
                <a:ext uri="{FF2B5EF4-FFF2-40B4-BE49-F238E27FC236}">
                  <a16:creationId xmlns:a16="http://schemas.microsoft.com/office/drawing/2014/main" id="{24BDF459-FD54-B1CC-7E40-44ED7DFA619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16" name="타원 1315">
              <a:extLst>
                <a:ext uri="{FF2B5EF4-FFF2-40B4-BE49-F238E27FC236}">
                  <a16:creationId xmlns:a16="http://schemas.microsoft.com/office/drawing/2014/main" id="{1F3EC133-D230-1783-8DE2-210F904D672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22" name="직선 연결선 351">
            <a:extLst>
              <a:ext uri="{FF2B5EF4-FFF2-40B4-BE49-F238E27FC236}">
                <a16:creationId xmlns:a16="http://schemas.microsoft.com/office/drawing/2014/main" id="{F0C31533-8539-22C9-4076-9BF7B15BDA55}"/>
              </a:ext>
            </a:extLst>
          </p:cNvPr>
          <p:cNvCxnSpPr>
            <a:cxnSpLocks/>
          </p:cNvCxnSpPr>
          <p:nvPr/>
        </p:nvCxnSpPr>
        <p:spPr>
          <a:xfrm>
            <a:off x="6342679" y="16386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3" name="직사각형 1342">
            <a:extLst>
              <a:ext uri="{FF2B5EF4-FFF2-40B4-BE49-F238E27FC236}">
                <a16:creationId xmlns:a16="http://schemas.microsoft.com/office/drawing/2014/main" id="{DAD3EF2D-EFD3-1A0D-4F19-C01D291E04D1}"/>
              </a:ext>
            </a:extLst>
          </p:cNvPr>
          <p:cNvSpPr>
            <a:spLocks/>
          </p:cNvSpPr>
          <p:nvPr/>
        </p:nvSpPr>
        <p:spPr>
          <a:xfrm>
            <a:off x="6421325" y="584813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benefit</a:t>
            </a:r>
          </a:p>
        </p:txBody>
      </p:sp>
      <p:sp>
        <p:nvSpPr>
          <p:cNvPr id="1344" name="직사각형 1343">
            <a:extLst>
              <a:ext uri="{FF2B5EF4-FFF2-40B4-BE49-F238E27FC236}">
                <a16:creationId xmlns:a16="http://schemas.microsoft.com/office/drawing/2014/main" id="{B04FDE97-66B6-2B4E-AF0B-7047C08D74DC}"/>
              </a:ext>
            </a:extLst>
          </p:cNvPr>
          <p:cNvSpPr>
            <a:spLocks/>
          </p:cNvSpPr>
          <p:nvPr/>
        </p:nvSpPr>
        <p:spPr>
          <a:xfrm>
            <a:off x="6418531" y="1063587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condition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45" name="직선 연결선[R] 1344">
            <a:extLst>
              <a:ext uri="{FF2B5EF4-FFF2-40B4-BE49-F238E27FC236}">
                <a16:creationId xmlns:a16="http://schemas.microsoft.com/office/drawing/2014/main" id="{DC21B227-0625-1401-AB5C-F1122369E837}"/>
              </a:ext>
            </a:extLst>
          </p:cNvPr>
          <p:cNvCxnSpPr>
            <a:cxnSpLocks/>
          </p:cNvCxnSpPr>
          <p:nvPr/>
        </p:nvCxnSpPr>
        <p:spPr>
          <a:xfrm flipH="1">
            <a:off x="6027906" y="331152"/>
            <a:ext cx="2635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7" name="직선 연결선[R] 1346">
            <a:extLst>
              <a:ext uri="{FF2B5EF4-FFF2-40B4-BE49-F238E27FC236}">
                <a16:creationId xmlns:a16="http://schemas.microsoft.com/office/drawing/2014/main" id="{BF64368F-5B28-23EA-70B0-EAAA4C0A0F33}"/>
              </a:ext>
            </a:extLst>
          </p:cNvPr>
          <p:cNvCxnSpPr>
            <a:cxnSpLocks/>
            <a:stCxn id="1343" idx="1"/>
          </p:cNvCxnSpPr>
          <p:nvPr/>
        </p:nvCxnSpPr>
        <p:spPr>
          <a:xfrm flipH="1">
            <a:off x="6291470" y="800813"/>
            <a:ext cx="12985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0" name="직선 연결선[R] 1349">
            <a:extLst>
              <a:ext uri="{FF2B5EF4-FFF2-40B4-BE49-F238E27FC236}">
                <a16:creationId xmlns:a16="http://schemas.microsoft.com/office/drawing/2014/main" id="{36433C41-302E-33F7-3230-6286A82D515C}"/>
              </a:ext>
            </a:extLst>
          </p:cNvPr>
          <p:cNvCxnSpPr>
            <a:cxnSpLocks/>
          </p:cNvCxnSpPr>
          <p:nvPr/>
        </p:nvCxnSpPr>
        <p:spPr>
          <a:xfrm>
            <a:off x="6292415" y="345831"/>
            <a:ext cx="0" cy="45853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직선 연결선[R] 1356">
            <a:extLst>
              <a:ext uri="{FF2B5EF4-FFF2-40B4-BE49-F238E27FC236}">
                <a16:creationId xmlns:a16="http://schemas.microsoft.com/office/drawing/2014/main" id="{F4796A73-ACDC-A16B-30F2-825EE23A6241}"/>
              </a:ext>
            </a:extLst>
          </p:cNvPr>
          <p:cNvCxnSpPr>
            <a:cxnSpLocks/>
            <a:stCxn id="1344" idx="1"/>
          </p:cNvCxnSpPr>
          <p:nvPr/>
        </p:nvCxnSpPr>
        <p:spPr>
          <a:xfrm flipH="1">
            <a:off x="6211957" y="1279587"/>
            <a:ext cx="20657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직선 연결선[R] 1360">
            <a:extLst>
              <a:ext uri="{FF2B5EF4-FFF2-40B4-BE49-F238E27FC236}">
                <a16:creationId xmlns:a16="http://schemas.microsoft.com/office/drawing/2014/main" id="{5887936D-E8AB-D079-0AAA-8C4D49BC06A6}"/>
              </a:ext>
            </a:extLst>
          </p:cNvPr>
          <p:cNvCxnSpPr>
            <a:cxnSpLocks/>
          </p:cNvCxnSpPr>
          <p:nvPr/>
        </p:nvCxnSpPr>
        <p:spPr>
          <a:xfrm>
            <a:off x="6216215" y="457200"/>
            <a:ext cx="0" cy="8249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4" name="직선 연결선[R] 1363">
            <a:extLst>
              <a:ext uri="{FF2B5EF4-FFF2-40B4-BE49-F238E27FC236}">
                <a16:creationId xmlns:a16="http://schemas.microsoft.com/office/drawing/2014/main" id="{61062655-7DBB-9AC4-5B5E-D9C4B80F971C}"/>
              </a:ext>
            </a:extLst>
          </p:cNvPr>
          <p:cNvCxnSpPr>
            <a:cxnSpLocks/>
          </p:cNvCxnSpPr>
          <p:nvPr/>
        </p:nvCxnSpPr>
        <p:spPr>
          <a:xfrm flipH="1">
            <a:off x="6027906" y="448765"/>
            <a:ext cx="18902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66" name="그룹 1365">
            <a:extLst>
              <a:ext uri="{FF2B5EF4-FFF2-40B4-BE49-F238E27FC236}">
                <a16:creationId xmlns:a16="http://schemas.microsoft.com/office/drawing/2014/main" id="{08043D80-E49B-831F-1F55-F46ECA1F3A21}"/>
              </a:ext>
            </a:extLst>
          </p:cNvPr>
          <p:cNvGrpSpPr>
            <a:grpSpLocks noChangeAspect="1"/>
          </p:cNvGrpSpPr>
          <p:nvPr/>
        </p:nvGrpSpPr>
        <p:grpSpPr>
          <a:xfrm>
            <a:off x="6347363" y="746146"/>
            <a:ext cx="70242" cy="108000"/>
            <a:chOff x="7604467" y="2108611"/>
            <a:chExt cx="122239" cy="239471"/>
          </a:xfrm>
        </p:grpSpPr>
        <p:grpSp>
          <p:nvGrpSpPr>
            <p:cNvPr id="1367" name="그룹 1366">
              <a:extLst>
                <a:ext uri="{FF2B5EF4-FFF2-40B4-BE49-F238E27FC236}">
                  <a16:creationId xmlns:a16="http://schemas.microsoft.com/office/drawing/2014/main" id="{84C5C412-905A-631E-3B33-6397E548230E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69" name="직선 연결선 359">
                <a:extLst>
                  <a:ext uri="{FF2B5EF4-FFF2-40B4-BE49-F238E27FC236}">
                    <a16:creationId xmlns:a16="http://schemas.microsoft.com/office/drawing/2014/main" id="{5762F4FD-494F-EF34-E39D-98C91AC04E3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0" name="직선 연결선 360">
                <a:extLst>
                  <a:ext uri="{FF2B5EF4-FFF2-40B4-BE49-F238E27FC236}">
                    <a16:creationId xmlns:a16="http://schemas.microsoft.com/office/drawing/2014/main" id="{6907B98E-7FAB-4243-72A5-129FCE5FD63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1" name="직선 연결선 361">
                <a:extLst>
                  <a:ext uri="{FF2B5EF4-FFF2-40B4-BE49-F238E27FC236}">
                    <a16:creationId xmlns:a16="http://schemas.microsoft.com/office/drawing/2014/main" id="{B6708293-3F62-40DE-9F15-D38BE58FE55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68" name="직선 연결선 363">
              <a:extLst>
                <a:ext uri="{FF2B5EF4-FFF2-40B4-BE49-F238E27FC236}">
                  <a16:creationId xmlns:a16="http://schemas.microsoft.com/office/drawing/2014/main" id="{2F7617E9-5070-8BD0-9AF5-368FCEAD0F9C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72" name="그룹 1371">
            <a:extLst>
              <a:ext uri="{FF2B5EF4-FFF2-40B4-BE49-F238E27FC236}">
                <a16:creationId xmlns:a16="http://schemas.microsoft.com/office/drawing/2014/main" id="{384C3FA0-883A-A78D-0A44-14BFEDB28EB9}"/>
              </a:ext>
            </a:extLst>
          </p:cNvPr>
          <p:cNvGrpSpPr>
            <a:grpSpLocks noChangeAspect="1"/>
          </p:cNvGrpSpPr>
          <p:nvPr/>
        </p:nvGrpSpPr>
        <p:grpSpPr>
          <a:xfrm>
            <a:off x="6264787" y="1224761"/>
            <a:ext cx="148067" cy="108000"/>
            <a:chOff x="7409659" y="2902132"/>
            <a:chExt cx="317047" cy="239471"/>
          </a:xfrm>
        </p:grpSpPr>
        <p:grpSp>
          <p:nvGrpSpPr>
            <p:cNvPr id="1373" name="그룹 1372">
              <a:extLst>
                <a:ext uri="{FF2B5EF4-FFF2-40B4-BE49-F238E27FC236}">
                  <a16:creationId xmlns:a16="http://schemas.microsoft.com/office/drawing/2014/main" id="{C10976A3-7825-8A9B-19A3-C89660ADFC7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76" name="직선 연결선 322">
                <a:extLst>
                  <a:ext uri="{FF2B5EF4-FFF2-40B4-BE49-F238E27FC236}">
                    <a16:creationId xmlns:a16="http://schemas.microsoft.com/office/drawing/2014/main" id="{B072D485-4FA8-6A1E-EF85-C4B6F3E8125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7" name="직선 연결선 323">
                <a:extLst>
                  <a:ext uri="{FF2B5EF4-FFF2-40B4-BE49-F238E27FC236}">
                    <a16:creationId xmlns:a16="http://schemas.microsoft.com/office/drawing/2014/main" id="{8B96FB08-5F88-FC14-BB40-23F3D8EC548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8" name="직선 연결선 324">
                <a:extLst>
                  <a:ext uri="{FF2B5EF4-FFF2-40B4-BE49-F238E27FC236}">
                    <a16:creationId xmlns:a16="http://schemas.microsoft.com/office/drawing/2014/main" id="{273A5242-732C-0846-DFA3-9C057CEF46E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74" name="직선 연결선 326">
              <a:extLst>
                <a:ext uri="{FF2B5EF4-FFF2-40B4-BE49-F238E27FC236}">
                  <a16:creationId xmlns:a16="http://schemas.microsoft.com/office/drawing/2014/main" id="{8E9E9A1D-E27E-206F-A38C-677DA0F0D42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75" name="타원 1374">
              <a:extLst>
                <a:ext uri="{FF2B5EF4-FFF2-40B4-BE49-F238E27FC236}">
                  <a16:creationId xmlns:a16="http://schemas.microsoft.com/office/drawing/2014/main" id="{BA4A6FEA-D20F-F9FA-0A56-E1B5990060A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82" name="직선 연결선 351">
            <a:extLst>
              <a:ext uri="{FF2B5EF4-FFF2-40B4-BE49-F238E27FC236}">
                <a16:creationId xmlns:a16="http://schemas.microsoft.com/office/drawing/2014/main" id="{1C063B5C-0211-F489-10F1-762C12026D79}"/>
              </a:ext>
            </a:extLst>
          </p:cNvPr>
          <p:cNvCxnSpPr>
            <a:cxnSpLocks/>
          </p:cNvCxnSpPr>
          <p:nvPr/>
        </p:nvCxnSpPr>
        <p:spPr>
          <a:xfrm>
            <a:off x="6086060" y="26897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3" name="직선 연결선 351">
            <a:extLst>
              <a:ext uri="{FF2B5EF4-FFF2-40B4-BE49-F238E27FC236}">
                <a16:creationId xmlns:a16="http://schemas.microsoft.com/office/drawing/2014/main" id="{19E2A213-67AB-CF15-65BD-6FA10A49B70F}"/>
              </a:ext>
            </a:extLst>
          </p:cNvPr>
          <p:cNvCxnSpPr>
            <a:cxnSpLocks/>
          </p:cNvCxnSpPr>
          <p:nvPr/>
        </p:nvCxnSpPr>
        <p:spPr>
          <a:xfrm>
            <a:off x="6082746" y="39156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6" name="직사각형 1385">
            <a:extLst>
              <a:ext uri="{FF2B5EF4-FFF2-40B4-BE49-F238E27FC236}">
                <a16:creationId xmlns:a16="http://schemas.microsoft.com/office/drawing/2014/main" id="{A9D0D243-CFBA-C1CD-07E6-DEBADEF42CF3}"/>
              </a:ext>
            </a:extLst>
          </p:cNvPr>
          <p:cNvSpPr>
            <a:spLocks/>
          </p:cNvSpPr>
          <p:nvPr/>
        </p:nvSpPr>
        <p:spPr>
          <a:xfrm>
            <a:off x="1147624" y="276689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charge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7" name="직사각형 1386">
            <a:extLst>
              <a:ext uri="{FF2B5EF4-FFF2-40B4-BE49-F238E27FC236}">
                <a16:creationId xmlns:a16="http://schemas.microsoft.com/office/drawing/2014/main" id="{E3C16662-3EED-C4FF-FD9B-3FE6D9433EDD}"/>
              </a:ext>
            </a:extLst>
          </p:cNvPr>
          <p:cNvSpPr>
            <a:spLocks/>
          </p:cNvSpPr>
          <p:nvPr/>
        </p:nvSpPr>
        <p:spPr>
          <a:xfrm>
            <a:off x="1147624" y="128676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8" name="직사각형 1387">
            <a:extLst>
              <a:ext uri="{FF2B5EF4-FFF2-40B4-BE49-F238E27FC236}">
                <a16:creationId xmlns:a16="http://schemas.microsoft.com/office/drawing/2014/main" id="{C239A4CA-9A38-E1D5-DC50-513249CFE952}"/>
              </a:ext>
            </a:extLst>
          </p:cNvPr>
          <p:cNvSpPr>
            <a:spLocks/>
          </p:cNvSpPr>
          <p:nvPr/>
        </p:nvSpPr>
        <p:spPr>
          <a:xfrm>
            <a:off x="1147624" y="388624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92" name="직선 연결선[R] 1391">
            <a:extLst>
              <a:ext uri="{FF2B5EF4-FFF2-40B4-BE49-F238E27FC236}">
                <a16:creationId xmlns:a16="http://schemas.microsoft.com/office/drawing/2014/main" id="{5495E30A-623D-3C2E-867E-3F3C2671E278}"/>
              </a:ext>
            </a:extLst>
          </p:cNvPr>
          <p:cNvCxnSpPr>
            <a:cxnSpLocks/>
            <a:stCxn id="942" idx="1"/>
            <a:endCxn id="1388" idx="3"/>
          </p:cNvCxnSpPr>
          <p:nvPr/>
        </p:nvCxnSpPr>
        <p:spPr>
          <a:xfrm flipH="1">
            <a:off x="1867624" y="601719"/>
            <a:ext cx="64580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5" name="직선 연결선[R] 1394">
            <a:extLst>
              <a:ext uri="{FF2B5EF4-FFF2-40B4-BE49-F238E27FC236}">
                <a16:creationId xmlns:a16="http://schemas.microsoft.com/office/drawing/2014/main" id="{03B02FB8-5BD2-4A20-2C0E-015156ED46E2}"/>
              </a:ext>
            </a:extLst>
          </p:cNvPr>
          <p:cNvCxnSpPr>
            <a:cxnSpLocks/>
            <a:endCxn id="1386" idx="3"/>
          </p:cNvCxnSpPr>
          <p:nvPr/>
        </p:nvCxnSpPr>
        <p:spPr>
          <a:xfrm flipH="1">
            <a:off x="1867624" y="2982895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9" name="직선 연결선[R] 1398">
            <a:extLst>
              <a:ext uri="{FF2B5EF4-FFF2-40B4-BE49-F238E27FC236}">
                <a16:creationId xmlns:a16="http://schemas.microsoft.com/office/drawing/2014/main" id="{1C9DF0F1-0FFF-731F-B6A7-B379DEC1D310}"/>
              </a:ext>
            </a:extLst>
          </p:cNvPr>
          <p:cNvCxnSpPr>
            <a:cxnSpLocks/>
          </p:cNvCxnSpPr>
          <p:nvPr/>
        </p:nvCxnSpPr>
        <p:spPr>
          <a:xfrm flipV="1">
            <a:off x="4001010" y="2781100"/>
            <a:ext cx="0" cy="2083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4" name="그룹 1403">
            <a:extLst>
              <a:ext uri="{FF2B5EF4-FFF2-40B4-BE49-F238E27FC236}">
                <a16:creationId xmlns:a16="http://schemas.microsoft.com/office/drawing/2014/main" id="{5918EB44-D389-17DE-FAA1-25B4E54AA82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1876" y="2928960"/>
            <a:ext cx="57088" cy="108000"/>
            <a:chOff x="7604467" y="2108611"/>
            <a:chExt cx="122239" cy="239471"/>
          </a:xfrm>
        </p:grpSpPr>
        <p:grpSp>
          <p:nvGrpSpPr>
            <p:cNvPr id="1405" name="그룹 1404">
              <a:extLst>
                <a:ext uri="{FF2B5EF4-FFF2-40B4-BE49-F238E27FC236}">
                  <a16:creationId xmlns:a16="http://schemas.microsoft.com/office/drawing/2014/main" id="{AA17BCE3-03EE-135B-D954-CBD6EB8CD14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407" name="직선 연결선 359">
                <a:extLst>
                  <a:ext uri="{FF2B5EF4-FFF2-40B4-BE49-F238E27FC236}">
                    <a16:creationId xmlns:a16="http://schemas.microsoft.com/office/drawing/2014/main" id="{E3CB59FD-A0A4-FB1A-7789-1031A68B601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8" name="직선 연결선 360">
                <a:extLst>
                  <a:ext uri="{FF2B5EF4-FFF2-40B4-BE49-F238E27FC236}">
                    <a16:creationId xmlns:a16="http://schemas.microsoft.com/office/drawing/2014/main" id="{F81D7149-9521-3DE0-0D99-EDDB6A15D07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9" name="직선 연결선 361">
                <a:extLst>
                  <a:ext uri="{FF2B5EF4-FFF2-40B4-BE49-F238E27FC236}">
                    <a16:creationId xmlns:a16="http://schemas.microsoft.com/office/drawing/2014/main" id="{D926A1B4-DFB4-26D9-C550-67FF80E8E17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06" name="직선 연결선 363">
              <a:extLst>
                <a:ext uri="{FF2B5EF4-FFF2-40B4-BE49-F238E27FC236}">
                  <a16:creationId xmlns:a16="http://schemas.microsoft.com/office/drawing/2014/main" id="{6AC97BFA-E135-4F0D-290F-3360033B9CB5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10" name="직선 연결선 351">
            <a:extLst>
              <a:ext uri="{FF2B5EF4-FFF2-40B4-BE49-F238E27FC236}">
                <a16:creationId xmlns:a16="http://schemas.microsoft.com/office/drawing/2014/main" id="{0B93B2E4-0F1B-A69B-A8EB-4EC090AF4DC8}"/>
              </a:ext>
            </a:extLst>
          </p:cNvPr>
          <p:cNvCxnSpPr>
            <a:cxnSpLocks/>
          </p:cNvCxnSpPr>
          <p:nvPr/>
        </p:nvCxnSpPr>
        <p:spPr>
          <a:xfrm>
            <a:off x="3950630" y="285291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1" name="직선 연결선[R] 1410">
            <a:extLst>
              <a:ext uri="{FF2B5EF4-FFF2-40B4-BE49-F238E27FC236}">
                <a16:creationId xmlns:a16="http://schemas.microsoft.com/office/drawing/2014/main" id="{C992381D-68D3-1DA2-5893-616F29E90D63}"/>
              </a:ext>
            </a:extLst>
          </p:cNvPr>
          <p:cNvCxnSpPr>
            <a:cxnSpLocks/>
            <a:endCxn id="1387" idx="3"/>
          </p:cNvCxnSpPr>
          <p:nvPr/>
        </p:nvCxnSpPr>
        <p:spPr>
          <a:xfrm flipH="1">
            <a:off x="1867624" y="1502765"/>
            <a:ext cx="7443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4" name="직선 연결선[R] 1413">
            <a:extLst>
              <a:ext uri="{FF2B5EF4-FFF2-40B4-BE49-F238E27FC236}">
                <a16:creationId xmlns:a16="http://schemas.microsoft.com/office/drawing/2014/main" id="{9A00CC8C-650B-CC4E-CF7F-DB14D7311427}"/>
              </a:ext>
            </a:extLst>
          </p:cNvPr>
          <p:cNvCxnSpPr>
            <a:cxnSpLocks/>
          </p:cNvCxnSpPr>
          <p:nvPr/>
        </p:nvCxnSpPr>
        <p:spPr>
          <a:xfrm flipV="1">
            <a:off x="2610855" y="1504010"/>
            <a:ext cx="0" cy="2915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16" name="그룹 1415">
            <a:extLst>
              <a:ext uri="{FF2B5EF4-FFF2-40B4-BE49-F238E27FC236}">
                <a16:creationId xmlns:a16="http://schemas.microsoft.com/office/drawing/2014/main" id="{16B1D547-D5DA-E0F0-E236-00F7DB2381D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1447719"/>
            <a:ext cx="148067" cy="108000"/>
            <a:chOff x="7409659" y="2902132"/>
            <a:chExt cx="317047" cy="239471"/>
          </a:xfrm>
        </p:grpSpPr>
        <p:grpSp>
          <p:nvGrpSpPr>
            <p:cNvPr id="1417" name="그룹 1416">
              <a:extLst>
                <a:ext uri="{FF2B5EF4-FFF2-40B4-BE49-F238E27FC236}">
                  <a16:creationId xmlns:a16="http://schemas.microsoft.com/office/drawing/2014/main" id="{068FEC5B-737A-4097-3EF9-C5CE195C0C2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0" name="직선 연결선 322">
                <a:extLst>
                  <a:ext uri="{FF2B5EF4-FFF2-40B4-BE49-F238E27FC236}">
                    <a16:creationId xmlns:a16="http://schemas.microsoft.com/office/drawing/2014/main" id="{8284DEEE-C98A-58DD-82FB-F37BA1D035B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1" name="직선 연결선 323">
                <a:extLst>
                  <a:ext uri="{FF2B5EF4-FFF2-40B4-BE49-F238E27FC236}">
                    <a16:creationId xmlns:a16="http://schemas.microsoft.com/office/drawing/2014/main" id="{FC876D5E-59F1-0545-9F72-3163105305C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2" name="직선 연결선 324">
                <a:extLst>
                  <a:ext uri="{FF2B5EF4-FFF2-40B4-BE49-F238E27FC236}">
                    <a16:creationId xmlns:a16="http://schemas.microsoft.com/office/drawing/2014/main" id="{50CC3D30-3681-FD05-D10E-BAC9920A47B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18" name="직선 연결선 326">
              <a:extLst>
                <a:ext uri="{FF2B5EF4-FFF2-40B4-BE49-F238E27FC236}">
                  <a16:creationId xmlns:a16="http://schemas.microsoft.com/office/drawing/2014/main" id="{195EC01D-ACBD-9FCF-CBF6-3FCC5886A83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19" name="타원 1418">
              <a:extLst>
                <a:ext uri="{FF2B5EF4-FFF2-40B4-BE49-F238E27FC236}">
                  <a16:creationId xmlns:a16="http://schemas.microsoft.com/office/drawing/2014/main" id="{7B029DE2-D5BA-7885-0D78-7ED707D2252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23" name="직선 연결선 351">
            <a:extLst>
              <a:ext uri="{FF2B5EF4-FFF2-40B4-BE49-F238E27FC236}">
                <a16:creationId xmlns:a16="http://schemas.microsoft.com/office/drawing/2014/main" id="{CC3ECAF3-F59E-2133-7BE4-06563169D9A5}"/>
              </a:ext>
            </a:extLst>
          </p:cNvPr>
          <p:cNvCxnSpPr>
            <a:cxnSpLocks/>
          </p:cNvCxnSpPr>
          <p:nvPr/>
        </p:nvCxnSpPr>
        <p:spPr>
          <a:xfrm>
            <a:off x="2558461" y="1733591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4" name="직선 연결선 351">
            <a:extLst>
              <a:ext uri="{FF2B5EF4-FFF2-40B4-BE49-F238E27FC236}">
                <a16:creationId xmlns:a16="http://schemas.microsoft.com/office/drawing/2014/main" id="{4B01E5AB-A469-7B44-771B-12A3DFB42586}"/>
              </a:ext>
            </a:extLst>
          </p:cNvPr>
          <p:cNvCxnSpPr>
            <a:cxnSpLocks/>
          </p:cNvCxnSpPr>
          <p:nvPr/>
        </p:nvCxnSpPr>
        <p:spPr>
          <a:xfrm>
            <a:off x="2460249" y="54838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25" name="그룹 1424">
            <a:extLst>
              <a:ext uri="{FF2B5EF4-FFF2-40B4-BE49-F238E27FC236}">
                <a16:creationId xmlns:a16="http://schemas.microsoft.com/office/drawing/2014/main" id="{A31BC07E-C167-8706-3EC5-36A88C6B3BDE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551414"/>
            <a:ext cx="148067" cy="108000"/>
            <a:chOff x="7409659" y="2902132"/>
            <a:chExt cx="317047" cy="239471"/>
          </a:xfrm>
        </p:grpSpPr>
        <p:grpSp>
          <p:nvGrpSpPr>
            <p:cNvPr id="1426" name="그룹 1425">
              <a:extLst>
                <a:ext uri="{FF2B5EF4-FFF2-40B4-BE49-F238E27FC236}">
                  <a16:creationId xmlns:a16="http://schemas.microsoft.com/office/drawing/2014/main" id="{800FA730-836C-4F5C-25F0-5A34A61AAEA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9" name="직선 연결선 322">
                <a:extLst>
                  <a:ext uri="{FF2B5EF4-FFF2-40B4-BE49-F238E27FC236}">
                    <a16:creationId xmlns:a16="http://schemas.microsoft.com/office/drawing/2014/main" id="{44DD82D7-6900-E100-55A5-7F7C9BA33CD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0" name="직선 연결선 323">
                <a:extLst>
                  <a:ext uri="{FF2B5EF4-FFF2-40B4-BE49-F238E27FC236}">
                    <a16:creationId xmlns:a16="http://schemas.microsoft.com/office/drawing/2014/main" id="{037F391F-051D-8E81-ABC1-56AF6EEAA5F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1" name="직선 연결선 324">
                <a:extLst>
                  <a:ext uri="{FF2B5EF4-FFF2-40B4-BE49-F238E27FC236}">
                    <a16:creationId xmlns:a16="http://schemas.microsoft.com/office/drawing/2014/main" id="{2447F3BD-BF1C-0F8B-DA0B-63C21D622F3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7" name="직선 연결선 326">
              <a:extLst>
                <a:ext uri="{FF2B5EF4-FFF2-40B4-BE49-F238E27FC236}">
                  <a16:creationId xmlns:a16="http://schemas.microsoft.com/office/drawing/2014/main" id="{66653DBE-5F70-5584-BFC1-32B4B8EEDC4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28" name="타원 1427">
              <a:extLst>
                <a:ext uri="{FF2B5EF4-FFF2-40B4-BE49-F238E27FC236}">
                  <a16:creationId xmlns:a16="http://schemas.microsoft.com/office/drawing/2014/main" id="{DC199909-BA00-FD92-3C4F-F2DD344ABEA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32" name="직선 연결선[R] 1431">
            <a:extLst>
              <a:ext uri="{FF2B5EF4-FFF2-40B4-BE49-F238E27FC236}">
                <a16:creationId xmlns:a16="http://schemas.microsoft.com/office/drawing/2014/main" id="{D94A4570-7B16-8C3B-D515-3435AB1C12D4}"/>
              </a:ext>
            </a:extLst>
          </p:cNvPr>
          <p:cNvCxnSpPr>
            <a:cxnSpLocks/>
            <a:stCxn id="1388" idx="1"/>
          </p:cNvCxnSpPr>
          <p:nvPr/>
        </p:nvCxnSpPr>
        <p:spPr>
          <a:xfrm flipH="1">
            <a:off x="732692" y="604624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5" name="직선 연결선[R] 1434">
            <a:extLst>
              <a:ext uri="{FF2B5EF4-FFF2-40B4-BE49-F238E27FC236}">
                <a16:creationId xmlns:a16="http://schemas.microsoft.com/office/drawing/2014/main" id="{EF9693FB-64EE-8E67-A51C-9BD83E717763}"/>
              </a:ext>
            </a:extLst>
          </p:cNvPr>
          <p:cNvCxnSpPr>
            <a:cxnSpLocks/>
          </p:cNvCxnSpPr>
          <p:nvPr/>
        </p:nvCxnSpPr>
        <p:spPr>
          <a:xfrm flipV="1">
            <a:off x="733304" y="608711"/>
            <a:ext cx="0" cy="246859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8" name="직선 연결선[R] 1437">
            <a:extLst>
              <a:ext uri="{FF2B5EF4-FFF2-40B4-BE49-F238E27FC236}">
                <a16:creationId xmlns:a16="http://schemas.microsoft.com/office/drawing/2014/main" id="{1B69A5DC-12B4-1DA5-6904-5BA519996FC7}"/>
              </a:ext>
            </a:extLst>
          </p:cNvPr>
          <p:cNvCxnSpPr>
            <a:cxnSpLocks/>
          </p:cNvCxnSpPr>
          <p:nvPr/>
        </p:nvCxnSpPr>
        <p:spPr>
          <a:xfrm flipH="1">
            <a:off x="732692" y="3076680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41" name="그룹 1440">
            <a:extLst>
              <a:ext uri="{FF2B5EF4-FFF2-40B4-BE49-F238E27FC236}">
                <a16:creationId xmlns:a16="http://schemas.microsoft.com/office/drawing/2014/main" id="{8A002810-2894-26C6-EE90-6A1F03D1AC5D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548389"/>
            <a:ext cx="148067" cy="108000"/>
            <a:chOff x="7409659" y="2902132"/>
            <a:chExt cx="317047" cy="239471"/>
          </a:xfrm>
        </p:grpSpPr>
        <p:grpSp>
          <p:nvGrpSpPr>
            <p:cNvPr id="1442" name="그룹 1441">
              <a:extLst>
                <a:ext uri="{FF2B5EF4-FFF2-40B4-BE49-F238E27FC236}">
                  <a16:creationId xmlns:a16="http://schemas.microsoft.com/office/drawing/2014/main" id="{8481328D-B35B-DBE8-42FF-3A4F0DF62C6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45" name="직선 연결선 322">
                <a:extLst>
                  <a:ext uri="{FF2B5EF4-FFF2-40B4-BE49-F238E27FC236}">
                    <a16:creationId xmlns:a16="http://schemas.microsoft.com/office/drawing/2014/main" id="{6F1F8B78-B445-02C2-734C-4AB567C6FA1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6" name="직선 연결선 323">
                <a:extLst>
                  <a:ext uri="{FF2B5EF4-FFF2-40B4-BE49-F238E27FC236}">
                    <a16:creationId xmlns:a16="http://schemas.microsoft.com/office/drawing/2014/main" id="{3012D9EE-7578-E53A-FE6A-19E8B56E9D1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7" name="직선 연결선 324">
                <a:extLst>
                  <a:ext uri="{FF2B5EF4-FFF2-40B4-BE49-F238E27FC236}">
                    <a16:creationId xmlns:a16="http://schemas.microsoft.com/office/drawing/2014/main" id="{02162564-EEB9-3456-DEAE-24D45D9ABC2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43" name="직선 연결선 326">
              <a:extLst>
                <a:ext uri="{FF2B5EF4-FFF2-40B4-BE49-F238E27FC236}">
                  <a16:creationId xmlns:a16="http://schemas.microsoft.com/office/drawing/2014/main" id="{AE404D01-5FC8-2409-924F-DDFE41EA198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44" name="타원 1443">
              <a:extLst>
                <a:ext uri="{FF2B5EF4-FFF2-40B4-BE49-F238E27FC236}">
                  <a16:creationId xmlns:a16="http://schemas.microsoft.com/office/drawing/2014/main" id="{15D1A2EE-7E15-EA87-1C59-03EB00DF8CE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48" name="직선 연결선 351">
            <a:extLst>
              <a:ext uri="{FF2B5EF4-FFF2-40B4-BE49-F238E27FC236}">
                <a16:creationId xmlns:a16="http://schemas.microsoft.com/office/drawing/2014/main" id="{4E17150B-E167-3FA4-08DD-E31CDBF0F3DB}"/>
              </a:ext>
            </a:extLst>
          </p:cNvPr>
          <p:cNvCxnSpPr>
            <a:cxnSpLocks/>
          </p:cNvCxnSpPr>
          <p:nvPr/>
        </p:nvCxnSpPr>
        <p:spPr>
          <a:xfrm>
            <a:off x="1088088" y="303283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9" name="직선 연결선[R] 1448">
            <a:extLst>
              <a:ext uri="{FF2B5EF4-FFF2-40B4-BE49-F238E27FC236}">
                <a16:creationId xmlns:a16="http://schemas.microsoft.com/office/drawing/2014/main" id="{A5078682-5D1D-79A6-FC4B-26689F98F800}"/>
              </a:ext>
            </a:extLst>
          </p:cNvPr>
          <p:cNvCxnSpPr>
            <a:cxnSpLocks/>
            <a:stCxn id="1387" idx="0"/>
            <a:endCxn id="1388" idx="2"/>
          </p:cNvCxnSpPr>
          <p:nvPr/>
        </p:nvCxnSpPr>
        <p:spPr>
          <a:xfrm flipV="1">
            <a:off x="1507624" y="820624"/>
            <a:ext cx="0" cy="46614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2" name="그룹 1451">
            <a:extLst>
              <a:ext uri="{FF2B5EF4-FFF2-40B4-BE49-F238E27FC236}">
                <a16:creationId xmlns:a16="http://schemas.microsoft.com/office/drawing/2014/main" id="{C40C6F49-0E01-75B1-B4EC-DAA95DBCF51C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591" y="844765"/>
            <a:ext cx="148067" cy="108000"/>
            <a:chOff x="7409659" y="2902132"/>
            <a:chExt cx="317047" cy="239471"/>
          </a:xfrm>
        </p:grpSpPr>
        <p:grpSp>
          <p:nvGrpSpPr>
            <p:cNvPr id="1453" name="그룹 1452">
              <a:extLst>
                <a:ext uri="{FF2B5EF4-FFF2-40B4-BE49-F238E27FC236}">
                  <a16:creationId xmlns:a16="http://schemas.microsoft.com/office/drawing/2014/main" id="{E460177B-C9B9-C7E1-233E-0B16AD4E605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56" name="직선 연결선 322">
                <a:extLst>
                  <a:ext uri="{FF2B5EF4-FFF2-40B4-BE49-F238E27FC236}">
                    <a16:creationId xmlns:a16="http://schemas.microsoft.com/office/drawing/2014/main" id="{7B9D07B0-AB57-3AF3-43C3-8D85E0B44F8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7" name="직선 연결선 323">
                <a:extLst>
                  <a:ext uri="{FF2B5EF4-FFF2-40B4-BE49-F238E27FC236}">
                    <a16:creationId xmlns:a16="http://schemas.microsoft.com/office/drawing/2014/main" id="{47B7156C-68FF-6582-ECC9-A75AAADCABD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8" name="직선 연결선 324">
                <a:extLst>
                  <a:ext uri="{FF2B5EF4-FFF2-40B4-BE49-F238E27FC236}">
                    <a16:creationId xmlns:a16="http://schemas.microsoft.com/office/drawing/2014/main" id="{D8E42326-F6A0-5672-7C37-0E8B20178B5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54" name="직선 연결선 326">
              <a:extLst>
                <a:ext uri="{FF2B5EF4-FFF2-40B4-BE49-F238E27FC236}">
                  <a16:creationId xmlns:a16="http://schemas.microsoft.com/office/drawing/2014/main" id="{A381E22A-9665-9078-FB5C-F83BF2AE99C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55" name="타원 1454">
              <a:extLst>
                <a:ext uri="{FF2B5EF4-FFF2-40B4-BE49-F238E27FC236}">
                  <a16:creationId xmlns:a16="http://schemas.microsoft.com/office/drawing/2014/main" id="{411DB2BE-F993-499B-C9B6-FE54CE9DDF6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sp>
        <p:nvSpPr>
          <p:cNvPr id="1461" name="제목 1">
            <a:extLst>
              <a:ext uri="{FF2B5EF4-FFF2-40B4-BE49-F238E27FC236}">
                <a16:creationId xmlns:a16="http://schemas.microsoft.com/office/drawing/2014/main" id="{9029CB71-D28F-4CAC-1485-0D79D8D44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04" y="160360"/>
            <a:ext cx="496074" cy="654861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V2</a:t>
            </a:r>
            <a:endParaRPr lang="ko-KR" altLang="en-US" dirty="0"/>
          </a:p>
        </p:txBody>
      </p:sp>
      <p:grpSp>
        <p:nvGrpSpPr>
          <p:cNvPr id="1462" name="그룹 1461">
            <a:extLst>
              <a:ext uri="{FF2B5EF4-FFF2-40B4-BE49-F238E27FC236}">
                <a16:creationId xmlns:a16="http://schemas.microsoft.com/office/drawing/2014/main" id="{4A4B068A-F828-73E1-B9DC-6367C3E588A5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5593842" y="3576188"/>
            <a:ext cx="148067" cy="108000"/>
            <a:chOff x="7409659" y="2902132"/>
            <a:chExt cx="317047" cy="239471"/>
          </a:xfrm>
        </p:grpSpPr>
        <p:grpSp>
          <p:nvGrpSpPr>
            <p:cNvPr id="1463" name="그룹 1462">
              <a:extLst>
                <a:ext uri="{FF2B5EF4-FFF2-40B4-BE49-F238E27FC236}">
                  <a16:creationId xmlns:a16="http://schemas.microsoft.com/office/drawing/2014/main" id="{40E41D09-CEBB-0457-AF7D-04287CE783D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66" name="직선 연결선 322">
                <a:extLst>
                  <a:ext uri="{FF2B5EF4-FFF2-40B4-BE49-F238E27FC236}">
                    <a16:creationId xmlns:a16="http://schemas.microsoft.com/office/drawing/2014/main" id="{9371803A-1CDE-FC1A-0255-6598E89A53D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7" name="직선 연결선 323">
                <a:extLst>
                  <a:ext uri="{FF2B5EF4-FFF2-40B4-BE49-F238E27FC236}">
                    <a16:creationId xmlns:a16="http://schemas.microsoft.com/office/drawing/2014/main" id="{D473AF16-2E63-917E-3756-ABA9BCDB59A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8" name="직선 연결선 324">
                <a:extLst>
                  <a:ext uri="{FF2B5EF4-FFF2-40B4-BE49-F238E27FC236}">
                    <a16:creationId xmlns:a16="http://schemas.microsoft.com/office/drawing/2014/main" id="{79C39132-642A-FF60-1C1F-AF84E3C7A07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64" name="직선 연결선 326">
              <a:extLst>
                <a:ext uri="{FF2B5EF4-FFF2-40B4-BE49-F238E27FC236}">
                  <a16:creationId xmlns:a16="http://schemas.microsoft.com/office/drawing/2014/main" id="{68DA9CB6-8B6C-4576-A1C8-F868CBAC0E7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65" name="타원 1464">
              <a:extLst>
                <a:ext uri="{FF2B5EF4-FFF2-40B4-BE49-F238E27FC236}">
                  <a16:creationId xmlns:a16="http://schemas.microsoft.com/office/drawing/2014/main" id="{8C6B1FB8-B026-8FB2-0A42-4CCBFA6CB72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69" name="그룹 1468">
            <a:extLst>
              <a:ext uri="{FF2B5EF4-FFF2-40B4-BE49-F238E27FC236}">
                <a16:creationId xmlns:a16="http://schemas.microsoft.com/office/drawing/2014/main" id="{FD3FEDF8-0028-BB72-E1E3-1D61F433FC8F}"/>
              </a:ext>
            </a:extLst>
          </p:cNvPr>
          <p:cNvGrpSpPr>
            <a:grpSpLocks noChangeAspect="1"/>
          </p:cNvGrpSpPr>
          <p:nvPr/>
        </p:nvGrpSpPr>
        <p:grpSpPr>
          <a:xfrm>
            <a:off x="7715105" y="3870916"/>
            <a:ext cx="148067" cy="108000"/>
            <a:chOff x="7409659" y="2902132"/>
            <a:chExt cx="317047" cy="239471"/>
          </a:xfrm>
        </p:grpSpPr>
        <p:grpSp>
          <p:nvGrpSpPr>
            <p:cNvPr id="1470" name="그룹 1469">
              <a:extLst>
                <a:ext uri="{FF2B5EF4-FFF2-40B4-BE49-F238E27FC236}">
                  <a16:creationId xmlns:a16="http://schemas.microsoft.com/office/drawing/2014/main" id="{035D1AE8-C3FF-7ABA-0FCA-17EC0A42261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73" name="직선 연결선 322">
                <a:extLst>
                  <a:ext uri="{FF2B5EF4-FFF2-40B4-BE49-F238E27FC236}">
                    <a16:creationId xmlns:a16="http://schemas.microsoft.com/office/drawing/2014/main" id="{6EC1F391-86C3-0E3F-229F-F5751F40119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4" name="직선 연결선 323">
                <a:extLst>
                  <a:ext uri="{FF2B5EF4-FFF2-40B4-BE49-F238E27FC236}">
                    <a16:creationId xmlns:a16="http://schemas.microsoft.com/office/drawing/2014/main" id="{447291E9-B076-1496-881F-164605E71CF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5" name="직선 연결선 324">
                <a:extLst>
                  <a:ext uri="{FF2B5EF4-FFF2-40B4-BE49-F238E27FC236}">
                    <a16:creationId xmlns:a16="http://schemas.microsoft.com/office/drawing/2014/main" id="{FA911AA9-E897-FB33-4DD3-8138A9C7C9C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1" name="직선 연결선 326">
              <a:extLst>
                <a:ext uri="{FF2B5EF4-FFF2-40B4-BE49-F238E27FC236}">
                  <a16:creationId xmlns:a16="http://schemas.microsoft.com/office/drawing/2014/main" id="{6559E315-989C-BB21-A6A1-997469BA287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2" name="타원 1471">
              <a:extLst>
                <a:ext uri="{FF2B5EF4-FFF2-40B4-BE49-F238E27FC236}">
                  <a16:creationId xmlns:a16="http://schemas.microsoft.com/office/drawing/2014/main" id="{F464A638-EF9E-9CC0-1C61-852451B3320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76" name="그룹 1475">
            <a:extLst>
              <a:ext uri="{FF2B5EF4-FFF2-40B4-BE49-F238E27FC236}">
                <a16:creationId xmlns:a16="http://schemas.microsoft.com/office/drawing/2014/main" id="{E5C14F7D-717B-03A0-2ECE-C2644F5108D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3884" y="4477068"/>
            <a:ext cx="148067" cy="108000"/>
            <a:chOff x="7409659" y="2902132"/>
            <a:chExt cx="317047" cy="239471"/>
          </a:xfrm>
        </p:grpSpPr>
        <p:grpSp>
          <p:nvGrpSpPr>
            <p:cNvPr id="1477" name="그룹 1476">
              <a:extLst>
                <a:ext uri="{FF2B5EF4-FFF2-40B4-BE49-F238E27FC236}">
                  <a16:creationId xmlns:a16="http://schemas.microsoft.com/office/drawing/2014/main" id="{C47A2E08-DFD3-BF71-EE7F-483FF466069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0" name="직선 연결선 322">
                <a:extLst>
                  <a:ext uri="{FF2B5EF4-FFF2-40B4-BE49-F238E27FC236}">
                    <a16:creationId xmlns:a16="http://schemas.microsoft.com/office/drawing/2014/main" id="{16F9C3EF-4FED-272D-4F9D-0DF9CD1BCF6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1" name="직선 연결선 323">
                <a:extLst>
                  <a:ext uri="{FF2B5EF4-FFF2-40B4-BE49-F238E27FC236}">
                    <a16:creationId xmlns:a16="http://schemas.microsoft.com/office/drawing/2014/main" id="{4070440A-B488-3A8B-2400-A42462CC126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2" name="직선 연결선 324">
                <a:extLst>
                  <a:ext uri="{FF2B5EF4-FFF2-40B4-BE49-F238E27FC236}">
                    <a16:creationId xmlns:a16="http://schemas.microsoft.com/office/drawing/2014/main" id="{F9DC081C-AA7A-3B69-B482-0C77DCC2F5D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8" name="직선 연결선 326">
              <a:extLst>
                <a:ext uri="{FF2B5EF4-FFF2-40B4-BE49-F238E27FC236}">
                  <a16:creationId xmlns:a16="http://schemas.microsoft.com/office/drawing/2014/main" id="{3AF3B43A-05AA-6C52-3DB9-E2BC7E4396C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9" name="타원 1478">
              <a:extLst>
                <a:ext uri="{FF2B5EF4-FFF2-40B4-BE49-F238E27FC236}">
                  <a16:creationId xmlns:a16="http://schemas.microsoft.com/office/drawing/2014/main" id="{72FFA84D-B039-3205-5650-FED896754AD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83" name="그룹 1482">
            <a:extLst>
              <a:ext uri="{FF2B5EF4-FFF2-40B4-BE49-F238E27FC236}">
                <a16:creationId xmlns:a16="http://schemas.microsoft.com/office/drawing/2014/main" id="{FBD2BCDC-85A3-797D-E1CA-0CF325B8A2F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5" y="5374879"/>
            <a:ext cx="148067" cy="108000"/>
            <a:chOff x="7409659" y="2902132"/>
            <a:chExt cx="317047" cy="239471"/>
          </a:xfrm>
        </p:grpSpPr>
        <p:grpSp>
          <p:nvGrpSpPr>
            <p:cNvPr id="1484" name="그룹 1483">
              <a:extLst>
                <a:ext uri="{FF2B5EF4-FFF2-40B4-BE49-F238E27FC236}">
                  <a16:creationId xmlns:a16="http://schemas.microsoft.com/office/drawing/2014/main" id="{7D0C7DCE-BED3-DDB3-0E5C-2C37013DCDC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7" name="직선 연결선 322">
                <a:extLst>
                  <a:ext uri="{FF2B5EF4-FFF2-40B4-BE49-F238E27FC236}">
                    <a16:creationId xmlns:a16="http://schemas.microsoft.com/office/drawing/2014/main" id="{83F7FC11-A373-3B82-02E9-3A7AAC1F340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8" name="직선 연결선 323">
                <a:extLst>
                  <a:ext uri="{FF2B5EF4-FFF2-40B4-BE49-F238E27FC236}">
                    <a16:creationId xmlns:a16="http://schemas.microsoft.com/office/drawing/2014/main" id="{1217B935-CF7B-FDCA-E036-5145D8A2980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9" name="직선 연결선 324">
                <a:extLst>
                  <a:ext uri="{FF2B5EF4-FFF2-40B4-BE49-F238E27FC236}">
                    <a16:creationId xmlns:a16="http://schemas.microsoft.com/office/drawing/2014/main" id="{8C1459F3-F723-C511-2052-B71CC0B8C5F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85" name="직선 연결선 326">
              <a:extLst>
                <a:ext uri="{FF2B5EF4-FFF2-40B4-BE49-F238E27FC236}">
                  <a16:creationId xmlns:a16="http://schemas.microsoft.com/office/drawing/2014/main" id="{CA9D3288-A5AA-B7DD-D3FC-6D8484425ED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86" name="타원 1485">
              <a:extLst>
                <a:ext uri="{FF2B5EF4-FFF2-40B4-BE49-F238E27FC236}">
                  <a16:creationId xmlns:a16="http://schemas.microsoft.com/office/drawing/2014/main" id="{CF1C1FD2-5175-5668-4B28-24EA53197AB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1" name="그룹 1490">
            <a:extLst>
              <a:ext uri="{FF2B5EF4-FFF2-40B4-BE49-F238E27FC236}">
                <a16:creationId xmlns:a16="http://schemas.microsoft.com/office/drawing/2014/main" id="{D0D72DA3-09E6-D9EF-9633-FC802053EF3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5663052"/>
            <a:ext cx="148067" cy="108000"/>
            <a:chOff x="7409659" y="2902132"/>
            <a:chExt cx="317047" cy="239471"/>
          </a:xfrm>
        </p:grpSpPr>
        <p:grpSp>
          <p:nvGrpSpPr>
            <p:cNvPr id="1492" name="그룹 1491">
              <a:extLst>
                <a:ext uri="{FF2B5EF4-FFF2-40B4-BE49-F238E27FC236}">
                  <a16:creationId xmlns:a16="http://schemas.microsoft.com/office/drawing/2014/main" id="{741D0C56-0BB9-557C-5312-19F654F9042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95" name="직선 연결선 322">
                <a:extLst>
                  <a:ext uri="{FF2B5EF4-FFF2-40B4-BE49-F238E27FC236}">
                    <a16:creationId xmlns:a16="http://schemas.microsoft.com/office/drawing/2014/main" id="{21174F1B-8823-C798-3EF4-0B9CA3D649A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6" name="직선 연결선 323">
                <a:extLst>
                  <a:ext uri="{FF2B5EF4-FFF2-40B4-BE49-F238E27FC236}">
                    <a16:creationId xmlns:a16="http://schemas.microsoft.com/office/drawing/2014/main" id="{CD3CB3B5-7DFC-73ED-CF61-A3E31FAC87C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7" name="직선 연결선 324">
                <a:extLst>
                  <a:ext uri="{FF2B5EF4-FFF2-40B4-BE49-F238E27FC236}">
                    <a16:creationId xmlns:a16="http://schemas.microsoft.com/office/drawing/2014/main" id="{1E279D38-0F11-5652-89A0-FE16D5D0F7B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93" name="직선 연결선 326">
              <a:extLst>
                <a:ext uri="{FF2B5EF4-FFF2-40B4-BE49-F238E27FC236}">
                  <a16:creationId xmlns:a16="http://schemas.microsoft.com/office/drawing/2014/main" id="{7F1ADDC9-C113-203C-5A38-9665E2FD485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94" name="타원 1493">
              <a:extLst>
                <a:ext uri="{FF2B5EF4-FFF2-40B4-BE49-F238E27FC236}">
                  <a16:creationId xmlns:a16="http://schemas.microsoft.com/office/drawing/2014/main" id="{58841107-89AA-DC90-B582-C8EEE0BF8A6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8" name="그룹 1497">
            <a:extLst>
              <a:ext uri="{FF2B5EF4-FFF2-40B4-BE49-F238E27FC236}">
                <a16:creationId xmlns:a16="http://schemas.microsoft.com/office/drawing/2014/main" id="{83B97995-E553-1798-8744-40FDD7ACC33D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5780852"/>
            <a:ext cx="148067" cy="108000"/>
            <a:chOff x="7409659" y="2902132"/>
            <a:chExt cx="317047" cy="239471"/>
          </a:xfrm>
        </p:grpSpPr>
        <p:grpSp>
          <p:nvGrpSpPr>
            <p:cNvPr id="1499" name="그룹 1498">
              <a:extLst>
                <a:ext uri="{FF2B5EF4-FFF2-40B4-BE49-F238E27FC236}">
                  <a16:creationId xmlns:a16="http://schemas.microsoft.com/office/drawing/2014/main" id="{7B1E53CE-8568-2A49-8B12-C418B856730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02" name="직선 연결선 322">
                <a:extLst>
                  <a:ext uri="{FF2B5EF4-FFF2-40B4-BE49-F238E27FC236}">
                    <a16:creationId xmlns:a16="http://schemas.microsoft.com/office/drawing/2014/main" id="{6E6DF2C5-FC2D-7FC6-34C2-8A900B5EDFA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3" name="직선 연결선 323">
                <a:extLst>
                  <a:ext uri="{FF2B5EF4-FFF2-40B4-BE49-F238E27FC236}">
                    <a16:creationId xmlns:a16="http://schemas.microsoft.com/office/drawing/2014/main" id="{90E4E5B0-EC18-EAEA-0C95-097DDBCCC5A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4" name="직선 연결선 324">
                <a:extLst>
                  <a:ext uri="{FF2B5EF4-FFF2-40B4-BE49-F238E27FC236}">
                    <a16:creationId xmlns:a16="http://schemas.microsoft.com/office/drawing/2014/main" id="{5991C2B7-CC3F-8876-8039-93DB6462068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00" name="직선 연결선 326">
              <a:extLst>
                <a:ext uri="{FF2B5EF4-FFF2-40B4-BE49-F238E27FC236}">
                  <a16:creationId xmlns:a16="http://schemas.microsoft.com/office/drawing/2014/main" id="{D1DB8A0A-1AF2-5EDF-5399-55158D6631E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1" name="타원 1500">
              <a:extLst>
                <a:ext uri="{FF2B5EF4-FFF2-40B4-BE49-F238E27FC236}">
                  <a16:creationId xmlns:a16="http://schemas.microsoft.com/office/drawing/2014/main" id="{E2D3C1DA-647E-7B55-87C8-E65A5576C03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3" name="그룹 1512">
            <a:extLst>
              <a:ext uri="{FF2B5EF4-FFF2-40B4-BE49-F238E27FC236}">
                <a16:creationId xmlns:a16="http://schemas.microsoft.com/office/drawing/2014/main" id="{921551D7-25A5-193C-E809-0BB0F070F10D}"/>
              </a:ext>
            </a:extLst>
          </p:cNvPr>
          <p:cNvGrpSpPr/>
          <p:nvPr/>
        </p:nvGrpSpPr>
        <p:grpSpPr>
          <a:xfrm>
            <a:off x="5166275" y="3864653"/>
            <a:ext cx="90979" cy="106796"/>
            <a:chOff x="4947906" y="3396192"/>
            <a:chExt cx="90979" cy="106796"/>
          </a:xfrm>
        </p:grpSpPr>
        <p:cxnSp>
          <p:nvCxnSpPr>
            <p:cNvPr id="1508" name="직선 연결선 326">
              <a:extLst>
                <a:ext uri="{FF2B5EF4-FFF2-40B4-BE49-F238E27FC236}">
                  <a16:creationId xmlns:a16="http://schemas.microsoft.com/office/drawing/2014/main" id="{999D686D-5671-CF69-23E9-689262C5D88E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9" name="타원 1508">
              <a:extLst>
                <a:ext uri="{FF2B5EF4-FFF2-40B4-BE49-F238E27FC236}">
                  <a16:creationId xmlns:a16="http://schemas.microsoft.com/office/drawing/2014/main" id="{92E005C9-743C-7131-5EC3-7041F51FCAA9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7" name="그룹 1516">
            <a:extLst>
              <a:ext uri="{FF2B5EF4-FFF2-40B4-BE49-F238E27FC236}">
                <a16:creationId xmlns:a16="http://schemas.microsoft.com/office/drawing/2014/main" id="{9B5F9382-D914-3FF5-8B04-D03E487DD8C0}"/>
              </a:ext>
            </a:extLst>
          </p:cNvPr>
          <p:cNvGrpSpPr/>
          <p:nvPr/>
        </p:nvGrpSpPr>
        <p:grpSpPr>
          <a:xfrm rot="16200000">
            <a:off x="7983722" y="582314"/>
            <a:ext cx="90979" cy="106796"/>
            <a:chOff x="4947906" y="3396192"/>
            <a:chExt cx="90979" cy="106796"/>
          </a:xfrm>
        </p:grpSpPr>
        <p:cxnSp>
          <p:nvCxnSpPr>
            <p:cNvPr id="1518" name="직선 연결선 326">
              <a:extLst>
                <a:ext uri="{FF2B5EF4-FFF2-40B4-BE49-F238E27FC236}">
                  <a16:creationId xmlns:a16="http://schemas.microsoft.com/office/drawing/2014/main" id="{66F5FAD9-8A49-4DCE-F236-C630AF0335E7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19" name="타원 1518">
              <a:extLst>
                <a:ext uri="{FF2B5EF4-FFF2-40B4-BE49-F238E27FC236}">
                  <a16:creationId xmlns:a16="http://schemas.microsoft.com/office/drawing/2014/main" id="{B5F59A6B-BDDB-9963-998B-078408BB833E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0" name="그룹 1519">
            <a:extLst>
              <a:ext uri="{FF2B5EF4-FFF2-40B4-BE49-F238E27FC236}">
                <a16:creationId xmlns:a16="http://schemas.microsoft.com/office/drawing/2014/main" id="{838B8C88-5FBB-195B-1133-9A0137E37612}"/>
              </a:ext>
            </a:extLst>
          </p:cNvPr>
          <p:cNvGrpSpPr/>
          <p:nvPr/>
        </p:nvGrpSpPr>
        <p:grpSpPr>
          <a:xfrm rot="16200000">
            <a:off x="8396342" y="587799"/>
            <a:ext cx="90979" cy="106796"/>
            <a:chOff x="4947906" y="3396192"/>
            <a:chExt cx="90979" cy="106796"/>
          </a:xfrm>
        </p:grpSpPr>
        <p:cxnSp>
          <p:nvCxnSpPr>
            <p:cNvPr id="1521" name="직선 연결선 326">
              <a:extLst>
                <a:ext uri="{FF2B5EF4-FFF2-40B4-BE49-F238E27FC236}">
                  <a16:creationId xmlns:a16="http://schemas.microsoft.com/office/drawing/2014/main" id="{AD166555-1F59-FD41-6F21-7BDD90183F1C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2" name="타원 1521">
              <a:extLst>
                <a:ext uri="{FF2B5EF4-FFF2-40B4-BE49-F238E27FC236}">
                  <a16:creationId xmlns:a16="http://schemas.microsoft.com/office/drawing/2014/main" id="{77224A7C-5E1D-C199-B483-B677C0629319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3" name="그룹 1522">
            <a:extLst>
              <a:ext uri="{FF2B5EF4-FFF2-40B4-BE49-F238E27FC236}">
                <a16:creationId xmlns:a16="http://schemas.microsoft.com/office/drawing/2014/main" id="{6D058CB5-DBED-2F55-99DF-724A0F7BF691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1775186"/>
            <a:ext cx="148067" cy="108000"/>
            <a:chOff x="7409659" y="2902132"/>
            <a:chExt cx="317047" cy="239471"/>
          </a:xfrm>
        </p:grpSpPr>
        <p:grpSp>
          <p:nvGrpSpPr>
            <p:cNvPr id="1524" name="그룹 1523">
              <a:extLst>
                <a:ext uri="{FF2B5EF4-FFF2-40B4-BE49-F238E27FC236}">
                  <a16:creationId xmlns:a16="http://schemas.microsoft.com/office/drawing/2014/main" id="{CC87BCBC-8FE2-7432-E408-ED17FE36260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27" name="직선 연결선 322">
                <a:extLst>
                  <a:ext uri="{FF2B5EF4-FFF2-40B4-BE49-F238E27FC236}">
                    <a16:creationId xmlns:a16="http://schemas.microsoft.com/office/drawing/2014/main" id="{FE8F0146-8E3D-C2CD-814C-FCFF0185956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8" name="직선 연결선 323">
                <a:extLst>
                  <a:ext uri="{FF2B5EF4-FFF2-40B4-BE49-F238E27FC236}">
                    <a16:creationId xmlns:a16="http://schemas.microsoft.com/office/drawing/2014/main" id="{0A304602-8DE2-4026-0BDB-8D15D68DDD2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9" name="직선 연결선 324">
                <a:extLst>
                  <a:ext uri="{FF2B5EF4-FFF2-40B4-BE49-F238E27FC236}">
                    <a16:creationId xmlns:a16="http://schemas.microsoft.com/office/drawing/2014/main" id="{15F17248-F723-FA16-7CCC-ABEE90DF49D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25" name="직선 연결선 326">
              <a:extLst>
                <a:ext uri="{FF2B5EF4-FFF2-40B4-BE49-F238E27FC236}">
                  <a16:creationId xmlns:a16="http://schemas.microsoft.com/office/drawing/2014/main" id="{18CA9202-27DB-44AE-EBD1-38CFB1D1643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6" name="타원 1525">
              <a:extLst>
                <a:ext uri="{FF2B5EF4-FFF2-40B4-BE49-F238E27FC236}">
                  <a16:creationId xmlns:a16="http://schemas.microsoft.com/office/drawing/2014/main" id="{3331B61B-B17D-F7C4-C103-36DB9525198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0" name="그룹 1529">
            <a:extLst>
              <a:ext uri="{FF2B5EF4-FFF2-40B4-BE49-F238E27FC236}">
                <a16:creationId xmlns:a16="http://schemas.microsoft.com/office/drawing/2014/main" id="{8E9672BF-A85A-9B5A-6FE4-0B3E3271CE9B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95620" y="1938529"/>
            <a:ext cx="148067" cy="108000"/>
            <a:chOff x="7409659" y="2902132"/>
            <a:chExt cx="317047" cy="239471"/>
          </a:xfrm>
        </p:grpSpPr>
        <p:grpSp>
          <p:nvGrpSpPr>
            <p:cNvPr id="1531" name="그룹 1530">
              <a:extLst>
                <a:ext uri="{FF2B5EF4-FFF2-40B4-BE49-F238E27FC236}">
                  <a16:creationId xmlns:a16="http://schemas.microsoft.com/office/drawing/2014/main" id="{4CED30E1-A77B-922D-FC22-32ED846C94A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34" name="직선 연결선 322">
                <a:extLst>
                  <a:ext uri="{FF2B5EF4-FFF2-40B4-BE49-F238E27FC236}">
                    <a16:creationId xmlns:a16="http://schemas.microsoft.com/office/drawing/2014/main" id="{BDD42566-5DD1-62F2-5C23-D585FFCDC98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5" name="직선 연결선 323">
                <a:extLst>
                  <a:ext uri="{FF2B5EF4-FFF2-40B4-BE49-F238E27FC236}">
                    <a16:creationId xmlns:a16="http://schemas.microsoft.com/office/drawing/2014/main" id="{871D7405-5CCF-76D3-E0C4-4CB31C2D824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6" name="직선 연결선 324">
                <a:extLst>
                  <a:ext uri="{FF2B5EF4-FFF2-40B4-BE49-F238E27FC236}">
                    <a16:creationId xmlns:a16="http://schemas.microsoft.com/office/drawing/2014/main" id="{B0EB0618-F801-8243-D650-BC67CE56F0A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2" name="직선 연결선 326">
              <a:extLst>
                <a:ext uri="{FF2B5EF4-FFF2-40B4-BE49-F238E27FC236}">
                  <a16:creationId xmlns:a16="http://schemas.microsoft.com/office/drawing/2014/main" id="{EA5CC388-A95A-778A-ADB7-DEEFB07EB9C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33" name="타원 1532">
              <a:extLst>
                <a:ext uri="{FF2B5EF4-FFF2-40B4-BE49-F238E27FC236}">
                  <a16:creationId xmlns:a16="http://schemas.microsoft.com/office/drawing/2014/main" id="{DE859D13-C0E0-21F5-FA39-319A789393F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7" name="그룹 1536">
            <a:extLst>
              <a:ext uri="{FF2B5EF4-FFF2-40B4-BE49-F238E27FC236}">
                <a16:creationId xmlns:a16="http://schemas.microsoft.com/office/drawing/2014/main" id="{C02A81DE-B2AF-9300-74F2-CF3FD6AA19E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2181733"/>
            <a:ext cx="148067" cy="108000"/>
            <a:chOff x="7409659" y="2902132"/>
            <a:chExt cx="317047" cy="239471"/>
          </a:xfrm>
        </p:grpSpPr>
        <p:grpSp>
          <p:nvGrpSpPr>
            <p:cNvPr id="1538" name="그룹 1537">
              <a:extLst>
                <a:ext uri="{FF2B5EF4-FFF2-40B4-BE49-F238E27FC236}">
                  <a16:creationId xmlns:a16="http://schemas.microsoft.com/office/drawing/2014/main" id="{2CE2D279-679B-5B31-7154-251913A16D9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1" name="직선 연결선 322">
                <a:extLst>
                  <a:ext uri="{FF2B5EF4-FFF2-40B4-BE49-F238E27FC236}">
                    <a16:creationId xmlns:a16="http://schemas.microsoft.com/office/drawing/2014/main" id="{DF18A9CB-392F-9623-9829-C7D56131C57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2" name="직선 연결선 323">
                <a:extLst>
                  <a:ext uri="{FF2B5EF4-FFF2-40B4-BE49-F238E27FC236}">
                    <a16:creationId xmlns:a16="http://schemas.microsoft.com/office/drawing/2014/main" id="{E16CE9CD-B754-4080-C848-D9A947D6E7E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3" name="직선 연결선 324">
                <a:extLst>
                  <a:ext uri="{FF2B5EF4-FFF2-40B4-BE49-F238E27FC236}">
                    <a16:creationId xmlns:a16="http://schemas.microsoft.com/office/drawing/2014/main" id="{A9EC8418-794A-7090-F6BB-5405BB33BB1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9" name="직선 연결선 326">
              <a:extLst>
                <a:ext uri="{FF2B5EF4-FFF2-40B4-BE49-F238E27FC236}">
                  <a16:creationId xmlns:a16="http://schemas.microsoft.com/office/drawing/2014/main" id="{530C3DF6-75E2-5897-22C2-AE52D49D018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0" name="타원 1539">
              <a:extLst>
                <a:ext uri="{FF2B5EF4-FFF2-40B4-BE49-F238E27FC236}">
                  <a16:creationId xmlns:a16="http://schemas.microsoft.com/office/drawing/2014/main" id="{B002F983-C902-2AB7-E3F7-19C50775F40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44" name="그룹 1543">
            <a:extLst>
              <a:ext uri="{FF2B5EF4-FFF2-40B4-BE49-F238E27FC236}">
                <a16:creationId xmlns:a16="http://schemas.microsoft.com/office/drawing/2014/main" id="{E6AB2EDB-D4CE-B9E1-3568-072E77122A2E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7" y="2677602"/>
            <a:ext cx="148067" cy="108000"/>
            <a:chOff x="7409659" y="2902132"/>
            <a:chExt cx="317047" cy="239471"/>
          </a:xfrm>
        </p:grpSpPr>
        <p:grpSp>
          <p:nvGrpSpPr>
            <p:cNvPr id="1545" name="그룹 1544">
              <a:extLst>
                <a:ext uri="{FF2B5EF4-FFF2-40B4-BE49-F238E27FC236}">
                  <a16:creationId xmlns:a16="http://schemas.microsoft.com/office/drawing/2014/main" id="{D6A618E1-268F-23DA-F6BE-DE0BC72AF61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8" name="직선 연결선 322">
                <a:extLst>
                  <a:ext uri="{FF2B5EF4-FFF2-40B4-BE49-F238E27FC236}">
                    <a16:creationId xmlns:a16="http://schemas.microsoft.com/office/drawing/2014/main" id="{9CEE7FB6-ACF1-6EC5-B224-E685E56DB1E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9" name="직선 연결선 323">
                <a:extLst>
                  <a:ext uri="{FF2B5EF4-FFF2-40B4-BE49-F238E27FC236}">
                    <a16:creationId xmlns:a16="http://schemas.microsoft.com/office/drawing/2014/main" id="{981FBB31-927A-7A14-1167-4501A837D9A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0" name="직선 연결선 324">
                <a:extLst>
                  <a:ext uri="{FF2B5EF4-FFF2-40B4-BE49-F238E27FC236}">
                    <a16:creationId xmlns:a16="http://schemas.microsoft.com/office/drawing/2014/main" id="{750BFCF6-999E-4999-A97F-6FDB7D9A5B7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46" name="직선 연결선 326">
              <a:extLst>
                <a:ext uri="{FF2B5EF4-FFF2-40B4-BE49-F238E27FC236}">
                  <a16:creationId xmlns:a16="http://schemas.microsoft.com/office/drawing/2014/main" id="{85926F2B-8C54-94A4-964C-199A99EAFD4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7" name="타원 1546">
              <a:extLst>
                <a:ext uri="{FF2B5EF4-FFF2-40B4-BE49-F238E27FC236}">
                  <a16:creationId xmlns:a16="http://schemas.microsoft.com/office/drawing/2014/main" id="{EB5D4A63-EE40-06C9-39EE-8C8699CEFD2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1" name="그룹 1550">
            <a:extLst>
              <a:ext uri="{FF2B5EF4-FFF2-40B4-BE49-F238E27FC236}">
                <a16:creationId xmlns:a16="http://schemas.microsoft.com/office/drawing/2014/main" id="{1FFD24F6-0EA6-2857-00EE-46B66815E1EF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8153334" y="3263219"/>
            <a:ext cx="148067" cy="108000"/>
            <a:chOff x="7409659" y="2902132"/>
            <a:chExt cx="317047" cy="239471"/>
          </a:xfrm>
        </p:grpSpPr>
        <p:grpSp>
          <p:nvGrpSpPr>
            <p:cNvPr id="1552" name="그룹 1551">
              <a:extLst>
                <a:ext uri="{FF2B5EF4-FFF2-40B4-BE49-F238E27FC236}">
                  <a16:creationId xmlns:a16="http://schemas.microsoft.com/office/drawing/2014/main" id="{2AE5ACD8-94E2-D5F7-2058-BCC0CD0AC5E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55" name="직선 연결선 322">
                <a:extLst>
                  <a:ext uri="{FF2B5EF4-FFF2-40B4-BE49-F238E27FC236}">
                    <a16:creationId xmlns:a16="http://schemas.microsoft.com/office/drawing/2014/main" id="{80AE0C6A-D0CD-5195-0D78-BCCD3FAF8E3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6" name="직선 연결선 323">
                <a:extLst>
                  <a:ext uri="{FF2B5EF4-FFF2-40B4-BE49-F238E27FC236}">
                    <a16:creationId xmlns:a16="http://schemas.microsoft.com/office/drawing/2014/main" id="{5AF8222B-1803-0781-1AD3-61E45F88B86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7" name="직선 연결선 324">
                <a:extLst>
                  <a:ext uri="{FF2B5EF4-FFF2-40B4-BE49-F238E27FC236}">
                    <a16:creationId xmlns:a16="http://schemas.microsoft.com/office/drawing/2014/main" id="{121D5C72-57C2-6BF4-47C0-B90A36B6A7B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53" name="직선 연결선 326">
              <a:extLst>
                <a:ext uri="{FF2B5EF4-FFF2-40B4-BE49-F238E27FC236}">
                  <a16:creationId xmlns:a16="http://schemas.microsoft.com/office/drawing/2014/main" id="{6B495982-FCBC-4FE4-AAF5-54E7DFD4D8E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54" name="타원 1553">
              <a:extLst>
                <a:ext uri="{FF2B5EF4-FFF2-40B4-BE49-F238E27FC236}">
                  <a16:creationId xmlns:a16="http://schemas.microsoft.com/office/drawing/2014/main" id="{46EB0042-FC57-B9BF-6D5F-A63488A04EA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9" name="그룹 1558">
            <a:extLst>
              <a:ext uri="{FF2B5EF4-FFF2-40B4-BE49-F238E27FC236}">
                <a16:creationId xmlns:a16="http://schemas.microsoft.com/office/drawing/2014/main" id="{40C0E5B1-6A2D-2F88-754F-90994C234069}"/>
              </a:ext>
            </a:extLst>
          </p:cNvPr>
          <p:cNvGrpSpPr>
            <a:grpSpLocks noChangeAspect="1"/>
          </p:cNvGrpSpPr>
          <p:nvPr/>
        </p:nvGrpSpPr>
        <p:grpSpPr>
          <a:xfrm>
            <a:off x="7721117" y="2969185"/>
            <a:ext cx="148067" cy="108000"/>
            <a:chOff x="7409659" y="2902132"/>
            <a:chExt cx="317047" cy="239471"/>
          </a:xfrm>
        </p:grpSpPr>
        <p:grpSp>
          <p:nvGrpSpPr>
            <p:cNvPr id="1560" name="그룹 1559">
              <a:extLst>
                <a:ext uri="{FF2B5EF4-FFF2-40B4-BE49-F238E27FC236}">
                  <a16:creationId xmlns:a16="http://schemas.microsoft.com/office/drawing/2014/main" id="{D41DC63F-D2E9-6B1E-FF10-F22C38B9EEE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63" name="직선 연결선 322">
                <a:extLst>
                  <a:ext uri="{FF2B5EF4-FFF2-40B4-BE49-F238E27FC236}">
                    <a16:creationId xmlns:a16="http://schemas.microsoft.com/office/drawing/2014/main" id="{E563E9C9-7DF2-38EA-4D42-BFC8629AF9F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4" name="직선 연결선 323">
                <a:extLst>
                  <a:ext uri="{FF2B5EF4-FFF2-40B4-BE49-F238E27FC236}">
                    <a16:creationId xmlns:a16="http://schemas.microsoft.com/office/drawing/2014/main" id="{8F425C35-FDAA-E41A-E771-08D8F7BBDDA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5" name="직선 연결선 324">
                <a:extLst>
                  <a:ext uri="{FF2B5EF4-FFF2-40B4-BE49-F238E27FC236}">
                    <a16:creationId xmlns:a16="http://schemas.microsoft.com/office/drawing/2014/main" id="{10546AF7-AC6F-91F1-8AFF-9E53DE5AE0A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1" name="직선 연결선 326">
              <a:extLst>
                <a:ext uri="{FF2B5EF4-FFF2-40B4-BE49-F238E27FC236}">
                  <a16:creationId xmlns:a16="http://schemas.microsoft.com/office/drawing/2014/main" id="{91003ADB-395D-C3D2-F72C-8391A17FDE0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62" name="타원 1561">
              <a:extLst>
                <a:ext uri="{FF2B5EF4-FFF2-40B4-BE49-F238E27FC236}">
                  <a16:creationId xmlns:a16="http://schemas.microsoft.com/office/drawing/2014/main" id="{4F24F75A-44BC-24DD-C206-C67588FC8A0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67" name="그룹 1566">
            <a:extLst>
              <a:ext uri="{FF2B5EF4-FFF2-40B4-BE49-F238E27FC236}">
                <a16:creationId xmlns:a16="http://schemas.microsoft.com/office/drawing/2014/main" id="{890DAADD-EBFF-2FC3-C43D-CD22EA9E14D7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425109" y="3746574"/>
            <a:ext cx="148067" cy="108000"/>
            <a:chOff x="7409659" y="2902132"/>
            <a:chExt cx="317047" cy="239471"/>
          </a:xfrm>
        </p:grpSpPr>
        <p:grpSp>
          <p:nvGrpSpPr>
            <p:cNvPr id="1568" name="그룹 1567">
              <a:extLst>
                <a:ext uri="{FF2B5EF4-FFF2-40B4-BE49-F238E27FC236}">
                  <a16:creationId xmlns:a16="http://schemas.microsoft.com/office/drawing/2014/main" id="{2E020B7D-4BE5-080D-6AEB-73CFE36F675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71" name="직선 연결선 322">
                <a:extLst>
                  <a:ext uri="{FF2B5EF4-FFF2-40B4-BE49-F238E27FC236}">
                    <a16:creationId xmlns:a16="http://schemas.microsoft.com/office/drawing/2014/main" id="{B69BCAFB-974F-5C9D-0740-FA1BFAD42DB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2" name="직선 연결선 323">
                <a:extLst>
                  <a:ext uri="{FF2B5EF4-FFF2-40B4-BE49-F238E27FC236}">
                    <a16:creationId xmlns:a16="http://schemas.microsoft.com/office/drawing/2014/main" id="{682D6D42-F910-9250-4D10-A6E5F052809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3" name="직선 연결선 324">
                <a:extLst>
                  <a:ext uri="{FF2B5EF4-FFF2-40B4-BE49-F238E27FC236}">
                    <a16:creationId xmlns:a16="http://schemas.microsoft.com/office/drawing/2014/main" id="{AADED1B1-3676-8829-499C-6321BE03E77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9" name="직선 연결선 326">
              <a:extLst>
                <a:ext uri="{FF2B5EF4-FFF2-40B4-BE49-F238E27FC236}">
                  <a16:creationId xmlns:a16="http://schemas.microsoft.com/office/drawing/2014/main" id="{C50DCF26-1C70-285B-BB7D-400FF38C66C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70" name="타원 1569">
              <a:extLst>
                <a:ext uri="{FF2B5EF4-FFF2-40B4-BE49-F238E27FC236}">
                  <a16:creationId xmlns:a16="http://schemas.microsoft.com/office/drawing/2014/main" id="{71BBCEB7-B21E-3ACE-5567-4D9B9CA93C5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88" name="그룹 1587">
            <a:extLst>
              <a:ext uri="{FF2B5EF4-FFF2-40B4-BE49-F238E27FC236}">
                <a16:creationId xmlns:a16="http://schemas.microsoft.com/office/drawing/2014/main" id="{3E87F777-DF3A-A3FF-4F7B-2E44D2EF23BC}"/>
              </a:ext>
            </a:extLst>
          </p:cNvPr>
          <p:cNvGrpSpPr/>
          <p:nvPr/>
        </p:nvGrpSpPr>
        <p:grpSpPr>
          <a:xfrm rot="5400000">
            <a:off x="5810780" y="3550809"/>
            <a:ext cx="90979" cy="106796"/>
            <a:chOff x="4947906" y="3396192"/>
            <a:chExt cx="90979" cy="106796"/>
          </a:xfrm>
        </p:grpSpPr>
        <p:cxnSp>
          <p:nvCxnSpPr>
            <p:cNvPr id="1589" name="직선 연결선 326">
              <a:extLst>
                <a:ext uri="{FF2B5EF4-FFF2-40B4-BE49-F238E27FC236}">
                  <a16:creationId xmlns:a16="http://schemas.microsoft.com/office/drawing/2014/main" id="{502130D9-0C82-C62A-4ECD-075611BF47D8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0" name="타원 1589">
              <a:extLst>
                <a:ext uri="{FF2B5EF4-FFF2-40B4-BE49-F238E27FC236}">
                  <a16:creationId xmlns:a16="http://schemas.microsoft.com/office/drawing/2014/main" id="{FF26355E-3200-16BE-7AFA-ED802815B117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5" name="그룹 1594">
            <a:extLst>
              <a:ext uri="{FF2B5EF4-FFF2-40B4-BE49-F238E27FC236}">
                <a16:creationId xmlns:a16="http://schemas.microsoft.com/office/drawing/2014/main" id="{6A5BC229-694E-6016-0CF3-E926DA0E7CED}"/>
              </a:ext>
            </a:extLst>
          </p:cNvPr>
          <p:cNvGrpSpPr/>
          <p:nvPr/>
        </p:nvGrpSpPr>
        <p:grpSpPr>
          <a:xfrm rot="5400000">
            <a:off x="8396340" y="3550430"/>
            <a:ext cx="90979" cy="106796"/>
            <a:chOff x="4947906" y="3396192"/>
            <a:chExt cx="90979" cy="106796"/>
          </a:xfrm>
        </p:grpSpPr>
        <p:cxnSp>
          <p:nvCxnSpPr>
            <p:cNvPr id="1596" name="직선 연결선 326">
              <a:extLst>
                <a:ext uri="{FF2B5EF4-FFF2-40B4-BE49-F238E27FC236}">
                  <a16:creationId xmlns:a16="http://schemas.microsoft.com/office/drawing/2014/main" id="{2B3ADD81-21AF-D3D5-8FA9-9DDAA72E6635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7" name="타원 1596">
              <a:extLst>
                <a:ext uri="{FF2B5EF4-FFF2-40B4-BE49-F238E27FC236}">
                  <a16:creationId xmlns:a16="http://schemas.microsoft.com/office/drawing/2014/main" id="{FABDE12F-8472-E3D9-ED3E-E7BEE9298BB9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8" name="그룹 1597">
            <a:extLst>
              <a:ext uri="{FF2B5EF4-FFF2-40B4-BE49-F238E27FC236}">
                <a16:creationId xmlns:a16="http://schemas.microsoft.com/office/drawing/2014/main" id="{C21FC8BB-A3D4-E103-3590-2E3A5B087B1D}"/>
              </a:ext>
            </a:extLst>
          </p:cNvPr>
          <p:cNvGrpSpPr/>
          <p:nvPr/>
        </p:nvGrpSpPr>
        <p:grpSpPr>
          <a:xfrm rot="10800000">
            <a:off x="10633348" y="3876737"/>
            <a:ext cx="90979" cy="106796"/>
            <a:chOff x="4947906" y="3396192"/>
            <a:chExt cx="90979" cy="106796"/>
          </a:xfrm>
        </p:grpSpPr>
        <p:cxnSp>
          <p:nvCxnSpPr>
            <p:cNvPr id="1599" name="직선 연결선 326">
              <a:extLst>
                <a:ext uri="{FF2B5EF4-FFF2-40B4-BE49-F238E27FC236}">
                  <a16:creationId xmlns:a16="http://schemas.microsoft.com/office/drawing/2014/main" id="{4BFCFBBB-1E82-B3B8-BC92-4940E23B45B5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0" name="타원 1599">
              <a:extLst>
                <a:ext uri="{FF2B5EF4-FFF2-40B4-BE49-F238E27FC236}">
                  <a16:creationId xmlns:a16="http://schemas.microsoft.com/office/drawing/2014/main" id="{4D8C9ED8-41B3-C97C-427D-D4FF37B5D8E6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01" name="그룹 1600">
            <a:extLst>
              <a:ext uri="{FF2B5EF4-FFF2-40B4-BE49-F238E27FC236}">
                <a16:creationId xmlns:a16="http://schemas.microsoft.com/office/drawing/2014/main" id="{2674B007-9178-1604-57BB-40BA38D72F05}"/>
              </a:ext>
            </a:extLst>
          </p:cNvPr>
          <p:cNvGrpSpPr>
            <a:grpSpLocks noChangeAspect="1"/>
          </p:cNvGrpSpPr>
          <p:nvPr/>
        </p:nvGrpSpPr>
        <p:grpSpPr>
          <a:xfrm>
            <a:off x="9707482" y="2973943"/>
            <a:ext cx="148067" cy="108000"/>
            <a:chOff x="7409659" y="2902132"/>
            <a:chExt cx="317047" cy="239471"/>
          </a:xfrm>
        </p:grpSpPr>
        <p:grpSp>
          <p:nvGrpSpPr>
            <p:cNvPr id="1602" name="그룹 1601">
              <a:extLst>
                <a:ext uri="{FF2B5EF4-FFF2-40B4-BE49-F238E27FC236}">
                  <a16:creationId xmlns:a16="http://schemas.microsoft.com/office/drawing/2014/main" id="{7C44B7B4-D0A4-6E09-BFAD-BC25085C19F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05" name="직선 연결선 322">
                <a:extLst>
                  <a:ext uri="{FF2B5EF4-FFF2-40B4-BE49-F238E27FC236}">
                    <a16:creationId xmlns:a16="http://schemas.microsoft.com/office/drawing/2014/main" id="{101776D7-B442-9362-2C23-CBA7901F0CC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6" name="직선 연결선 323">
                <a:extLst>
                  <a:ext uri="{FF2B5EF4-FFF2-40B4-BE49-F238E27FC236}">
                    <a16:creationId xmlns:a16="http://schemas.microsoft.com/office/drawing/2014/main" id="{FC41201A-D41F-90FA-1777-E0AF9E91C88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7" name="직선 연결선 324">
                <a:extLst>
                  <a:ext uri="{FF2B5EF4-FFF2-40B4-BE49-F238E27FC236}">
                    <a16:creationId xmlns:a16="http://schemas.microsoft.com/office/drawing/2014/main" id="{217124AC-B8F3-B3F4-7B8D-63EB9E7A7B4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03" name="직선 연결선 326">
              <a:extLst>
                <a:ext uri="{FF2B5EF4-FFF2-40B4-BE49-F238E27FC236}">
                  <a16:creationId xmlns:a16="http://schemas.microsoft.com/office/drawing/2014/main" id="{B46D95EF-353B-879E-0EC4-E83F63265A1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4" name="타원 1603">
              <a:extLst>
                <a:ext uri="{FF2B5EF4-FFF2-40B4-BE49-F238E27FC236}">
                  <a16:creationId xmlns:a16="http://schemas.microsoft.com/office/drawing/2014/main" id="{136A32B2-BD2A-E3F1-AA63-EEFF2EA94DF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10" name="그룹 1609">
            <a:extLst>
              <a:ext uri="{FF2B5EF4-FFF2-40B4-BE49-F238E27FC236}">
                <a16:creationId xmlns:a16="http://schemas.microsoft.com/office/drawing/2014/main" id="{3B79067E-4CFE-EB40-704F-941EEDF64684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0145378" y="3271461"/>
            <a:ext cx="148067" cy="108000"/>
            <a:chOff x="7409659" y="2902132"/>
            <a:chExt cx="317047" cy="239471"/>
          </a:xfrm>
        </p:grpSpPr>
        <p:grpSp>
          <p:nvGrpSpPr>
            <p:cNvPr id="1611" name="그룹 1610">
              <a:extLst>
                <a:ext uri="{FF2B5EF4-FFF2-40B4-BE49-F238E27FC236}">
                  <a16:creationId xmlns:a16="http://schemas.microsoft.com/office/drawing/2014/main" id="{E0D219CB-5F96-C230-FF7D-EEDC7BD5E6F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14" name="직선 연결선 322">
                <a:extLst>
                  <a:ext uri="{FF2B5EF4-FFF2-40B4-BE49-F238E27FC236}">
                    <a16:creationId xmlns:a16="http://schemas.microsoft.com/office/drawing/2014/main" id="{42FE465D-97A2-B34F-3DDF-D294DE3D84B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5" name="직선 연결선 323">
                <a:extLst>
                  <a:ext uri="{FF2B5EF4-FFF2-40B4-BE49-F238E27FC236}">
                    <a16:creationId xmlns:a16="http://schemas.microsoft.com/office/drawing/2014/main" id="{47E2BD3F-44C0-9331-FE53-93642F48EEB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6" name="직선 연결선 324">
                <a:extLst>
                  <a:ext uri="{FF2B5EF4-FFF2-40B4-BE49-F238E27FC236}">
                    <a16:creationId xmlns:a16="http://schemas.microsoft.com/office/drawing/2014/main" id="{40CFD366-3186-321A-A6E9-A348CB16A37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12" name="직선 연결선 326">
              <a:extLst>
                <a:ext uri="{FF2B5EF4-FFF2-40B4-BE49-F238E27FC236}">
                  <a16:creationId xmlns:a16="http://schemas.microsoft.com/office/drawing/2014/main" id="{650D1898-12F4-9FB4-C98B-67140F1E178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13" name="타원 1612">
              <a:extLst>
                <a:ext uri="{FF2B5EF4-FFF2-40B4-BE49-F238E27FC236}">
                  <a16:creationId xmlns:a16="http://schemas.microsoft.com/office/drawing/2014/main" id="{41D7484D-13D6-F23C-BC3F-3BF87BD63EE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618" name="직선 연결선[R] 1617">
            <a:extLst>
              <a:ext uri="{FF2B5EF4-FFF2-40B4-BE49-F238E27FC236}">
                <a16:creationId xmlns:a16="http://schemas.microsoft.com/office/drawing/2014/main" id="{EF67F4D1-C402-B296-8033-AEC6D509E64D}"/>
              </a:ext>
            </a:extLst>
          </p:cNvPr>
          <p:cNvCxnSpPr>
            <a:cxnSpLocks/>
            <a:endCxn id="793" idx="3"/>
          </p:cNvCxnSpPr>
          <p:nvPr/>
        </p:nvCxnSpPr>
        <p:spPr>
          <a:xfrm flipH="1">
            <a:off x="10579411" y="3031397"/>
            <a:ext cx="910939" cy="14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1" name="직선 연결선[R] 1620">
            <a:extLst>
              <a:ext uri="{FF2B5EF4-FFF2-40B4-BE49-F238E27FC236}">
                <a16:creationId xmlns:a16="http://schemas.microsoft.com/office/drawing/2014/main" id="{85BD8112-1DF6-DAA8-BD86-1D0E6FE51FAC}"/>
              </a:ext>
            </a:extLst>
          </p:cNvPr>
          <p:cNvCxnSpPr>
            <a:cxnSpLocks/>
            <a:stCxn id="872" idx="0"/>
          </p:cNvCxnSpPr>
          <p:nvPr/>
        </p:nvCxnSpPr>
        <p:spPr>
          <a:xfrm flipV="1">
            <a:off x="11499142" y="3032833"/>
            <a:ext cx="0" cy="25535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23" name="그룹 1622">
            <a:extLst>
              <a:ext uri="{FF2B5EF4-FFF2-40B4-BE49-F238E27FC236}">
                <a16:creationId xmlns:a16="http://schemas.microsoft.com/office/drawing/2014/main" id="{BDCB655D-B9B6-4F63-2BB7-4F3E97F17843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0579411" y="2981329"/>
            <a:ext cx="148067" cy="108000"/>
            <a:chOff x="7409659" y="2902132"/>
            <a:chExt cx="317047" cy="239471"/>
          </a:xfrm>
        </p:grpSpPr>
        <p:grpSp>
          <p:nvGrpSpPr>
            <p:cNvPr id="1624" name="그룹 1623">
              <a:extLst>
                <a:ext uri="{FF2B5EF4-FFF2-40B4-BE49-F238E27FC236}">
                  <a16:creationId xmlns:a16="http://schemas.microsoft.com/office/drawing/2014/main" id="{6D5032CA-0537-CFFC-B3F4-760C6A6EB88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27" name="직선 연결선 322">
                <a:extLst>
                  <a:ext uri="{FF2B5EF4-FFF2-40B4-BE49-F238E27FC236}">
                    <a16:creationId xmlns:a16="http://schemas.microsoft.com/office/drawing/2014/main" id="{C6625ADE-05E8-EA2E-CE4D-169C929F683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8" name="직선 연결선 323">
                <a:extLst>
                  <a:ext uri="{FF2B5EF4-FFF2-40B4-BE49-F238E27FC236}">
                    <a16:creationId xmlns:a16="http://schemas.microsoft.com/office/drawing/2014/main" id="{A06A3572-2CCD-0AEF-AE53-76DE89DBEB8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9" name="직선 연결선 324">
                <a:extLst>
                  <a:ext uri="{FF2B5EF4-FFF2-40B4-BE49-F238E27FC236}">
                    <a16:creationId xmlns:a16="http://schemas.microsoft.com/office/drawing/2014/main" id="{3BAFB754-1DFA-413E-D77B-F60507B2C84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25" name="직선 연결선 326">
              <a:extLst>
                <a:ext uri="{FF2B5EF4-FFF2-40B4-BE49-F238E27FC236}">
                  <a16:creationId xmlns:a16="http://schemas.microsoft.com/office/drawing/2014/main" id="{32F458C2-4162-DDF7-D599-C6ED1037D5D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26" name="타원 1625">
              <a:extLst>
                <a:ext uri="{FF2B5EF4-FFF2-40B4-BE49-F238E27FC236}">
                  <a16:creationId xmlns:a16="http://schemas.microsoft.com/office/drawing/2014/main" id="{8FB5C0DC-67E6-CB38-8EF1-4A4757E27CE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0" name="그룹 1629">
            <a:extLst>
              <a:ext uri="{FF2B5EF4-FFF2-40B4-BE49-F238E27FC236}">
                <a16:creationId xmlns:a16="http://schemas.microsoft.com/office/drawing/2014/main" id="{6AC246FE-FB48-522B-EF0D-0BB5B325CAE8}"/>
              </a:ext>
            </a:extLst>
          </p:cNvPr>
          <p:cNvGrpSpPr/>
          <p:nvPr/>
        </p:nvGrpSpPr>
        <p:grpSpPr>
          <a:xfrm rot="5400000">
            <a:off x="11453652" y="3136844"/>
            <a:ext cx="90979" cy="106796"/>
            <a:chOff x="4947906" y="3396192"/>
            <a:chExt cx="90979" cy="106796"/>
          </a:xfrm>
        </p:grpSpPr>
        <p:cxnSp>
          <p:nvCxnSpPr>
            <p:cNvPr id="1631" name="직선 연결선 326">
              <a:extLst>
                <a:ext uri="{FF2B5EF4-FFF2-40B4-BE49-F238E27FC236}">
                  <a16:creationId xmlns:a16="http://schemas.microsoft.com/office/drawing/2014/main" id="{22E8D139-1164-CCDF-E99E-99DE50975713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2" name="타원 1631">
              <a:extLst>
                <a:ext uri="{FF2B5EF4-FFF2-40B4-BE49-F238E27FC236}">
                  <a16:creationId xmlns:a16="http://schemas.microsoft.com/office/drawing/2014/main" id="{4249BCF3-BFF4-22D4-4169-E2655D49086C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3" name="그룹 1632">
            <a:extLst>
              <a:ext uri="{FF2B5EF4-FFF2-40B4-BE49-F238E27FC236}">
                <a16:creationId xmlns:a16="http://schemas.microsoft.com/office/drawing/2014/main" id="{9C18E436-E8AD-1FAD-17EF-8EFE20E1E29C}"/>
              </a:ext>
            </a:extLst>
          </p:cNvPr>
          <p:cNvGrpSpPr/>
          <p:nvPr/>
        </p:nvGrpSpPr>
        <p:grpSpPr>
          <a:xfrm>
            <a:off x="5162781" y="6068181"/>
            <a:ext cx="90979" cy="106796"/>
            <a:chOff x="4947906" y="3396192"/>
            <a:chExt cx="90979" cy="106796"/>
          </a:xfrm>
        </p:grpSpPr>
        <p:cxnSp>
          <p:nvCxnSpPr>
            <p:cNvPr id="1634" name="직선 연결선 326">
              <a:extLst>
                <a:ext uri="{FF2B5EF4-FFF2-40B4-BE49-F238E27FC236}">
                  <a16:creationId xmlns:a16="http://schemas.microsoft.com/office/drawing/2014/main" id="{AB8B7641-775F-4A72-2637-77B77459AFD9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5" name="타원 1634">
              <a:extLst>
                <a:ext uri="{FF2B5EF4-FFF2-40B4-BE49-F238E27FC236}">
                  <a16:creationId xmlns:a16="http://schemas.microsoft.com/office/drawing/2014/main" id="{A3C35997-1BB7-EF20-B5D3-117377807B51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43" name="그룹 1642">
            <a:extLst>
              <a:ext uri="{FF2B5EF4-FFF2-40B4-BE49-F238E27FC236}">
                <a16:creationId xmlns:a16="http://schemas.microsoft.com/office/drawing/2014/main" id="{07000CDE-FD0D-A866-A509-9C93E6E996FC}"/>
              </a:ext>
            </a:extLst>
          </p:cNvPr>
          <p:cNvGrpSpPr>
            <a:grpSpLocks noChangeAspect="1"/>
          </p:cNvGrpSpPr>
          <p:nvPr/>
        </p:nvGrpSpPr>
        <p:grpSpPr>
          <a:xfrm>
            <a:off x="6440121" y="5663535"/>
            <a:ext cx="148067" cy="108000"/>
            <a:chOff x="7409659" y="2902132"/>
            <a:chExt cx="317047" cy="239471"/>
          </a:xfrm>
        </p:grpSpPr>
        <p:grpSp>
          <p:nvGrpSpPr>
            <p:cNvPr id="1644" name="그룹 1643">
              <a:extLst>
                <a:ext uri="{FF2B5EF4-FFF2-40B4-BE49-F238E27FC236}">
                  <a16:creationId xmlns:a16="http://schemas.microsoft.com/office/drawing/2014/main" id="{33958E35-D63F-BC46-F9AB-C8D925A7A95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47" name="직선 연결선 322">
                <a:extLst>
                  <a:ext uri="{FF2B5EF4-FFF2-40B4-BE49-F238E27FC236}">
                    <a16:creationId xmlns:a16="http://schemas.microsoft.com/office/drawing/2014/main" id="{00995E9B-10C3-1BF3-741F-D3993A9B399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8" name="직선 연결선 323">
                <a:extLst>
                  <a:ext uri="{FF2B5EF4-FFF2-40B4-BE49-F238E27FC236}">
                    <a16:creationId xmlns:a16="http://schemas.microsoft.com/office/drawing/2014/main" id="{A5B94D16-1FD9-9F20-E852-6A792E6CA3D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9" name="직선 연결선 324">
                <a:extLst>
                  <a:ext uri="{FF2B5EF4-FFF2-40B4-BE49-F238E27FC236}">
                    <a16:creationId xmlns:a16="http://schemas.microsoft.com/office/drawing/2014/main" id="{134A2E1C-63F6-0E8C-AB94-D8C3C00CC1D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45" name="직선 연결선 326">
              <a:extLst>
                <a:ext uri="{FF2B5EF4-FFF2-40B4-BE49-F238E27FC236}">
                  <a16:creationId xmlns:a16="http://schemas.microsoft.com/office/drawing/2014/main" id="{3DE84AD1-7AA4-D631-287B-1876545B53E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6" name="타원 1645">
              <a:extLst>
                <a:ext uri="{FF2B5EF4-FFF2-40B4-BE49-F238E27FC236}">
                  <a16:creationId xmlns:a16="http://schemas.microsoft.com/office/drawing/2014/main" id="{5DE111B1-FC0D-0C2F-EEC0-5590227A397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0" name="그룹 1649">
            <a:extLst>
              <a:ext uri="{FF2B5EF4-FFF2-40B4-BE49-F238E27FC236}">
                <a16:creationId xmlns:a16="http://schemas.microsoft.com/office/drawing/2014/main" id="{12D6C8BA-C7E1-9BF2-0B0E-CBCDA623BB7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8188" y="5527249"/>
            <a:ext cx="148067" cy="108000"/>
            <a:chOff x="7409659" y="2902132"/>
            <a:chExt cx="317047" cy="239471"/>
          </a:xfrm>
        </p:grpSpPr>
        <p:grpSp>
          <p:nvGrpSpPr>
            <p:cNvPr id="1651" name="그룹 1650">
              <a:extLst>
                <a:ext uri="{FF2B5EF4-FFF2-40B4-BE49-F238E27FC236}">
                  <a16:creationId xmlns:a16="http://schemas.microsoft.com/office/drawing/2014/main" id="{1AB87522-3677-A0D1-6851-D72042436A8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54" name="직선 연결선 322">
                <a:extLst>
                  <a:ext uri="{FF2B5EF4-FFF2-40B4-BE49-F238E27FC236}">
                    <a16:creationId xmlns:a16="http://schemas.microsoft.com/office/drawing/2014/main" id="{A4322FDA-8637-2A21-A0A6-18B44DD00F0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5" name="직선 연결선 323">
                <a:extLst>
                  <a:ext uri="{FF2B5EF4-FFF2-40B4-BE49-F238E27FC236}">
                    <a16:creationId xmlns:a16="http://schemas.microsoft.com/office/drawing/2014/main" id="{D9510C8D-7F8C-B100-7615-EAE2ECC6A53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6" name="직선 연결선 324">
                <a:extLst>
                  <a:ext uri="{FF2B5EF4-FFF2-40B4-BE49-F238E27FC236}">
                    <a16:creationId xmlns:a16="http://schemas.microsoft.com/office/drawing/2014/main" id="{62D6171A-CF36-6A23-CE87-C540E243405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52" name="직선 연결선 326">
              <a:extLst>
                <a:ext uri="{FF2B5EF4-FFF2-40B4-BE49-F238E27FC236}">
                  <a16:creationId xmlns:a16="http://schemas.microsoft.com/office/drawing/2014/main" id="{6D551BD6-8901-E922-F8A5-AB680BC02D4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53" name="타원 1652">
              <a:extLst>
                <a:ext uri="{FF2B5EF4-FFF2-40B4-BE49-F238E27FC236}">
                  <a16:creationId xmlns:a16="http://schemas.microsoft.com/office/drawing/2014/main" id="{A1E40C34-F025-42DA-C3BF-00A0D2FE403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9" name="그룹 1658">
            <a:extLst>
              <a:ext uri="{FF2B5EF4-FFF2-40B4-BE49-F238E27FC236}">
                <a16:creationId xmlns:a16="http://schemas.microsoft.com/office/drawing/2014/main" id="{A73531C5-3003-244E-4563-D3881E30025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7698" y="5666242"/>
            <a:ext cx="148067" cy="108000"/>
            <a:chOff x="7409659" y="2902132"/>
            <a:chExt cx="317047" cy="239471"/>
          </a:xfrm>
        </p:grpSpPr>
        <p:grpSp>
          <p:nvGrpSpPr>
            <p:cNvPr id="1660" name="그룹 1659">
              <a:extLst>
                <a:ext uri="{FF2B5EF4-FFF2-40B4-BE49-F238E27FC236}">
                  <a16:creationId xmlns:a16="http://schemas.microsoft.com/office/drawing/2014/main" id="{F844A815-3316-F718-398B-A85831170B9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63" name="직선 연결선 322">
                <a:extLst>
                  <a:ext uri="{FF2B5EF4-FFF2-40B4-BE49-F238E27FC236}">
                    <a16:creationId xmlns:a16="http://schemas.microsoft.com/office/drawing/2014/main" id="{FD2CF274-E1F4-B77C-CF8E-2053B3B9717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4" name="직선 연결선 323">
                <a:extLst>
                  <a:ext uri="{FF2B5EF4-FFF2-40B4-BE49-F238E27FC236}">
                    <a16:creationId xmlns:a16="http://schemas.microsoft.com/office/drawing/2014/main" id="{636B0A40-8B9F-943A-EF4B-B24174399C5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5" name="직선 연결선 324">
                <a:extLst>
                  <a:ext uri="{FF2B5EF4-FFF2-40B4-BE49-F238E27FC236}">
                    <a16:creationId xmlns:a16="http://schemas.microsoft.com/office/drawing/2014/main" id="{BC96879A-A17A-D589-D497-EDBBD1A895B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1" name="직선 연결선 326">
              <a:extLst>
                <a:ext uri="{FF2B5EF4-FFF2-40B4-BE49-F238E27FC236}">
                  <a16:creationId xmlns:a16="http://schemas.microsoft.com/office/drawing/2014/main" id="{2E0B8583-116A-9D0B-7140-CC9D2F7EC32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2" name="타원 1661">
              <a:extLst>
                <a:ext uri="{FF2B5EF4-FFF2-40B4-BE49-F238E27FC236}">
                  <a16:creationId xmlns:a16="http://schemas.microsoft.com/office/drawing/2014/main" id="{B8EE9326-E30C-5C93-E425-CE48E5BFD31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66" name="그룹 1665">
            <a:extLst>
              <a:ext uri="{FF2B5EF4-FFF2-40B4-BE49-F238E27FC236}">
                <a16:creationId xmlns:a16="http://schemas.microsoft.com/office/drawing/2014/main" id="{C3A7642D-B98A-057C-A4F4-4ABB7F2F351D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40272" y="2791543"/>
            <a:ext cx="148067" cy="108000"/>
            <a:chOff x="7409659" y="2902132"/>
            <a:chExt cx="317047" cy="239471"/>
          </a:xfrm>
        </p:grpSpPr>
        <p:grpSp>
          <p:nvGrpSpPr>
            <p:cNvPr id="1667" name="그룹 1666">
              <a:extLst>
                <a:ext uri="{FF2B5EF4-FFF2-40B4-BE49-F238E27FC236}">
                  <a16:creationId xmlns:a16="http://schemas.microsoft.com/office/drawing/2014/main" id="{5F29FADE-93E7-8A7C-4FE8-3305FA2A842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70" name="직선 연결선 322">
                <a:extLst>
                  <a:ext uri="{FF2B5EF4-FFF2-40B4-BE49-F238E27FC236}">
                    <a16:creationId xmlns:a16="http://schemas.microsoft.com/office/drawing/2014/main" id="{BB5DBBF3-E23E-97E7-C0C6-13F10EAAE57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1" name="직선 연결선 323">
                <a:extLst>
                  <a:ext uri="{FF2B5EF4-FFF2-40B4-BE49-F238E27FC236}">
                    <a16:creationId xmlns:a16="http://schemas.microsoft.com/office/drawing/2014/main" id="{29C0966A-39EA-9E3B-E787-EDAC89A82B0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2" name="직선 연결선 324">
                <a:extLst>
                  <a:ext uri="{FF2B5EF4-FFF2-40B4-BE49-F238E27FC236}">
                    <a16:creationId xmlns:a16="http://schemas.microsoft.com/office/drawing/2014/main" id="{8391296F-D7E8-AD92-24B0-44E5CA0296E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8" name="직선 연결선 326">
              <a:extLst>
                <a:ext uri="{FF2B5EF4-FFF2-40B4-BE49-F238E27FC236}">
                  <a16:creationId xmlns:a16="http://schemas.microsoft.com/office/drawing/2014/main" id="{8DC8E3EF-707C-1566-C6F4-2E2B528E793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9" name="타원 1668">
              <a:extLst>
                <a:ext uri="{FF2B5EF4-FFF2-40B4-BE49-F238E27FC236}">
                  <a16:creationId xmlns:a16="http://schemas.microsoft.com/office/drawing/2014/main" id="{30F5F25B-68F7-0C99-5A95-AB349F641AA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76" name="그룹 1675">
            <a:extLst>
              <a:ext uri="{FF2B5EF4-FFF2-40B4-BE49-F238E27FC236}">
                <a16:creationId xmlns:a16="http://schemas.microsoft.com/office/drawing/2014/main" id="{2EAE87E3-45AF-E633-8BA1-D3669BF878A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587906" y="2503450"/>
            <a:ext cx="148067" cy="108000"/>
            <a:chOff x="7409659" y="2902132"/>
            <a:chExt cx="317047" cy="239471"/>
          </a:xfrm>
        </p:grpSpPr>
        <p:grpSp>
          <p:nvGrpSpPr>
            <p:cNvPr id="1677" name="그룹 1676">
              <a:extLst>
                <a:ext uri="{FF2B5EF4-FFF2-40B4-BE49-F238E27FC236}">
                  <a16:creationId xmlns:a16="http://schemas.microsoft.com/office/drawing/2014/main" id="{0A2D8B70-8CF3-5112-8713-2E00AE1B5A5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0" name="직선 연결선 322">
                <a:extLst>
                  <a:ext uri="{FF2B5EF4-FFF2-40B4-BE49-F238E27FC236}">
                    <a16:creationId xmlns:a16="http://schemas.microsoft.com/office/drawing/2014/main" id="{9C3C7231-03CB-96C2-0FCF-BA9172BC3F0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1" name="직선 연결선 323">
                <a:extLst>
                  <a:ext uri="{FF2B5EF4-FFF2-40B4-BE49-F238E27FC236}">
                    <a16:creationId xmlns:a16="http://schemas.microsoft.com/office/drawing/2014/main" id="{659E9C33-43A4-9CB9-1A8B-7FED977CEC9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2" name="직선 연결선 324">
                <a:extLst>
                  <a:ext uri="{FF2B5EF4-FFF2-40B4-BE49-F238E27FC236}">
                    <a16:creationId xmlns:a16="http://schemas.microsoft.com/office/drawing/2014/main" id="{F11ABE88-7CBD-4033-6785-7D26CAF818A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78" name="직선 연결선 326">
              <a:extLst>
                <a:ext uri="{FF2B5EF4-FFF2-40B4-BE49-F238E27FC236}">
                  <a16:creationId xmlns:a16="http://schemas.microsoft.com/office/drawing/2014/main" id="{E909F8F5-559D-47DF-0357-A7B16106955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79" name="타원 1678">
              <a:extLst>
                <a:ext uri="{FF2B5EF4-FFF2-40B4-BE49-F238E27FC236}">
                  <a16:creationId xmlns:a16="http://schemas.microsoft.com/office/drawing/2014/main" id="{B9BE3C0B-D8AA-8E2F-4B63-EA662FF4DF4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83" name="그룹 1682">
            <a:extLst>
              <a:ext uri="{FF2B5EF4-FFF2-40B4-BE49-F238E27FC236}">
                <a16:creationId xmlns:a16="http://schemas.microsoft.com/office/drawing/2014/main" id="{62BC901B-2FE5-15EE-5C7B-69C0F955988B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6874155" y="5068900"/>
            <a:ext cx="148067" cy="108000"/>
            <a:chOff x="7409659" y="2902132"/>
            <a:chExt cx="317047" cy="239471"/>
          </a:xfrm>
        </p:grpSpPr>
        <p:grpSp>
          <p:nvGrpSpPr>
            <p:cNvPr id="1684" name="그룹 1683">
              <a:extLst>
                <a:ext uri="{FF2B5EF4-FFF2-40B4-BE49-F238E27FC236}">
                  <a16:creationId xmlns:a16="http://schemas.microsoft.com/office/drawing/2014/main" id="{C370CE6B-FEF4-D25F-1775-59220A04122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7" name="직선 연결선 322">
                <a:extLst>
                  <a:ext uri="{FF2B5EF4-FFF2-40B4-BE49-F238E27FC236}">
                    <a16:creationId xmlns:a16="http://schemas.microsoft.com/office/drawing/2014/main" id="{15979E32-DBD1-D995-E9DB-2F45E1F4517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8" name="직선 연결선 323">
                <a:extLst>
                  <a:ext uri="{FF2B5EF4-FFF2-40B4-BE49-F238E27FC236}">
                    <a16:creationId xmlns:a16="http://schemas.microsoft.com/office/drawing/2014/main" id="{E78544D9-3E92-387E-77EC-CDB7C50FCD7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9" name="직선 연결선 324">
                <a:extLst>
                  <a:ext uri="{FF2B5EF4-FFF2-40B4-BE49-F238E27FC236}">
                    <a16:creationId xmlns:a16="http://schemas.microsoft.com/office/drawing/2014/main" id="{AA78CD5D-1AD5-9789-D50C-E2DF6B4CBC6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85" name="직선 연결선 326">
              <a:extLst>
                <a:ext uri="{FF2B5EF4-FFF2-40B4-BE49-F238E27FC236}">
                  <a16:creationId xmlns:a16="http://schemas.microsoft.com/office/drawing/2014/main" id="{3ECA8A2F-04A0-2952-471C-76575189B18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86" name="타원 1685">
              <a:extLst>
                <a:ext uri="{FF2B5EF4-FFF2-40B4-BE49-F238E27FC236}">
                  <a16:creationId xmlns:a16="http://schemas.microsoft.com/office/drawing/2014/main" id="{77E79D59-30D6-73E4-95A8-CC235286EC7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92" name="그룹 1691">
            <a:extLst>
              <a:ext uri="{FF2B5EF4-FFF2-40B4-BE49-F238E27FC236}">
                <a16:creationId xmlns:a16="http://schemas.microsoft.com/office/drawing/2014/main" id="{4D082E06-73BD-D9E6-2D23-2C385657E7B9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041082" y="4482009"/>
            <a:ext cx="148067" cy="108000"/>
            <a:chOff x="7409659" y="2902132"/>
            <a:chExt cx="317047" cy="239471"/>
          </a:xfrm>
        </p:grpSpPr>
        <p:grpSp>
          <p:nvGrpSpPr>
            <p:cNvPr id="1693" name="그룹 1692">
              <a:extLst>
                <a:ext uri="{FF2B5EF4-FFF2-40B4-BE49-F238E27FC236}">
                  <a16:creationId xmlns:a16="http://schemas.microsoft.com/office/drawing/2014/main" id="{4B4EF571-EC89-EB38-2BBE-DF7AE4B5D72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96" name="직선 연결선 322">
                <a:extLst>
                  <a:ext uri="{FF2B5EF4-FFF2-40B4-BE49-F238E27FC236}">
                    <a16:creationId xmlns:a16="http://schemas.microsoft.com/office/drawing/2014/main" id="{9AC8896B-A838-53B8-3C77-BAEBA70CBF6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7" name="직선 연결선 323">
                <a:extLst>
                  <a:ext uri="{FF2B5EF4-FFF2-40B4-BE49-F238E27FC236}">
                    <a16:creationId xmlns:a16="http://schemas.microsoft.com/office/drawing/2014/main" id="{3F09F52A-C052-B612-E4E0-B7E4DB8B5EB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8" name="직선 연결선 324">
                <a:extLst>
                  <a:ext uri="{FF2B5EF4-FFF2-40B4-BE49-F238E27FC236}">
                    <a16:creationId xmlns:a16="http://schemas.microsoft.com/office/drawing/2014/main" id="{637CC400-5062-4A1C-387B-2F4A98EA396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94" name="직선 연결선 326">
              <a:extLst>
                <a:ext uri="{FF2B5EF4-FFF2-40B4-BE49-F238E27FC236}">
                  <a16:creationId xmlns:a16="http://schemas.microsoft.com/office/drawing/2014/main" id="{43BF49A2-23D7-FB12-B0DA-EEEEB5DEEF3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95" name="타원 1694">
              <a:extLst>
                <a:ext uri="{FF2B5EF4-FFF2-40B4-BE49-F238E27FC236}">
                  <a16:creationId xmlns:a16="http://schemas.microsoft.com/office/drawing/2014/main" id="{EA58E58E-1084-691B-255C-27F0324C8BB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2" name="그룹 1701">
            <a:extLst>
              <a:ext uri="{FF2B5EF4-FFF2-40B4-BE49-F238E27FC236}">
                <a16:creationId xmlns:a16="http://schemas.microsoft.com/office/drawing/2014/main" id="{20D92664-9239-B06B-8BB0-08D3776DB32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800274" y="2792513"/>
            <a:ext cx="148067" cy="108000"/>
            <a:chOff x="7409659" y="2902132"/>
            <a:chExt cx="317047" cy="239471"/>
          </a:xfrm>
        </p:grpSpPr>
        <p:grpSp>
          <p:nvGrpSpPr>
            <p:cNvPr id="1703" name="그룹 1702">
              <a:extLst>
                <a:ext uri="{FF2B5EF4-FFF2-40B4-BE49-F238E27FC236}">
                  <a16:creationId xmlns:a16="http://schemas.microsoft.com/office/drawing/2014/main" id="{640711D3-B981-6498-41FC-77FBF93AFA4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06" name="직선 연결선 322">
                <a:extLst>
                  <a:ext uri="{FF2B5EF4-FFF2-40B4-BE49-F238E27FC236}">
                    <a16:creationId xmlns:a16="http://schemas.microsoft.com/office/drawing/2014/main" id="{D6D80A98-1BE0-871E-0896-FB1092274AD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7" name="직선 연결선 323">
                <a:extLst>
                  <a:ext uri="{FF2B5EF4-FFF2-40B4-BE49-F238E27FC236}">
                    <a16:creationId xmlns:a16="http://schemas.microsoft.com/office/drawing/2014/main" id="{E7F826AD-4104-ED11-63F0-9A06154DDA2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8" name="직선 연결선 324">
                <a:extLst>
                  <a:ext uri="{FF2B5EF4-FFF2-40B4-BE49-F238E27FC236}">
                    <a16:creationId xmlns:a16="http://schemas.microsoft.com/office/drawing/2014/main" id="{59A92819-32D6-D3AA-2540-6AB70F2064D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04" name="직선 연결선 326">
              <a:extLst>
                <a:ext uri="{FF2B5EF4-FFF2-40B4-BE49-F238E27FC236}">
                  <a16:creationId xmlns:a16="http://schemas.microsoft.com/office/drawing/2014/main" id="{6EAE5B7D-B5E8-6750-F194-DA540E99DB5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05" name="타원 1704">
              <a:extLst>
                <a:ext uri="{FF2B5EF4-FFF2-40B4-BE49-F238E27FC236}">
                  <a16:creationId xmlns:a16="http://schemas.microsoft.com/office/drawing/2014/main" id="{CB5F271E-E633-1273-A599-F536856BB37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9" name="그룹 1708">
            <a:extLst>
              <a:ext uri="{FF2B5EF4-FFF2-40B4-BE49-F238E27FC236}">
                <a16:creationId xmlns:a16="http://schemas.microsoft.com/office/drawing/2014/main" id="{C18C3F59-1012-AF38-FCE4-8C48F5ED158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2503450"/>
            <a:ext cx="148067" cy="108000"/>
            <a:chOff x="7409659" y="2902132"/>
            <a:chExt cx="317047" cy="239471"/>
          </a:xfrm>
        </p:grpSpPr>
        <p:grpSp>
          <p:nvGrpSpPr>
            <p:cNvPr id="1710" name="그룹 1709">
              <a:extLst>
                <a:ext uri="{FF2B5EF4-FFF2-40B4-BE49-F238E27FC236}">
                  <a16:creationId xmlns:a16="http://schemas.microsoft.com/office/drawing/2014/main" id="{15A80EBD-EB4A-2400-A388-681FC32F2CD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13" name="직선 연결선 322">
                <a:extLst>
                  <a:ext uri="{FF2B5EF4-FFF2-40B4-BE49-F238E27FC236}">
                    <a16:creationId xmlns:a16="http://schemas.microsoft.com/office/drawing/2014/main" id="{D095774E-17B2-F493-FF59-060A74A2745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4" name="직선 연결선 323">
                <a:extLst>
                  <a:ext uri="{FF2B5EF4-FFF2-40B4-BE49-F238E27FC236}">
                    <a16:creationId xmlns:a16="http://schemas.microsoft.com/office/drawing/2014/main" id="{687FEDDA-F3C6-0C7E-2086-8F8300D18B1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5" name="직선 연결선 324">
                <a:extLst>
                  <a:ext uri="{FF2B5EF4-FFF2-40B4-BE49-F238E27FC236}">
                    <a16:creationId xmlns:a16="http://schemas.microsoft.com/office/drawing/2014/main" id="{B9A13A6A-4B21-B2EC-D6A7-8A59DF759B2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1" name="직선 연결선 326">
              <a:extLst>
                <a:ext uri="{FF2B5EF4-FFF2-40B4-BE49-F238E27FC236}">
                  <a16:creationId xmlns:a16="http://schemas.microsoft.com/office/drawing/2014/main" id="{B1B67F4A-DD27-A0BA-2FE6-D9EA2A0929E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2" name="타원 1711">
              <a:extLst>
                <a:ext uri="{FF2B5EF4-FFF2-40B4-BE49-F238E27FC236}">
                  <a16:creationId xmlns:a16="http://schemas.microsoft.com/office/drawing/2014/main" id="{59367161-C973-E970-2BCF-43B19D589B4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16" name="그룹 1715">
            <a:extLst>
              <a:ext uri="{FF2B5EF4-FFF2-40B4-BE49-F238E27FC236}">
                <a16:creationId xmlns:a16="http://schemas.microsoft.com/office/drawing/2014/main" id="{301F2883-14E0-C8FD-500C-09175FC21C0B}"/>
              </a:ext>
            </a:extLst>
          </p:cNvPr>
          <p:cNvGrpSpPr>
            <a:grpSpLocks noChangeAspect="1"/>
          </p:cNvGrpSpPr>
          <p:nvPr/>
        </p:nvGrpSpPr>
        <p:grpSpPr>
          <a:xfrm>
            <a:off x="2359423" y="1948443"/>
            <a:ext cx="148067" cy="108000"/>
            <a:chOff x="7409659" y="2902132"/>
            <a:chExt cx="317047" cy="239471"/>
          </a:xfrm>
        </p:grpSpPr>
        <p:grpSp>
          <p:nvGrpSpPr>
            <p:cNvPr id="1717" name="그룹 1716">
              <a:extLst>
                <a:ext uri="{FF2B5EF4-FFF2-40B4-BE49-F238E27FC236}">
                  <a16:creationId xmlns:a16="http://schemas.microsoft.com/office/drawing/2014/main" id="{56CD2F75-A9BE-9DB9-6B6C-A58B7BDF08C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0" name="직선 연결선 322">
                <a:extLst>
                  <a:ext uri="{FF2B5EF4-FFF2-40B4-BE49-F238E27FC236}">
                    <a16:creationId xmlns:a16="http://schemas.microsoft.com/office/drawing/2014/main" id="{A9FA17A6-BA16-D690-A190-50421A7A15D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1" name="직선 연결선 323">
                <a:extLst>
                  <a:ext uri="{FF2B5EF4-FFF2-40B4-BE49-F238E27FC236}">
                    <a16:creationId xmlns:a16="http://schemas.microsoft.com/office/drawing/2014/main" id="{3896711A-5CDA-FCAF-9BCD-A1C0A8AA2A0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2" name="직선 연결선 324">
                <a:extLst>
                  <a:ext uri="{FF2B5EF4-FFF2-40B4-BE49-F238E27FC236}">
                    <a16:creationId xmlns:a16="http://schemas.microsoft.com/office/drawing/2014/main" id="{5BD2A5A6-10C8-46D5-2D7C-233809BAE6F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8" name="직선 연결선 326">
              <a:extLst>
                <a:ext uri="{FF2B5EF4-FFF2-40B4-BE49-F238E27FC236}">
                  <a16:creationId xmlns:a16="http://schemas.microsoft.com/office/drawing/2014/main" id="{34717A45-FE23-B76B-69DB-A556FC1D3A9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9" name="타원 1718">
              <a:extLst>
                <a:ext uri="{FF2B5EF4-FFF2-40B4-BE49-F238E27FC236}">
                  <a16:creationId xmlns:a16="http://schemas.microsoft.com/office/drawing/2014/main" id="{CA5A8EFE-B4BB-F2FE-71FF-FD471E6092D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23" name="그룹 1722">
            <a:extLst>
              <a:ext uri="{FF2B5EF4-FFF2-40B4-BE49-F238E27FC236}">
                <a16:creationId xmlns:a16="http://schemas.microsoft.com/office/drawing/2014/main" id="{B4E09624-C99E-C9A0-0544-3379BDC345C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1959431"/>
            <a:ext cx="148067" cy="108000"/>
            <a:chOff x="7409659" y="2902132"/>
            <a:chExt cx="317047" cy="239471"/>
          </a:xfrm>
        </p:grpSpPr>
        <p:grpSp>
          <p:nvGrpSpPr>
            <p:cNvPr id="1724" name="그룹 1723">
              <a:extLst>
                <a:ext uri="{FF2B5EF4-FFF2-40B4-BE49-F238E27FC236}">
                  <a16:creationId xmlns:a16="http://schemas.microsoft.com/office/drawing/2014/main" id="{A7798C7E-2BEF-6358-7612-3A0EA7BD6D9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7" name="직선 연결선 322">
                <a:extLst>
                  <a:ext uri="{FF2B5EF4-FFF2-40B4-BE49-F238E27FC236}">
                    <a16:creationId xmlns:a16="http://schemas.microsoft.com/office/drawing/2014/main" id="{281FF29B-ED72-4712-1B6F-CC46B35D811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8" name="직선 연결선 323">
                <a:extLst>
                  <a:ext uri="{FF2B5EF4-FFF2-40B4-BE49-F238E27FC236}">
                    <a16:creationId xmlns:a16="http://schemas.microsoft.com/office/drawing/2014/main" id="{DAD11442-34E5-AEDC-72E9-4889B302235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9" name="직선 연결선 324">
                <a:extLst>
                  <a:ext uri="{FF2B5EF4-FFF2-40B4-BE49-F238E27FC236}">
                    <a16:creationId xmlns:a16="http://schemas.microsoft.com/office/drawing/2014/main" id="{29AC5E0F-1362-DFC6-A9D8-2B6A8F6B407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25" name="직선 연결선 326">
              <a:extLst>
                <a:ext uri="{FF2B5EF4-FFF2-40B4-BE49-F238E27FC236}">
                  <a16:creationId xmlns:a16="http://schemas.microsoft.com/office/drawing/2014/main" id="{CD9F6901-B16D-C16B-1AB6-53CAA0F8E03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26" name="타원 1725">
              <a:extLst>
                <a:ext uri="{FF2B5EF4-FFF2-40B4-BE49-F238E27FC236}">
                  <a16:creationId xmlns:a16="http://schemas.microsoft.com/office/drawing/2014/main" id="{A11370A5-0069-3FE7-2BFD-16A547544A4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32" name="직선 연결선[R] 1731">
            <a:extLst>
              <a:ext uri="{FF2B5EF4-FFF2-40B4-BE49-F238E27FC236}">
                <a16:creationId xmlns:a16="http://schemas.microsoft.com/office/drawing/2014/main" id="{90110AF8-930B-E615-6335-F594861D53EF}"/>
              </a:ext>
            </a:extLst>
          </p:cNvPr>
          <p:cNvCxnSpPr>
            <a:cxnSpLocks/>
            <a:stCxn id="1387" idx="1"/>
          </p:cNvCxnSpPr>
          <p:nvPr/>
        </p:nvCxnSpPr>
        <p:spPr>
          <a:xfrm flipH="1">
            <a:off x="879231" y="1502765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7" name="직선 연결선[R] 1736">
            <a:extLst>
              <a:ext uri="{FF2B5EF4-FFF2-40B4-BE49-F238E27FC236}">
                <a16:creationId xmlns:a16="http://schemas.microsoft.com/office/drawing/2014/main" id="{12C61441-2E76-1E27-4497-6840DBAB4373}"/>
              </a:ext>
            </a:extLst>
          </p:cNvPr>
          <p:cNvCxnSpPr>
            <a:cxnSpLocks/>
          </p:cNvCxnSpPr>
          <p:nvPr/>
        </p:nvCxnSpPr>
        <p:spPr>
          <a:xfrm flipH="1">
            <a:off x="879231" y="2921257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8" name="직선 연결선[R] 1737">
            <a:extLst>
              <a:ext uri="{FF2B5EF4-FFF2-40B4-BE49-F238E27FC236}">
                <a16:creationId xmlns:a16="http://schemas.microsoft.com/office/drawing/2014/main" id="{F5305387-087C-C387-BBDF-4A5FCF170689}"/>
              </a:ext>
            </a:extLst>
          </p:cNvPr>
          <p:cNvCxnSpPr>
            <a:cxnSpLocks/>
          </p:cNvCxnSpPr>
          <p:nvPr/>
        </p:nvCxnSpPr>
        <p:spPr>
          <a:xfrm flipV="1">
            <a:off x="885704" y="1506415"/>
            <a:ext cx="0" cy="141849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1" name="그룹 1740">
            <a:extLst>
              <a:ext uri="{FF2B5EF4-FFF2-40B4-BE49-F238E27FC236}">
                <a16:creationId xmlns:a16="http://schemas.microsoft.com/office/drawing/2014/main" id="{05FF9CE8-B1B9-F37B-688D-322201BD84E3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1453377"/>
            <a:ext cx="148067" cy="108000"/>
            <a:chOff x="7409659" y="2902132"/>
            <a:chExt cx="317047" cy="239471"/>
          </a:xfrm>
        </p:grpSpPr>
        <p:grpSp>
          <p:nvGrpSpPr>
            <p:cNvPr id="1742" name="그룹 1741">
              <a:extLst>
                <a:ext uri="{FF2B5EF4-FFF2-40B4-BE49-F238E27FC236}">
                  <a16:creationId xmlns:a16="http://schemas.microsoft.com/office/drawing/2014/main" id="{886BAF39-91D9-A965-5CEE-B6FE0073282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45" name="직선 연결선 322">
                <a:extLst>
                  <a:ext uri="{FF2B5EF4-FFF2-40B4-BE49-F238E27FC236}">
                    <a16:creationId xmlns:a16="http://schemas.microsoft.com/office/drawing/2014/main" id="{7AD31561-9AF1-FBEF-365E-1CB909E559C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6" name="직선 연결선 323">
                <a:extLst>
                  <a:ext uri="{FF2B5EF4-FFF2-40B4-BE49-F238E27FC236}">
                    <a16:creationId xmlns:a16="http://schemas.microsoft.com/office/drawing/2014/main" id="{9860D457-6B43-4A15-FEB5-626951F515C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7" name="직선 연결선 324">
                <a:extLst>
                  <a:ext uri="{FF2B5EF4-FFF2-40B4-BE49-F238E27FC236}">
                    <a16:creationId xmlns:a16="http://schemas.microsoft.com/office/drawing/2014/main" id="{8E64CC58-DD5A-D1A2-3CC4-2A3B777CD51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43" name="직선 연결선 326">
              <a:extLst>
                <a:ext uri="{FF2B5EF4-FFF2-40B4-BE49-F238E27FC236}">
                  <a16:creationId xmlns:a16="http://schemas.microsoft.com/office/drawing/2014/main" id="{6109F9CA-A1EB-C04A-2C14-4A244E4DE0C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44" name="타원 1743">
              <a:extLst>
                <a:ext uri="{FF2B5EF4-FFF2-40B4-BE49-F238E27FC236}">
                  <a16:creationId xmlns:a16="http://schemas.microsoft.com/office/drawing/2014/main" id="{8BE76B39-2455-36F6-D3C2-D9BDB5C186F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48" name="직선 연결선 351">
            <a:extLst>
              <a:ext uri="{FF2B5EF4-FFF2-40B4-BE49-F238E27FC236}">
                <a16:creationId xmlns:a16="http://schemas.microsoft.com/office/drawing/2014/main" id="{1178E427-57B2-1733-7E21-FF38AA370006}"/>
              </a:ext>
            </a:extLst>
          </p:cNvPr>
          <p:cNvCxnSpPr>
            <a:cxnSpLocks/>
          </p:cNvCxnSpPr>
          <p:nvPr/>
        </p:nvCxnSpPr>
        <p:spPr>
          <a:xfrm>
            <a:off x="1082227" y="2868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749" name="그룹 1748">
            <a:extLst>
              <a:ext uri="{FF2B5EF4-FFF2-40B4-BE49-F238E27FC236}">
                <a16:creationId xmlns:a16="http://schemas.microsoft.com/office/drawing/2014/main" id="{5B0337BA-0AFA-6A67-B9F0-D37C9488DEB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544830"/>
            <a:ext cx="148067" cy="108000"/>
            <a:chOff x="7409659" y="2902132"/>
            <a:chExt cx="317047" cy="239471"/>
          </a:xfrm>
        </p:grpSpPr>
        <p:grpSp>
          <p:nvGrpSpPr>
            <p:cNvPr id="1750" name="그룹 1749">
              <a:extLst>
                <a:ext uri="{FF2B5EF4-FFF2-40B4-BE49-F238E27FC236}">
                  <a16:creationId xmlns:a16="http://schemas.microsoft.com/office/drawing/2014/main" id="{BC972DBE-0947-01FD-C5D1-935F5D46291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53" name="직선 연결선 322">
                <a:extLst>
                  <a:ext uri="{FF2B5EF4-FFF2-40B4-BE49-F238E27FC236}">
                    <a16:creationId xmlns:a16="http://schemas.microsoft.com/office/drawing/2014/main" id="{C3BA7F41-3735-DB0C-3489-02E81307A65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4" name="직선 연결선 323">
                <a:extLst>
                  <a:ext uri="{FF2B5EF4-FFF2-40B4-BE49-F238E27FC236}">
                    <a16:creationId xmlns:a16="http://schemas.microsoft.com/office/drawing/2014/main" id="{B8D17C70-C373-2D64-4AED-BEDBF9D2B93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5" name="직선 연결선 324">
                <a:extLst>
                  <a:ext uri="{FF2B5EF4-FFF2-40B4-BE49-F238E27FC236}">
                    <a16:creationId xmlns:a16="http://schemas.microsoft.com/office/drawing/2014/main" id="{30923472-166E-96C0-49AE-303FFE6ED9A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51" name="직선 연결선 326">
              <a:extLst>
                <a:ext uri="{FF2B5EF4-FFF2-40B4-BE49-F238E27FC236}">
                  <a16:creationId xmlns:a16="http://schemas.microsoft.com/office/drawing/2014/main" id="{8065A37F-AF4B-B823-C43B-10509FBCBB2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2" name="타원 1751">
              <a:extLst>
                <a:ext uri="{FF2B5EF4-FFF2-40B4-BE49-F238E27FC236}">
                  <a16:creationId xmlns:a16="http://schemas.microsoft.com/office/drawing/2014/main" id="{EA769B4D-6345-39A3-5274-29EB8252245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6" name="그룹 1755">
            <a:extLst>
              <a:ext uri="{FF2B5EF4-FFF2-40B4-BE49-F238E27FC236}">
                <a16:creationId xmlns:a16="http://schemas.microsoft.com/office/drawing/2014/main" id="{9F24902E-0863-173E-F7E2-0A751D605F4E}"/>
              </a:ext>
            </a:extLst>
          </p:cNvPr>
          <p:cNvGrpSpPr/>
          <p:nvPr/>
        </p:nvGrpSpPr>
        <p:grpSpPr>
          <a:xfrm rot="5400000">
            <a:off x="2822000" y="1644696"/>
            <a:ext cx="90979" cy="106796"/>
            <a:chOff x="4947906" y="3396192"/>
            <a:chExt cx="90979" cy="106796"/>
          </a:xfrm>
        </p:grpSpPr>
        <p:cxnSp>
          <p:nvCxnSpPr>
            <p:cNvPr id="1757" name="직선 연결선 326">
              <a:extLst>
                <a:ext uri="{FF2B5EF4-FFF2-40B4-BE49-F238E27FC236}">
                  <a16:creationId xmlns:a16="http://schemas.microsoft.com/office/drawing/2014/main" id="{1A167152-55DF-9708-C8EA-A245F6C3F097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8" name="타원 1757">
              <a:extLst>
                <a:ext uri="{FF2B5EF4-FFF2-40B4-BE49-F238E27FC236}">
                  <a16:creationId xmlns:a16="http://schemas.microsoft.com/office/drawing/2014/main" id="{02C2B869-C61A-0536-D7EF-E07593799133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9" name="그룹 1758">
            <a:extLst>
              <a:ext uri="{FF2B5EF4-FFF2-40B4-BE49-F238E27FC236}">
                <a16:creationId xmlns:a16="http://schemas.microsoft.com/office/drawing/2014/main" id="{F4BA7AD8-A785-CA42-2A25-92C22D10B1F9}"/>
              </a:ext>
            </a:extLst>
          </p:cNvPr>
          <p:cNvGrpSpPr/>
          <p:nvPr/>
        </p:nvGrpSpPr>
        <p:grpSpPr>
          <a:xfrm rot="5400000">
            <a:off x="1462134" y="1136243"/>
            <a:ext cx="90979" cy="106796"/>
            <a:chOff x="4947906" y="3396192"/>
            <a:chExt cx="90979" cy="106796"/>
          </a:xfrm>
        </p:grpSpPr>
        <p:cxnSp>
          <p:nvCxnSpPr>
            <p:cNvPr id="1760" name="직선 연결선 326">
              <a:extLst>
                <a:ext uri="{FF2B5EF4-FFF2-40B4-BE49-F238E27FC236}">
                  <a16:creationId xmlns:a16="http://schemas.microsoft.com/office/drawing/2014/main" id="{B7310211-9A8E-ED6F-AF9E-D8E4FC7AC4A8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1" name="타원 1760">
              <a:extLst>
                <a:ext uri="{FF2B5EF4-FFF2-40B4-BE49-F238E27FC236}">
                  <a16:creationId xmlns:a16="http://schemas.microsoft.com/office/drawing/2014/main" id="{E34AEA7B-D38F-DAB0-B4F3-D52E0800248B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2" name="그룹 1761">
            <a:extLst>
              <a:ext uri="{FF2B5EF4-FFF2-40B4-BE49-F238E27FC236}">
                <a16:creationId xmlns:a16="http://schemas.microsoft.com/office/drawing/2014/main" id="{A26D6B59-F310-F6C2-CA06-39ADED624965}"/>
              </a:ext>
            </a:extLst>
          </p:cNvPr>
          <p:cNvGrpSpPr/>
          <p:nvPr/>
        </p:nvGrpSpPr>
        <p:grpSpPr>
          <a:xfrm rot="5400000">
            <a:off x="5622416" y="861248"/>
            <a:ext cx="90979" cy="106796"/>
            <a:chOff x="4947906" y="3396192"/>
            <a:chExt cx="90979" cy="106796"/>
          </a:xfrm>
        </p:grpSpPr>
        <p:cxnSp>
          <p:nvCxnSpPr>
            <p:cNvPr id="1763" name="직선 연결선 326">
              <a:extLst>
                <a:ext uri="{FF2B5EF4-FFF2-40B4-BE49-F238E27FC236}">
                  <a16:creationId xmlns:a16="http://schemas.microsoft.com/office/drawing/2014/main" id="{0817305F-1E71-F310-3280-4D20623FEAB0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4" name="타원 1763">
              <a:extLst>
                <a:ext uri="{FF2B5EF4-FFF2-40B4-BE49-F238E27FC236}">
                  <a16:creationId xmlns:a16="http://schemas.microsoft.com/office/drawing/2014/main" id="{4E03BC61-413A-9EEA-2A81-3E2B1F28DE06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7" name="그룹 1766">
            <a:extLst>
              <a:ext uri="{FF2B5EF4-FFF2-40B4-BE49-F238E27FC236}">
                <a16:creationId xmlns:a16="http://schemas.microsoft.com/office/drawing/2014/main" id="{A193E9B2-0059-A79C-2858-D228BAAF1E5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875343" y="266461"/>
            <a:ext cx="148067" cy="108000"/>
            <a:chOff x="7409659" y="2902132"/>
            <a:chExt cx="317047" cy="239471"/>
          </a:xfrm>
        </p:grpSpPr>
        <p:grpSp>
          <p:nvGrpSpPr>
            <p:cNvPr id="1768" name="그룹 1767">
              <a:extLst>
                <a:ext uri="{FF2B5EF4-FFF2-40B4-BE49-F238E27FC236}">
                  <a16:creationId xmlns:a16="http://schemas.microsoft.com/office/drawing/2014/main" id="{5309897F-12A4-56F5-F50E-160A891BC52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1" name="직선 연결선 322">
                <a:extLst>
                  <a:ext uri="{FF2B5EF4-FFF2-40B4-BE49-F238E27FC236}">
                    <a16:creationId xmlns:a16="http://schemas.microsoft.com/office/drawing/2014/main" id="{C2F9040A-0472-AA7E-0EBF-FEC53223D11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2" name="직선 연결선 323">
                <a:extLst>
                  <a:ext uri="{FF2B5EF4-FFF2-40B4-BE49-F238E27FC236}">
                    <a16:creationId xmlns:a16="http://schemas.microsoft.com/office/drawing/2014/main" id="{095102F1-411D-429F-F2B7-8D8F5191673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3" name="직선 연결선 324">
                <a:extLst>
                  <a:ext uri="{FF2B5EF4-FFF2-40B4-BE49-F238E27FC236}">
                    <a16:creationId xmlns:a16="http://schemas.microsoft.com/office/drawing/2014/main" id="{15950715-EA84-C301-21FA-11FF9D18C9F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69" name="직선 연결선 326">
              <a:extLst>
                <a:ext uri="{FF2B5EF4-FFF2-40B4-BE49-F238E27FC236}">
                  <a16:creationId xmlns:a16="http://schemas.microsoft.com/office/drawing/2014/main" id="{5DDB85FC-98E6-FA2C-ABD5-DAFE15462F5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0" name="타원 1769">
              <a:extLst>
                <a:ext uri="{FF2B5EF4-FFF2-40B4-BE49-F238E27FC236}">
                  <a16:creationId xmlns:a16="http://schemas.microsoft.com/office/drawing/2014/main" id="{6AA306EA-EE4C-8295-2AC7-B926C9B4EB0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74" name="그룹 1773">
            <a:extLst>
              <a:ext uri="{FF2B5EF4-FFF2-40B4-BE49-F238E27FC236}">
                <a16:creationId xmlns:a16="http://schemas.microsoft.com/office/drawing/2014/main" id="{690CED96-980C-1BD9-88AD-A20D44FAEFE9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35813" y="556494"/>
            <a:ext cx="148067" cy="108000"/>
            <a:chOff x="7409659" y="2902132"/>
            <a:chExt cx="317047" cy="239471"/>
          </a:xfrm>
        </p:grpSpPr>
        <p:grpSp>
          <p:nvGrpSpPr>
            <p:cNvPr id="1775" name="그룹 1774">
              <a:extLst>
                <a:ext uri="{FF2B5EF4-FFF2-40B4-BE49-F238E27FC236}">
                  <a16:creationId xmlns:a16="http://schemas.microsoft.com/office/drawing/2014/main" id="{883AFD3B-1417-0FB1-1AEF-9E58ACC8916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8" name="직선 연결선 322">
                <a:extLst>
                  <a:ext uri="{FF2B5EF4-FFF2-40B4-BE49-F238E27FC236}">
                    <a16:creationId xmlns:a16="http://schemas.microsoft.com/office/drawing/2014/main" id="{4B5D4FB7-42AF-FAE3-4DD9-A37B8085D4A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9" name="직선 연결선 323">
                <a:extLst>
                  <a:ext uri="{FF2B5EF4-FFF2-40B4-BE49-F238E27FC236}">
                    <a16:creationId xmlns:a16="http://schemas.microsoft.com/office/drawing/2014/main" id="{15EA1035-2CF5-E0CF-8DBF-8F23B58C4D1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0" name="직선 연결선 324">
                <a:extLst>
                  <a:ext uri="{FF2B5EF4-FFF2-40B4-BE49-F238E27FC236}">
                    <a16:creationId xmlns:a16="http://schemas.microsoft.com/office/drawing/2014/main" id="{1061E949-F049-4B24-FB09-C00CE592FAB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76" name="직선 연결선 326">
              <a:extLst>
                <a:ext uri="{FF2B5EF4-FFF2-40B4-BE49-F238E27FC236}">
                  <a16:creationId xmlns:a16="http://schemas.microsoft.com/office/drawing/2014/main" id="{56E44A8E-6952-057F-A53A-D4FAC017C7E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7" name="타원 1776">
              <a:extLst>
                <a:ext uri="{FF2B5EF4-FFF2-40B4-BE49-F238E27FC236}">
                  <a16:creationId xmlns:a16="http://schemas.microsoft.com/office/drawing/2014/main" id="{C0979906-C7C5-A505-395D-F84AEA31536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1" name="그룹 1780">
            <a:extLst>
              <a:ext uri="{FF2B5EF4-FFF2-40B4-BE49-F238E27FC236}">
                <a16:creationId xmlns:a16="http://schemas.microsoft.com/office/drawing/2014/main" id="{577B5519-D293-8DBB-E164-F769F93C5CE7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91607" y="1461750"/>
            <a:ext cx="148067" cy="108000"/>
            <a:chOff x="7409659" y="2902132"/>
            <a:chExt cx="317047" cy="239471"/>
          </a:xfrm>
        </p:grpSpPr>
        <p:grpSp>
          <p:nvGrpSpPr>
            <p:cNvPr id="1782" name="그룹 1781">
              <a:extLst>
                <a:ext uri="{FF2B5EF4-FFF2-40B4-BE49-F238E27FC236}">
                  <a16:creationId xmlns:a16="http://schemas.microsoft.com/office/drawing/2014/main" id="{C52A18DB-5581-C8AA-C7AD-A9C89C1F3B0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85" name="직선 연결선 322">
                <a:extLst>
                  <a:ext uri="{FF2B5EF4-FFF2-40B4-BE49-F238E27FC236}">
                    <a16:creationId xmlns:a16="http://schemas.microsoft.com/office/drawing/2014/main" id="{061C34D8-323E-2961-3E7D-7F23BD585BA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6" name="직선 연결선 323">
                <a:extLst>
                  <a:ext uri="{FF2B5EF4-FFF2-40B4-BE49-F238E27FC236}">
                    <a16:creationId xmlns:a16="http://schemas.microsoft.com/office/drawing/2014/main" id="{6AD63226-B9DF-2FAE-7F99-D50484CDEED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7" name="직선 연결선 324">
                <a:extLst>
                  <a:ext uri="{FF2B5EF4-FFF2-40B4-BE49-F238E27FC236}">
                    <a16:creationId xmlns:a16="http://schemas.microsoft.com/office/drawing/2014/main" id="{18C83A9F-6F86-4C47-9287-4DAAC42C546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83" name="직선 연결선 326">
              <a:extLst>
                <a:ext uri="{FF2B5EF4-FFF2-40B4-BE49-F238E27FC236}">
                  <a16:creationId xmlns:a16="http://schemas.microsoft.com/office/drawing/2014/main" id="{5173FE91-296A-38F3-4673-982DB69120A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84" name="타원 1783">
              <a:extLst>
                <a:ext uri="{FF2B5EF4-FFF2-40B4-BE49-F238E27FC236}">
                  <a16:creationId xmlns:a16="http://schemas.microsoft.com/office/drawing/2014/main" id="{A70C5C2F-1B81-F301-6F5A-D8B2A38DE66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8" name="그룹 1787">
            <a:extLst>
              <a:ext uri="{FF2B5EF4-FFF2-40B4-BE49-F238E27FC236}">
                <a16:creationId xmlns:a16="http://schemas.microsoft.com/office/drawing/2014/main" id="{0F542504-A603-5292-1B0E-AF49C3ECD89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8499" y="5658592"/>
            <a:ext cx="148067" cy="108000"/>
            <a:chOff x="7409659" y="2902132"/>
            <a:chExt cx="317047" cy="239471"/>
          </a:xfrm>
        </p:grpSpPr>
        <p:grpSp>
          <p:nvGrpSpPr>
            <p:cNvPr id="1789" name="그룹 1788">
              <a:extLst>
                <a:ext uri="{FF2B5EF4-FFF2-40B4-BE49-F238E27FC236}">
                  <a16:creationId xmlns:a16="http://schemas.microsoft.com/office/drawing/2014/main" id="{244D3243-408F-B784-0C3D-C528D397321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2" name="직선 연결선 322">
                <a:extLst>
                  <a:ext uri="{FF2B5EF4-FFF2-40B4-BE49-F238E27FC236}">
                    <a16:creationId xmlns:a16="http://schemas.microsoft.com/office/drawing/2014/main" id="{8B62314B-10FD-7EDA-2E28-26F409C15FE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3" name="직선 연결선 323">
                <a:extLst>
                  <a:ext uri="{FF2B5EF4-FFF2-40B4-BE49-F238E27FC236}">
                    <a16:creationId xmlns:a16="http://schemas.microsoft.com/office/drawing/2014/main" id="{47396B7A-79D9-3DBD-7A47-9D4AA1F0804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4" name="직선 연결선 324">
                <a:extLst>
                  <a:ext uri="{FF2B5EF4-FFF2-40B4-BE49-F238E27FC236}">
                    <a16:creationId xmlns:a16="http://schemas.microsoft.com/office/drawing/2014/main" id="{CE2DF1D6-88A1-6B81-0DF6-0604401EC16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0" name="직선 연결선 326">
              <a:extLst>
                <a:ext uri="{FF2B5EF4-FFF2-40B4-BE49-F238E27FC236}">
                  <a16:creationId xmlns:a16="http://schemas.microsoft.com/office/drawing/2014/main" id="{60E75CE1-2AB7-A0A1-4C67-496A47A1D7F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1" name="타원 1790">
              <a:extLst>
                <a:ext uri="{FF2B5EF4-FFF2-40B4-BE49-F238E27FC236}">
                  <a16:creationId xmlns:a16="http://schemas.microsoft.com/office/drawing/2014/main" id="{ADE7771A-DD5B-09A6-B197-3551F0AFAF4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95" name="그룹 1794">
            <a:extLst>
              <a:ext uri="{FF2B5EF4-FFF2-40B4-BE49-F238E27FC236}">
                <a16:creationId xmlns:a16="http://schemas.microsoft.com/office/drawing/2014/main" id="{7F0CD5FE-08EC-5FDA-44F8-F3E388149D5A}"/>
              </a:ext>
            </a:extLst>
          </p:cNvPr>
          <p:cNvGrpSpPr>
            <a:grpSpLocks noChangeAspect="1"/>
          </p:cNvGrpSpPr>
          <p:nvPr/>
        </p:nvGrpSpPr>
        <p:grpSpPr>
          <a:xfrm>
            <a:off x="5590097" y="4759125"/>
            <a:ext cx="148067" cy="108000"/>
            <a:chOff x="7409659" y="2902132"/>
            <a:chExt cx="317047" cy="239471"/>
          </a:xfrm>
        </p:grpSpPr>
        <p:grpSp>
          <p:nvGrpSpPr>
            <p:cNvPr id="1796" name="그룹 1795">
              <a:extLst>
                <a:ext uri="{FF2B5EF4-FFF2-40B4-BE49-F238E27FC236}">
                  <a16:creationId xmlns:a16="http://schemas.microsoft.com/office/drawing/2014/main" id="{ADB7887B-C9A2-00ED-4849-6D1FEA655C3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9" name="직선 연결선 322">
                <a:extLst>
                  <a:ext uri="{FF2B5EF4-FFF2-40B4-BE49-F238E27FC236}">
                    <a16:creationId xmlns:a16="http://schemas.microsoft.com/office/drawing/2014/main" id="{07C31F96-900E-0CDD-27AE-96C68AF5F34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0" name="직선 연결선 323">
                <a:extLst>
                  <a:ext uri="{FF2B5EF4-FFF2-40B4-BE49-F238E27FC236}">
                    <a16:creationId xmlns:a16="http://schemas.microsoft.com/office/drawing/2014/main" id="{9824FB84-7600-B7E1-5F10-47FF0B1D51B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1" name="직선 연결선 324">
                <a:extLst>
                  <a:ext uri="{FF2B5EF4-FFF2-40B4-BE49-F238E27FC236}">
                    <a16:creationId xmlns:a16="http://schemas.microsoft.com/office/drawing/2014/main" id="{8D4C1508-BAE3-33AA-1F57-9A07A0E3A5F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7" name="직선 연결선 326">
              <a:extLst>
                <a:ext uri="{FF2B5EF4-FFF2-40B4-BE49-F238E27FC236}">
                  <a16:creationId xmlns:a16="http://schemas.microsoft.com/office/drawing/2014/main" id="{58A1DD42-B950-DCAD-03BC-3080E0460AA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8" name="타원 1797">
              <a:extLst>
                <a:ext uri="{FF2B5EF4-FFF2-40B4-BE49-F238E27FC236}">
                  <a16:creationId xmlns:a16="http://schemas.microsoft.com/office/drawing/2014/main" id="{7BCB7CA5-C0AC-9142-2237-008A8D72DCC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2" name="그룹 1801">
            <a:extLst>
              <a:ext uri="{FF2B5EF4-FFF2-40B4-BE49-F238E27FC236}">
                <a16:creationId xmlns:a16="http://schemas.microsoft.com/office/drawing/2014/main" id="{9B23051F-4094-E658-162F-45D34AF20F3E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143906" y="4468826"/>
            <a:ext cx="148067" cy="108000"/>
            <a:chOff x="7409659" y="2902132"/>
            <a:chExt cx="317047" cy="239471"/>
          </a:xfrm>
        </p:grpSpPr>
        <p:grpSp>
          <p:nvGrpSpPr>
            <p:cNvPr id="1803" name="그룹 1802">
              <a:extLst>
                <a:ext uri="{FF2B5EF4-FFF2-40B4-BE49-F238E27FC236}">
                  <a16:creationId xmlns:a16="http://schemas.microsoft.com/office/drawing/2014/main" id="{476D7EF2-107B-DEF3-27BF-C13C2EC3F25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06" name="직선 연결선 322">
                <a:extLst>
                  <a:ext uri="{FF2B5EF4-FFF2-40B4-BE49-F238E27FC236}">
                    <a16:creationId xmlns:a16="http://schemas.microsoft.com/office/drawing/2014/main" id="{255B1B97-705C-E832-0BAD-769A37E67D8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7" name="직선 연결선 323">
                <a:extLst>
                  <a:ext uri="{FF2B5EF4-FFF2-40B4-BE49-F238E27FC236}">
                    <a16:creationId xmlns:a16="http://schemas.microsoft.com/office/drawing/2014/main" id="{412A7573-8FBC-9884-2184-1D4D40A3045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8" name="직선 연결선 324">
                <a:extLst>
                  <a:ext uri="{FF2B5EF4-FFF2-40B4-BE49-F238E27FC236}">
                    <a16:creationId xmlns:a16="http://schemas.microsoft.com/office/drawing/2014/main" id="{0B4F9489-8570-7DE4-29B2-F2CB050646E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04" name="직선 연결선 326">
              <a:extLst>
                <a:ext uri="{FF2B5EF4-FFF2-40B4-BE49-F238E27FC236}">
                  <a16:creationId xmlns:a16="http://schemas.microsoft.com/office/drawing/2014/main" id="{5C66E8C0-96B1-D4BA-D6BB-F42DE041601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05" name="타원 1804">
              <a:extLst>
                <a:ext uri="{FF2B5EF4-FFF2-40B4-BE49-F238E27FC236}">
                  <a16:creationId xmlns:a16="http://schemas.microsoft.com/office/drawing/2014/main" id="{63F14DC3-C10C-3658-81C4-58EF2445998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9" name="그룹 1808">
            <a:extLst>
              <a:ext uri="{FF2B5EF4-FFF2-40B4-BE49-F238E27FC236}">
                <a16:creationId xmlns:a16="http://schemas.microsoft.com/office/drawing/2014/main" id="{BEF5368F-B503-E9EF-8A52-D967BF6565FC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20071" y="5332821"/>
            <a:ext cx="148067" cy="108000"/>
            <a:chOff x="7409659" y="2902132"/>
            <a:chExt cx="317047" cy="239471"/>
          </a:xfrm>
        </p:grpSpPr>
        <p:grpSp>
          <p:nvGrpSpPr>
            <p:cNvPr id="1810" name="그룹 1809">
              <a:extLst>
                <a:ext uri="{FF2B5EF4-FFF2-40B4-BE49-F238E27FC236}">
                  <a16:creationId xmlns:a16="http://schemas.microsoft.com/office/drawing/2014/main" id="{C3D5BC83-CC58-0E49-640F-0A0B5502311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13" name="직선 연결선 322">
                <a:extLst>
                  <a:ext uri="{FF2B5EF4-FFF2-40B4-BE49-F238E27FC236}">
                    <a16:creationId xmlns:a16="http://schemas.microsoft.com/office/drawing/2014/main" id="{5D87B724-E971-5667-479C-29A36B58145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4" name="직선 연결선 323">
                <a:extLst>
                  <a:ext uri="{FF2B5EF4-FFF2-40B4-BE49-F238E27FC236}">
                    <a16:creationId xmlns:a16="http://schemas.microsoft.com/office/drawing/2014/main" id="{7D7D6715-B558-AE6E-A90B-5740B5E7B18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5" name="직선 연결선 324">
                <a:extLst>
                  <a:ext uri="{FF2B5EF4-FFF2-40B4-BE49-F238E27FC236}">
                    <a16:creationId xmlns:a16="http://schemas.microsoft.com/office/drawing/2014/main" id="{1B552F66-BFD4-A1D8-5937-4B16950B18A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1" name="직선 연결선 326">
              <a:extLst>
                <a:ext uri="{FF2B5EF4-FFF2-40B4-BE49-F238E27FC236}">
                  <a16:creationId xmlns:a16="http://schemas.microsoft.com/office/drawing/2014/main" id="{6F079817-FA0B-B0F1-F8D4-A5E60C413F1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2" name="타원 1811">
              <a:extLst>
                <a:ext uri="{FF2B5EF4-FFF2-40B4-BE49-F238E27FC236}">
                  <a16:creationId xmlns:a16="http://schemas.microsoft.com/office/drawing/2014/main" id="{EF0FFB4A-91F4-C474-51C6-3A46A9CCA8F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16" name="그룹 1815">
            <a:extLst>
              <a:ext uri="{FF2B5EF4-FFF2-40B4-BE49-F238E27FC236}">
                <a16:creationId xmlns:a16="http://schemas.microsoft.com/office/drawing/2014/main" id="{EAF75CB3-0DEB-062C-7A10-3A4BB9D02EE7}"/>
              </a:ext>
            </a:extLst>
          </p:cNvPr>
          <p:cNvGrpSpPr>
            <a:grpSpLocks noChangeAspect="1"/>
          </p:cNvGrpSpPr>
          <p:nvPr/>
        </p:nvGrpSpPr>
        <p:grpSpPr>
          <a:xfrm>
            <a:off x="4843039" y="5500842"/>
            <a:ext cx="148067" cy="108000"/>
            <a:chOff x="7409659" y="2902132"/>
            <a:chExt cx="317047" cy="239471"/>
          </a:xfrm>
        </p:grpSpPr>
        <p:grpSp>
          <p:nvGrpSpPr>
            <p:cNvPr id="1817" name="그룹 1816">
              <a:extLst>
                <a:ext uri="{FF2B5EF4-FFF2-40B4-BE49-F238E27FC236}">
                  <a16:creationId xmlns:a16="http://schemas.microsoft.com/office/drawing/2014/main" id="{69ECF9C9-8D93-F3F4-C412-B6A49B4B321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0" name="직선 연결선 322">
                <a:extLst>
                  <a:ext uri="{FF2B5EF4-FFF2-40B4-BE49-F238E27FC236}">
                    <a16:creationId xmlns:a16="http://schemas.microsoft.com/office/drawing/2014/main" id="{E8920928-355E-6E6E-ED3E-6A4C25194E0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1" name="직선 연결선 323">
                <a:extLst>
                  <a:ext uri="{FF2B5EF4-FFF2-40B4-BE49-F238E27FC236}">
                    <a16:creationId xmlns:a16="http://schemas.microsoft.com/office/drawing/2014/main" id="{C2039EF3-FF79-82CF-3033-5DCA8DF6F1B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2" name="직선 연결선 324">
                <a:extLst>
                  <a:ext uri="{FF2B5EF4-FFF2-40B4-BE49-F238E27FC236}">
                    <a16:creationId xmlns:a16="http://schemas.microsoft.com/office/drawing/2014/main" id="{11636E49-32BA-B226-66E8-9A3258136DD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8" name="직선 연결선 326">
              <a:extLst>
                <a:ext uri="{FF2B5EF4-FFF2-40B4-BE49-F238E27FC236}">
                  <a16:creationId xmlns:a16="http://schemas.microsoft.com/office/drawing/2014/main" id="{36344F4E-0CFD-0E7E-D6DF-9DB9D8ECB2E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9" name="타원 1818">
              <a:extLst>
                <a:ext uri="{FF2B5EF4-FFF2-40B4-BE49-F238E27FC236}">
                  <a16:creationId xmlns:a16="http://schemas.microsoft.com/office/drawing/2014/main" id="{FBCF2410-FBC9-9856-BADC-DE7BCA4D747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23" name="그룹 1822">
            <a:extLst>
              <a:ext uri="{FF2B5EF4-FFF2-40B4-BE49-F238E27FC236}">
                <a16:creationId xmlns:a16="http://schemas.microsoft.com/office/drawing/2014/main" id="{B469C202-32EE-C4D4-BCFA-5C7E0BC7DA1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19239" y="4155496"/>
            <a:ext cx="148067" cy="108000"/>
            <a:chOff x="7409659" y="2902132"/>
            <a:chExt cx="317047" cy="239471"/>
          </a:xfrm>
        </p:grpSpPr>
        <p:grpSp>
          <p:nvGrpSpPr>
            <p:cNvPr id="1824" name="그룹 1823">
              <a:extLst>
                <a:ext uri="{FF2B5EF4-FFF2-40B4-BE49-F238E27FC236}">
                  <a16:creationId xmlns:a16="http://schemas.microsoft.com/office/drawing/2014/main" id="{E5420D1C-C385-6ED4-2829-E9524C1EE7E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7" name="직선 연결선 322">
                <a:extLst>
                  <a:ext uri="{FF2B5EF4-FFF2-40B4-BE49-F238E27FC236}">
                    <a16:creationId xmlns:a16="http://schemas.microsoft.com/office/drawing/2014/main" id="{94B6C03E-D080-2335-1928-5667B498A7B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8" name="직선 연결선 323">
                <a:extLst>
                  <a:ext uri="{FF2B5EF4-FFF2-40B4-BE49-F238E27FC236}">
                    <a16:creationId xmlns:a16="http://schemas.microsoft.com/office/drawing/2014/main" id="{A7F973B1-BA5B-B280-980C-5A689FCA6E9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9" name="직선 연결선 324">
                <a:extLst>
                  <a:ext uri="{FF2B5EF4-FFF2-40B4-BE49-F238E27FC236}">
                    <a16:creationId xmlns:a16="http://schemas.microsoft.com/office/drawing/2014/main" id="{17C7AF21-904D-49C2-FDCC-764B5890CDD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25" name="직선 연결선 326">
              <a:extLst>
                <a:ext uri="{FF2B5EF4-FFF2-40B4-BE49-F238E27FC236}">
                  <a16:creationId xmlns:a16="http://schemas.microsoft.com/office/drawing/2014/main" id="{AAA77A49-1FE8-050F-6D7F-5E5479055A0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26" name="타원 1825">
              <a:extLst>
                <a:ext uri="{FF2B5EF4-FFF2-40B4-BE49-F238E27FC236}">
                  <a16:creationId xmlns:a16="http://schemas.microsoft.com/office/drawing/2014/main" id="{FEB3FE35-96EE-4FAC-12D4-BED6E773890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0" name="그룹 1829">
            <a:extLst>
              <a:ext uri="{FF2B5EF4-FFF2-40B4-BE49-F238E27FC236}">
                <a16:creationId xmlns:a16="http://schemas.microsoft.com/office/drawing/2014/main" id="{7D5913C8-40C9-A15B-5492-9C728102E8B3}"/>
              </a:ext>
            </a:extLst>
          </p:cNvPr>
          <p:cNvGrpSpPr>
            <a:grpSpLocks noChangeAspect="1"/>
          </p:cNvGrpSpPr>
          <p:nvPr/>
        </p:nvGrpSpPr>
        <p:grpSpPr>
          <a:xfrm>
            <a:off x="9004861" y="1086714"/>
            <a:ext cx="148067" cy="108000"/>
            <a:chOff x="7409659" y="2902132"/>
            <a:chExt cx="317047" cy="239471"/>
          </a:xfrm>
        </p:grpSpPr>
        <p:grpSp>
          <p:nvGrpSpPr>
            <p:cNvPr id="1831" name="그룹 1830">
              <a:extLst>
                <a:ext uri="{FF2B5EF4-FFF2-40B4-BE49-F238E27FC236}">
                  <a16:creationId xmlns:a16="http://schemas.microsoft.com/office/drawing/2014/main" id="{D72BF2BA-853E-5761-528E-1FDB73D2B68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34" name="직선 연결선 322">
                <a:extLst>
                  <a:ext uri="{FF2B5EF4-FFF2-40B4-BE49-F238E27FC236}">
                    <a16:creationId xmlns:a16="http://schemas.microsoft.com/office/drawing/2014/main" id="{8E5C9722-D078-C609-72BF-C20B1F1C797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5" name="직선 연결선 323">
                <a:extLst>
                  <a:ext uri="{FF2B5EF4-FFF2-40B4-BE49-F238E27FC236}">
                    <a16:creationId xmlns:a16="http://schemas.microsoft.com/office/drawing/2014/main" id="{6F4D7EF6-8965-0EAC-EB5E-FFA8B979E52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6" name="직선 연결선 324">
                <a:extLst>
                  <a:ext uri="{FF2B5EF4-FFF2-40B4-BE49-F238E27FC236}">
                    <a16:creationId xmlns:a16="http://schemas.microsoft.com/office/drawing/2014/main" id="{64C181B7-C489-5B85-4A77-3E4778E1999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2" name="직선 연결선 326">
              <a:extLst>
                <a:ext uri="{FF2B5EF4-FFF2-40B4-BE49-F238E27FC236}">
                  <a16:creationId xmlns:a16="http://schemas.microsoft.com/office/drawing/2014/main" id="{885D65A3-378A-DD4A-4424-4A28118E9A2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33" name="타원 1832">
              <a:extLst>
                <a:ext uri="{FF2B5EF4-FFF2-40B4-BE49-F238E27FC236}">
                  <a16:creationId xmlns:a16="http://schemas.microsoft.com/office/drawing/2014/main" id="{E528C5DD-8326-AC2B-DC1C-B61F7C583B0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7" name="그룹 1836">
            <a:extLst>
              <a:ext uri="{FF2B5EF4-FFF2-40B4-BE49-F238E27FC236}">
                <a16:creationId xmlns:a16="http://schemas.microsoft.com/office/drawing/2014/main" id="{90D9424F-574D-2AFB-C067-09AB2EB2174C}"/>
              </a:ext>
            </a:extLst>
          </p:cNvPr>
          <p:cNvGrpSpPr>
            <a:grpSpLocks noChangeAspect="1"/>
          </p:cNvGrpSpPr>
          <p:nvPr/>
        </p:nvGrpSpPr>
        <p:grpSpPr>
          <a:xfrm>
            <a:off x="9000094" y="1243877"/>
            <a:ext cx="148067" cy="108000"/>
            <a:chOff x="7409659" y="2902132"/>
            <a:chExt cx="317047" cy="239471"/>
          </a:xfrm>
        </p:grpSpPr>
        <p:grpSp>
          <p:nvGrpSpPr>
            <p:cNvPr id="1838" name="그룹 1837">
              <a:extLst>
                <a:ext uri="{FF2B5EF4-FFF2-40B4-BE49-F238E27FC236}">
                  <a16:creationId xmlns:a16="http://schemas.microsoft.com/office/drawing/2014/main" id="{742CB7AC-60E3-EA7C-93EE-99C19EF543F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1" name="직선 연결선 322">
                <a:extLst>
                  <a:ext uri="{FF2B5EF4-FFF2-40B4-BE49-F238E27FC236}">
                    <a16:creationId xmlns:a16="http://schemas.microsoft.com/office/drawing/2014/main" id="{92A235EE-7893-89E1-AF5C-6438675948D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2" name="직선 연결선 323">
                <a:extLst>
                  <a:ext uri="{FF2B5EF4-FFF2-40B4-BE49-F238E27FC236}">
                    <a16:creationId xmlns:a16="http://schemas.microsoft.com/office/drawing/2014/main" id="{08206BDC-5E0D-CAD7-DE0D-475C58E62D0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3" name="직선 연결선 324">
                <a:extLst>
                  <a:ext uri="{FF2B5EF4-FFF2-40B4-BE49-F238E27FC236}">
                    <a16:creationId xmlns:a16="http://schemas.microsoft.com/office/drawing/2014/main" id="{C68C6401-9944-2E62-78CA-81A7DD2CA45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9" name="직선 연결선 326">
              <a:extLst>
                <a:ext uri="{FF2B5EF4-FFF2-40B4-BE49-F238E27FC236}">
                  <a16:creationId xmlns:a16="http://schemas.microsoft.com/office/drawing/2014/main" id="{D0C35DD4-00B1-BC14-DEDF-2CA51B39692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0" name="타원 1839">
              <a:extLst>
                <a:ext uri="{FF2B5EF4-FFF2-40B4-BE49-F238E27FC236}">
                  <a16:creationId xmlns:a16="http://schemas.microsoft.com/office/drawing/2014/main" id="{F5FA2DB1-08B0-1A12-F5EA-869B0300E69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44" name="그룹 1843">
            <a:extLst>
              <a:ext uri="{FF2B5EF4-FFF2-40B4-BE49-F238E27FC236}">
                <a16:creationId xmlns:a16="http://schemas.microsoft.com/office/drawing/2014/main" id="{A54D0850-56A6-F02E-BA0E-3E13C664589A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747310" y="2361483"/>
            <a:ext cx="148067" cy="108000"/>
            <a:chOff x="7409659" y="2902132"/>
            <a:chExt cx="317047" cy="239471"/>
          </a:xfrm>
        </p:grpSpPr>
        <p:grpSp>
          <p:nvGrpSpPr>
            <p:cNvPr id="1845" name="그룹 1844">
              <a:extLst>
                <a:ext uri="{FF2B5EF4-FFF2-40B4-BE49-F238E27FC236}">
                  <a16:creationId xmlns:a16="http://schemas.microsoft.com/office/drawing/2014/main" id="{B7985EF2-74A7-5D02-2ED2-52770479235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8" name="직선 연결선 322">
                <a:extLst>
                  <a:ext uri="{FF2B5EF4-FFF2-40B4-BE49-F238E27FC236}">
                    <a16:creationId xmlns:a16="http://schemas.microsoft.com/office/drawing/2014/main" id="{2C4B3E53-188A-B4FC-C74E-3D30BB023F3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9" name="직선 연결선 323">
                <a:extLst>
                  <a:ext uri="{FF2B5EF4-FFF2-40B4-BE49-F238E27FC236}">
                    <a16:creationId xmlns:a16="http://schemas.microsoft.com/office/drawing/2014/main" id="{3AA46CA9-E520-0443-34EB-F6283FCE6AF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0" name="직선 연결선 324">
                <a:extLst>
                  <a:ext uri="{FF2B5EF4-FFF2-40B4-BE49-F238E27FC236}">
                    <a16:creationId xmlns:a16="http://schemas.microsoft.com/office/drawing/2014/main" id="{E45CD6C5-6B06-7775-C16D-EC9F37C10D7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46" name="직선 연결선 326">
              <a:extLst>
                <a:ext uri="{FF2B5EF4-FFF2-40B4-BE49-F238E27FC236}">
                  <a16:creationId xmlns:a16="http://schemas.microsoft.com/office/drawing/2014/main" id="{9E1BFD9D-5741-0B75-224C-7C794C8774A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7" name="타원 1846">
              <a:extLst>
                <a:ext uri="{FF2B5EF4-FFF2-40B4-BE49-F238E27FC236}">
                  <a16:creationId xmlns:a16="http://schemas.microsoft.com/office/drawing/2014/main" id="{B1AADC39-98DB-1CD0-68DD-4242ED453F3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1" name="그룹 1850">
            <a:extLst>
              <a:ext uri="{FF2B5EF4-FFF2-40B4-BE49-F238E27FC236}">
                <a16:creationId xmlns:a16="http://schemas.microsoft.com/office/drawing/2014/main" id="{D5D8515C-C70E-4856-023A-B82A3265824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934856" y="1781417"/>
            <a:ext cx="148067" cy="108000"/>
            <a:chOff x="7409659" y="2902132"/>
            <a:chExt cx="317047" cy="239471"/>
          </a:xfrm>
        </p:grpSpPr>
        <p:grpSp>
          <p:nvGrpSpPr>
            <p:cNvPr id="1852" name="그룹 1851">
              <a:extLst>
                <a:ext uri="{FF2B5EF4-FFF2-40B4-BE49-F238E27FC236}">
                  <a16:creationId xmlns:a16="http://schemas.microsoft.com/office/drawing/2014/main" id="{33D00C7C-29ED-E440-9FF5-A1566E38642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55" name="직선 연결선 322">
                <a:extLst>
                  <a:ext uri="{FF2B5EF4-FFF2-40B4-BE49-F238E27FC236}">
                    <a16:creationId xmlns:a16="http://schemas.microsoft.com/office/drawing/2014/main" id="{AC063207-1C80-84A6-4AE9-2684E7D3F5C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6" name="직선 연결선 323">
                <a:extLst>
                  <a:ext uri="{FF2B5EF4-FFF2-40B4-BE49-F238E27FC236}">
                    <a16:creationId xmlns:a16="http://schemas.microsoft.com/office/drawing/2014/main" id="{97327E11-A660-C6E4-020D-34106EA801B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7" name="직선 연결선 324">
                <a:extLst>
                  <a:ext uri="{FF2B5EF4-FFF2-40B4-BE49-F238E27FC236}">
                    <a16:creationId xmlns:a16="http://schemas.microsoft.com/office/drawing/2014/main" id="{F7B2EC38-A0D7-6C15-7033-DC5E74BA8CB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53" name="직선 연결선 326">
              <a:extLst>
                <a:ext uri="{FF2B5EF4-FFF2-40B4-BE49-F238E27FC236}">
                  <a16:creationId xmlns:a16="http://schemas.microsoft.com/office/drawing/2014/main" id="{D2B9A2FD-78C3-63C8-2CA7-9D59B9E0A67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54" name="타원 1853">
              <a:extLst>
                <a:ext uri="{FF2B5EF4-FFF2-40B4-BE49-F238E27FC236}">
                  <a16:creationId xmlns:a16="http://schemas.microsoft.com/office/drawing/2014/main" id="{744F524F-96B2-704C-178D-CB5B2B65C53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8" name="그룹 1857">
            <a:extLst>
              <a:ext uri="{FF2B5EF4-FFF2-40B4-BE49-F238E27FC236}">
                <a16:creationId xmlns:a16="http://schemas.microsoft.com/office/drawing/2014/main" id="{4E5D0E04-E2A1-46A1-4961-5F5524EFB7E1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153872" y="6207475"/>
            <a:ext cx="148067" cy="108000"/>
            <a:chOff x="7409659" y="2902132"/>
            <a:chExt cx="317047" cy="239471"/>
          </a:xfrm>
        </p:grpSpPr>
        <p:grpSp>
          <p:nvGrpSpPr>
            <p:cNvPr id="1859" name="그룹 1858">
              <a:extLst>
                <a:ext uri="{FF2B5EF4-FFF2-40B4-BE49-F238E27FC236}">
                  <a16:creationId xmlns:a16="http://schemas.microsoft.com/office/drawing/2014/main" id="{AC7A9570-D9FB-0555-57DB-66571E31FA9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2" name="직선 연결선 322">
                <a:extLst>
                  <a:ext uri="{FF2B5EF4-FFF2-40B4-BE49-F238E27FC236}">
                    <a16:creationId xmlns:a16="http://schemas.microsoft.com/office/drawing/2014/main" id="{A6A1C6FE-7BCB-2CC6-F768-80BF4A6E183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3" name="직선 연결선 323">
                <a:extLst>
                  <a:ext uri="{FF2B5EF4-FFF2-40B4-BE49-F238E27FC236}">
                    <a16:creationId xmlns:a16="http://schemas.microsoft.com/office/drawing/2014/main" id="{8FBB8857-988B-F806-2D84-77D7395E902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4" name="직선 연결선 324">
                <a:extLst>
                  <a:ext uri="{FF2B5EF4-FFF2-40B4-BE49-F238E27FC236}">
                    <a16:creationId xmlns:a16="http://schemas.microsoft.com/office/drawing/2014/main" id="{86C91BAD-2B6F-C9D6-BA22-0E0E1663717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0" name="직선 연결선 326">
              <a:extLst>
                <a:ext uri="{FF2B5EF4-FFF2-40B4-BE49-F238E27FC236}">
                  <a16:creationId xmlns:a16="http://schemas.microsoft.com/office/drawing/2014/main" id="{591AD22A-B1DB-3045-A980-9918F7E6B04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1" name="타원 1860">
              <a:extLst>
                <a:ext uri="{FF2B5EF4-FFF2-40B4-BE49-F238E27FC236}">
                  <a16:creationId xmlns:a16="http://schemas.microsoft.com/office/drawing/2014/main" id="{38967585-089A-1FA8-02BF-AC8ECD83522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65" name="그룹 1864">
            <a:extLst>
              <a:ext uri="{FF2B5EF4-FFF2-40B4-BE49-F238E27FC236}">
                <a16:creationId xmlns:a16="http://schemas.microsoft.com/office/drawing/2014/main" id="{BA21CB3B-EFE4-80C9-D484-5B37672DDD2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6019" y="6073546"/>
            <a:ext cx="148067" cy="108000"/>
            <a:chOff x="7409659" y="2902132"/>
            <a:chExt cx="317047" cy="239471"/>
          </a:xfrm>
        </p:grpSpPr>
        <p:grpSp>
          <p:nvGrpSpPr>
            <p:cNvPr id="1866" name="그룹 1865">
              <a:extLst>
                <a:ext uri="{FF2B5EF4-FFF2-40B4-BE49-F238E27FC236}">
                  <a16:creationId xmlns:a16="http://schemas.microsoft.com/office/drawing/2014/main" id="{FBB8EC9F-935A-89DB-9951-B2F5A566695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9" name="직선 연결선 322">
                <a:extLst>
                  <a:ext uri="{FF2B5EF4-FFF2-40B4-BE49-F238E27FC236}">
                    <a16:creationId xmlns:a16="http://schemas.microsoft.com/office/drawing/2014/main" id="{EE4715E2-7D31-9ECF-C890-48DC5AD803D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0" name="직선 연결선 323">
                <a:extLst>
                  <a:ext uri="{FF2B5EF4-FFF2-40B4-BE49-F238E27FC236}">
                    <a16:creationId xmlns:a16="http://schemas.microsoft.com/office/drawing/2014/main" id="{3D4DF894-1FA6-E522-ECC8-77A46FC58F9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1" name="직선 연결선 324">
                <a:extLst>
                  <a:ext uri="{FF2B5EF4-FFF2-40B4-BE49-F238E27FC236}">
                    <a16:creationId xmlns:a16="http://schemas.microsoft.com/office/drawing/2014/main" id="{593B8BEE-0BA5-9A20-A5EA-3B9C5C19F68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7" name="직선 연결선 326">
              <a:extLst>
                <a:ext uri="{FF2B5EF4-FFF2-40B4-BE49-F238E27FC236}">
                  <a16:creationId xmlns:a16="http://schemas.microsoft.com/office/drawing/2014/main" id="{07D6287F-CD7B-43FB-A4BA-C1611BA3EF5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8" name="타원 1867">
              <a:extLst>
                <a:ext uri="{FF2B5EF4-FFF2-40B4-BE49-F238E27FC236}">
                  <a16:creationId xmlns:a16="http://schemas.microsoft.com/office/drawing/2014/main" id="{D9AA6F26-DE97-4191-1384-5E4AF63C91F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2" name="그룹 1871">
            <a:extLst>
              <a:ext uri="{FF2B5EF4-FFF2-40B4-BE49-F238E27FC236}">
                <a16:creationId xmlns:a16="http://schemas.microsoft.com/office/drawing/2014/main" id="{0685E358-D23A-8FC4-4BC8-2CE3C9266E9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5506" y="5072535"/>
            <a:ext cx="148067" cy="108000"/>
            <a:chOff x="7409659" y="2902132"/>
            <a:chExt cx="317047" cy="239471"/>
          </a:xfrm>
        </p:grpSpPr>
        <p:grpSp>
          <p:nvGrpSpPr>
            <p:cNvPr id="1873" name="그룹 1872">
              <a:extLst>
                <a:ext uri="{FF2B5EF4-FFF2-40B4-BE49-F238E27FC236}">
                  <a16:creationId xmlns:a16="http://schemas.microsoft.com/office/drawing/2014/main" id="{A44587C6-63F3-A29C-190B-F32F6BD8B02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76" name="직선 연결선 322">
                <a:extLst>
                  <a:ext uri="{FF2B5EF4-FFF2-40B4-BE49-F238E27FC236}">
                    <a16:creationId xmlns:a16="http://schemas.microsoft.com/office/drawing/2014/main" id="{8E3BEA7C-CDBA-4132-BB06-79840C1C9D3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7" name="직선 연결선 323">
                <a:extLst>
                  <a:ext uri="{FF2B5EF4-FFF2-40B4-BE49-F238E27FC236}">
                    <a16:creationId xmlns:a16="http://schemas.microsoft.com/office/drawing/2014/main" id="{B30F93EA-1BCE-2384-ECA9-60D44DA0B5D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8" name="직선 연결선 324">
                <a:extLst>
                  <a:ext uri="{FF2B5EF4-FFF2-40B4-BE49-F238E27FC236}">
                    <a16:creationId xmlns:a16="http://schemas.microsoft.com/office/drawing/2014/main" id="{2EB63DE7-AC5A-056C-5D27-3C9ACF5FAAE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74" name="직선 연결선 326">
              <a:extLst>
                <a:ext uri="{FF2B5EF4-FFF2-40B4-BE49-F238E27FC236}">
                  <a16:creationId xmlns:a16="http://schemas.microsoft.com/office/drawing/2014/main" id="{BBC00999-1828-9F28-5762-3BD8B661715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75" name="타원 1874">
              <a:extLst>
                <a:ext uri="{FF2B5EF4-FFF2-40B4-BE49-F238E27FC236}">
                  <a16:creationId xmlns:a16="http://schemas.microsoft.com/office/drawing/2014/main" id="{7581C8F0-B21A-CF8B-2123-61DD5843922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9" name="그룹 1878">
            <a:extLst>
              <a:ext uri="{FF2B5EF4-FFF2-40B4-BE49-F238E27FC236}">
                <a16:creationId xmlns:a16="http://schemas.microsoft.com/office/drawing/2014/main" id="{425DEC8A-5EED-C8BC-5475-11FE8CA4D1CA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33590" y="4456295"/>
            <a:ext cx="148067" cy="108000"/>
            <a:chOff x="7409659" y="2902132"/>
            <a:chExt cx="317047" cy="239471"/>
          </a:xfrm>
        </p:grpSpPr>
        <p:grpSp>
          <p:nvGrpSpPr>
            <p:cNvPr id="1880" name="그룹 1879">
              <a:extLst>
                <a:ext uri="{FF2B5EF4-FFF2-40B4-BE49-F238E27FC236}">
                  <a16:creationId xmlns:a16="http://schemas.microsoft.com/office/drawing/2014/main" id="{377B2A1F-C4E7-C4FD-CF45-BF61CD2F81C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83" name="직선 연결선 322">
                <a:extLst>
                  <a:ext uri="{FF2B5EF4-FFF2-40B4-BE49-F238E27FC236}">
                    <a16:creationId xmlns:a16="http://schemas.microsoft.com/office/drawing/2014/main" id="{25B1DE4F-6BB3-5231-05CD-AA85FF6E1CC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4" name="직선 연결선 323">
                <a:extLst>
                  <a:ext uri="{FF2B5EF4-FFF2-40B4-BE49-F238E27FC236}">
                    <a16:creationId xmlns:a16="http://schemas.microsoft.com/office/drawing/2014/main" id="{6C8B533E-B08E-21C6-02A2-681E2872813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5" name="직선 연결선 324">
                <a:extLst>
                  <a:ext uri="{FF2B5EF4-FFF2-40B4-BE49-F238E27FC236}">
                    <a16:creationId xmlns:a16="http://schemas.microsoft.com/office/drawing/2014/main" id="{99723B0D-06D0-8489-EAF6-EFC51024C1F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81" name="직선 연결선 326">
              <a:extLst>
                <a:ext uri="{FF2B5EF4-FFF2-40B4-BE49-F238E27FC236}">
                  <a16:creationId xmlns:a16="http://schemas.microsoft.com/office/drawing/2014/main" id="{84B771FA-1C8A-BD44-CC63-35F2D46AB99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2" name="타원 1881">
              <a:extLst>
                <a:ext uri="{FF2B5EF4-FFF2-40B4-BE49-F238E27FC236}">
                  <a16:creationId xmlns:a16="http://schemas.microsoft.com/office/drawing/2014/main" id="{2388F65D-B932-9B67-BE79-F48505D5ECF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6" name="그룹 1885">
            <a:extLst>
              <a:ext uri="{FF2B5EF4-FFF2-40B4-BE49-F238E27FC236}">
                <a16:creationId xmlns:a16="http://schemas.microsoft.com/office/drawing/2014/main" id="{A14CEE75-2624-0220-352C-B38B0D0B39C8}"/>
              </a:ext>
            </a:extLst>
          </p:cNvPr>
          <p:cNvGrpSpPr/>
          <p:nvPr/>
        </p:nvGrpSpPr>
        <p:grpSpPr>
          <a:xfrm rot="5400000">
            <a:off x="3962074" y="5338573"/>
            <a:ext cx="90979" cy="106796"/>
            <a:chOff x="4947906" y="3396192"/>
            <a:chExt cx="90979" cy="106796"/>
          </a:xfrm>
        </p:grpSpPr>
        <p:cxnSp>
          <p:nvCxnSpPr>
            <p:cNvPr id="1887" name="직선 연결선 326">
              <a:extLst>
                <a:ext uri="{FF2B5EF4-FFF2-40B4-BE49-F238E27FC236}">
                  <a16:creationId xmlns:a16="http://schemas.microsoft.com/office/drawing/2014/main" id="{F5CEA419-798A-E8B9-145A-293E5D4E9FAF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8" name="타원 1887">
              <a:extLst>
                <a:ext uri="{FF2B5EF4-FFF2-40B4-BE49-F238E27FC236}">
                  <a16:creationId xmlns:a16="http://schemas.microsoft.com/office/drawing/2014/main" id="{42F72D81-F39E-BBA9-28F8-5DD2DBF08259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9" name="그룹 1888">
            <a:extLst>
              <a:ext uri="{FF2B5EF4-FFF2-40B4-BE49-F238E27FC236}">
                <a16:creationId xmlns:a16="http://schemas.microsoft.com/office/drawing/2014/main" id="{518B1B49-A5E1-F0F7-E9DC-2E86BC3A6880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041" y="5948625"/>
            <a:ext cx="148067" cy="108000"/>
            <a:chOff x="7409659" y="2902132"/>
            <a:chExt cx="317047" cy="239471"/>
          </a:xfrm>
        </p:grpSpPr>
        <p:grpSp>
          <p:nvGrpSpPr>
            <p:cNvPr id="1890" name="그룹 1889">
              <a:extLst>
                <a:ext uri="{FF2B5EF4-FFF2-40B4-BE49-F238E27FC236}">
                  <a16:creationId xmlns:a16="http://schemas.microsoft.com/office/drawing/2014/main" id="{AB03758D-F36D-4C3B-AF54-1A1323CFAC0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93" name="직선 연결선 322">
                <a:extLst>
                  <a:ext uri="{FF2B5EF4-FFF2-40B4-BE49-F238E27FC236}">
                    <a16:creationId xmlns:a16="http://schemas.microsoft.com/office/drawing/2014/main" id="{97F54DDA-1F65-63C5-D7E7-DEC8B22301A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4" name="직선 연결선 323">
                <a:extLst>
                  <a:ext uri="{FF2B5EF4-FFF2-40B4-BE49-F238E27FC236}">
                    <a16:creationId xmlns:a16="http://schemas.microsoft.com/office/drawing/2014/main" id="{44FC6E46-6D92-EBA1-36CD-00654CFCF60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5" name="직선 연결선 324">
                <a:extLst>
                  <a:ext uri="{FF2B5EF4-FFF2-40B4-BE49-F238E27FC236}">
                    <a16:creationId xmlns:a16="http://schemas.microsoft.com/office/drawing/2014/main" id="{239D1752-95BA-2772-B4F8-46E63EF7A2E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91" name="직선 연결선 326">
              <a:extLst>
                <a:ext uri="{FF2B5EF4-FFF2-40B4-BE49-F238E27FC236}">
                  <a16:creationId xmlns:a16="http://schemas.microsoft.com/office/drawing/2014/main" id="{8C2511C4-10A4-4B98-FF52-9D7044639E6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92" name="타원 1891">
              <a:extLst>
                <a:ext uri="{FF2B5EF4-FFF2-40B4-BE49-F238E27FC236}">
                  <a16:creationId xmlns:a16="http://schemas.microsoft.com/office/drawing/2014/main" id="{3C19CB2A-1062-EAC6-EF58-FDD5D324326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2018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CD7F8-6330-2AF6-7186-FAFD640CC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직사각형 785">
            <a:extLst>
              <a:ext uri="{FF2B5EF4-FFF2-40B4-BE49-F238E27FC236}">
                <a16:creationId xmlns:a16="http://schemas.microsoft.com/office/drawing/2014/main" id="{4E2EBF35-51FF-C2FB-8803-4DF7DA8FB0DB}"/>
              </a:ext>
            </a:extLst>
          </p:cNvPr>
          <p:cNvSpPr>
            <a:spLocks noChangeAspect="1"/>
          </p:cNvSpPr>
          <p:nvPr/>
        </p:nvSpPr>
        <p:spPr>
          <a:xfrm>
            <a:off x="7868471" y="1009717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87" name="직사각형 786">
            <a:extLst>
              <a:ext uri="{FF2B5EF4-FFF2-40B4-BE49-F238E27FC236}">
                <a16:creationId xmlns:a16="http://schemas.microsoft.com/office/drawing/2014/main" id="{550ADECA-C138-0DCB-F285-9D25B43592FC}"/>
              </a:ext>
            </a:extLst>
          </p:cNvPr>
          <p:cNvSpPr>
            <a:spLocks/>
          </p:cNvSpPr>
          <p:nvPr/>
        </p:nvSpPr>
        <p:spPr>
          <a:xfrm>
            <a:off x="7868471" y="1909450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2" name="직사각형 791">
            <a:extLst>
              <a:ext uri="{FF2B5EF4-FFF2-40B4-BE49-F238E27FC236}">
                <a16:creationId xmlns:a16="http://schemas.microsoft.com/office/drawing/2014/main" id="{3A593990-ADA8-45F4-C5D1-124A8720A409}"/>
              </a:ext>
            </a:extLst>
          </p:cNvPr>
          <p:cNvSpPr>
            <a:spLocks/>
          </p:cNvSpPr>
          <p:nvPr/>
        </p:nvSpPr>
        <p:spPr>
          <a:xfrm>
            <a:off x="7868471" y="2809183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3" name="직사각형 792">
            <a:extLst>
              <a:ext uri="{FF2B5EF4-FFF2-40B4-BE49-F238E27FC236}">
                <a16:creationId xmlns:a16="http://schemas.microsoft.com/office/drawing/2014/main" id="{C228974C-55B3-95E9-D6C3-C446F4BDCE60}"/>
              </a:ext>
            </a:extLst>
          </p:cNvPr>
          <p:cNvSpPr>
            <a:spLocks/>
          </p:cNvSpPr>
          <p:nvPr/>
        </p:nvSpPr>
        <p:spPr>
          <a:xfrm>
            <a:off x="9859411" y="2816833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794" name="직사각형 793">
            <a:extLst>
              <a:ext uri="{FF2B5EF4-FFF2-40B4-BE49-F238E27FC236}">
                <a16:creationId xmlns:a16="http://schemas.microsoft.com/office/drawing/2014/main" id="{7BB9CEA3-5D23-B235-06FC-7E90B6641398}"/>
              </a:ext>
            </a:extLst>
          </p:cNvPr>
          <p:cNvSpPr>
            <a:spLocks/>
          </p:cNvSpPr>
          <p:nvPr/>
        </p:nvSpPr>
        <p:spPr>
          <a:xfrm>
            <a:off x="7868471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5" name="직사각형 794">
            <a:extLst>
              <a:ext uri="{FF2B5EF4-FFF2-40B4-BE49-F238E27FC236}">
                <a16:creationId xmlns:a16="http://schemas.microsoft.com/office/drawing/2014/main" id="{9B3F2A4C-8B38-18DF-9C37-4B620A252D3D}"/>
              </a:ext>
            </a:extLst>
          </p:cNvPr>
          <p:cNvSpPr>
            <a:spLocks/>
          </p:cNvSpPr>
          <p:nvPr/>
        </p:nvSpPr>
        <p:spPr>
          <a:xfrm>
            <a:off x="7868471" y="550128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6" name="직사각형 795">
            <a:extLst>
              <a:ext uri="{FF2B5EF4-FFF2-40B4-BE49-F238E27FC236}">
                <a16:creationId xmlns:a16="http://schemas.microsoft.com/office/drawing/2014/main" id="{F77F3BC5-9D66-2D66-AD58-6095040C4A23}"/>
              </a:ext>
            </a:extLst>
          </p:cNvPr>
          <p:cNvSpPr>
            <a:spLocks/>
          </p:cNvSpPr>
          <p:nvPr/>
        </p:nvSpPr>
        <p:spPr>
          <a:xfrm>
            <a:off x="7868471" y="4605101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8" name="직사각형 797">
            <a:extLst>
              <a:ext uri="{FF2B5EF4-FFF2-40B4-BE49-F238E27FC236}">
                <a16:creationId xmlns:a16="http://schemas.microsoft.com/office/drawing/2014/main" id="{682A9A24-3BD6-7D39-F1E6-934DAEA71775}"/>
              </a:ext>
            </a:extLst>
          </p:cNvPr>
          <p:cNvSpPr>
            <a:spLocks/>
          </p:cNvSpPr>
          <p:nvPr/>
        </p:nvSpPr>
        <p:spPr>
          <a:xfrm>
            <a:off x="9859411" y="3716566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799" name="직선 연결선[R] 798">
            <a:extLst>
              <a:ext uri="{FF2B5EF4-FFF2-40B4-BE49-F238E27FC236}">
                <a16:creationId xmlns:a16="http://schemas.microsoft.com/office/drawing/2014/main" id="{215D6D37-1E78-C996-2E3C-C9F1F64DE9CA}"/>
              </a:ext>
            </a:extLst>
          </p:cNvPr>
          <p:cNvCxnSpPr>
            <a:cxnSpLocks/>
          </p:cNvCxnSpPr>
          <p:nvPr/>
        </p:nvCxnSpPr>
        <p:spPr>
          <a:xfrm flipV="1">
            <a:off x="8441831" y="144171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직선 연결선[R] 801">
            <a:extLst>
              <a:ext uri="{FF2B5EF4-FFF2-40B4-BE49-F238E27FC236}">
                <a16:creationId xmlns:a16="http://schemas.microsoft.com/office/drawing/2014/main" id="{7B3C167A-E016-B338-2AB2-F1813DE0B0FC}"/>
              </a:ext>
            </a:extLst>
          </p:cNvPr>
          <p:cNvCxnSpPr>
            <a:cxnSpLocks/>
          </p:cNvCxnSpPr>
          <p:nvPr/>
        </p:nvCxnSpPr>
        <p:spPr>
          <a:xfrm flipV="1">
            <a:off x="8229573" y="2341450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직선 연결선[R] 802">
            <a:extLst>
              <a:ext uri="{FF2B5EF4-FFF2-40B4-BE49-F238E27FC236}">
                <a16:creationId xmlns:a16="http://schemas.microsoft.com/office/drawing/2014/main" id="{F967444C-556F-0DBF-7248-9D6F6BAE82F6}"/>
              </a:ext>
            </a:extLst>
          </p:cNvPr>
          <p:cNvCxnSpPr>
            <a:cxnSpLocks/>
          </p:cNvCxnSpPr>
          <p:nvPr/>
        </p:nvCxnSpPr>
        <p:spPr>
          <a:xfrm flipV="1">
            <a:off x="8228471" y="324118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직선 연결선[R] 803">
            <a:extLst>
              <a:ext uri="{FF2B5EF4-FFF2-40B4-BE49-F238E27FC236}">
                <a16:creationId xmlns:a16="http://schemas.microsoft.com/office/drawing/2014/main" id="{A68FEDD2-D905-E8DA-F01A-B97BEDA0DA22}"/>
              </a:ext>
            </a:extLst>
          </p:cNvPr>
          <p:cNvCxnSpPr>
            <a:cxnSpLocks/>
          </p:cNvCxnSpPr>
          <p:nvPr/>
        </p:nvCxnSpPr>
        <p:spPr>
          <a:xfrm flipV="1">
            <a:off x="8228471" y="4140916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직선 연결선[R] 804">
            <a:extLst>
              <a:ext uri="{FF2B5EF4-FFF2-40B4-BE49-F238E27FC236}">
                <a16:creationId xmlns:a16="http://schemas.microsoft.com/office/drawing/2014/main" id="{C8054CE8-7C08-9FEB-7698-00FF76BBF0D5}"/>
              </a:ext>
            </a:extLst>
          </p:cNvPr>
          <p:cNvCxnSpPr>
            <a:cxnSpLocks/>
          </p:cNvCxnSpPr>
          <p:nvPr/>
        </p:nvCxnSpPr>
        <p:spPr>
          <a:xfrm flipV="1">
            <a:off x="8228471" y="503710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직선 연결선[R] 805">
            <a:extLst>
              <a:ext uri="{FF2B5EF4-FFF2-40B4-BE49-F238E27FC236}">
                <a16:creationId xmlns:a16="http://schemas.microsoft.com/office/drawing/2014/main" id="{F7F60094-06F3-D85D-2398-8E2AC060F5FD}"/>
              </a:ext>
            </a:extLst>
          </p:cNvPr>
          <p:cNvCxnSpPr>
            <a:cxnSpLocks/>
            <a:stCxn id="793" idx="1"/>
            <a:endCxn id="792" idx="3"/>
          </p:cNvCxnSpPr>
          <p:nvPr/>
        </p:nvCxnSpPr>
        <p:spPr>
          <a:xfrm flipH="1" flipV="1">
            <a:off x="8588471" y="3025183"/>
            <a:ext cx="1270940" cy="76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직선 연결선[R] 808">
            <a:extLst>
              <a:ext uri="{FF2B5EF4-FFF2-40B4-BE49-F238E27FC236}">
                <a16:creationId xmlns:a16="http://schemas.microsoft.com/office/drawing/2014/main" id="{2B938202-8974-3F88-3854-5ADD66AFFE28}"/>
              </a:ext>
            </a:extLst>
          </p:cNvPr>
          <p:cNvCxnSpPr>
            <a:cxnSpLocks/>
          </p:cNvCxnSpPr>
          <p:nvPr/>
        </p:nvCxnSpPr>
        <p:spPr>
          <a:xfrm flipH="1">
            <a:off x="8588471" y="5712592"/>
            <a:ext cx="1630940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직선 연결선[R] 809">
            <a:extLst>
              <a:ext uri="{FF2B5EF4-FFF2-40B4-BE49-F238E27FC236}">
                <a16:creationId xmlns:a16="http://schemas.microsoft.com/office/drawing/2014/main" id="{0A66E929-52BF-13B3-1511-819E2556597F}"/>
              </a:ext>
            </a:extLst>
          </p:cNvPr>
          <p:cNvCxnSpPr>
            <a:cxnSpLocks/>
          </p:cNvCxnSpPr>
          <p:nvPr/>
        </p:nvCxnSpPr>
        <p:spPr>
          <a:xfrm flipV="1">
            <a:off x="10220513" y="324883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직선 연결선[R] 810">
            <a:extLst>
              <a:ext uri="{FF2B5EF4-FFF2-40B4-BE49-F238E27FC236}">
                <a16:creationId xmlns:a16="http://schemas.microsoft.com/office/drawing/2014/main" id="{457C26E6-6932-6788-96B3-B95A46F0B6A4}"/>
              </a:ext>
            </a:extLst>
          </p:cNvPr>
          <p:cNvCxnSpPr>
            <a:cxnSpLocks/>
            <a:endCxn id="798" idx="2"/>
          </p:cNvCxnSpPr>
          <p:nvPr/>
        </p:nvCxnSpPr>
        <p:spPr>
          <a:xfrm flipV="1">
            <a:off x="10219411" y="4148566"/>
            <a:ext cx="0" cy="157637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5" name="직사각형 814">
            <a:extLst>
              <a:ext uri="{FF2B5EF4-FFF2-40B4-BE49-F238E27FC236}">
                <a16:creationId xmlns:a16="http://schemas.microsoft.com/office/drawing/2014/main" id="{791E368C-67B3-CB57-4B36-B223E4394011}"/>
              </a:ext>
            </a:extLst>
          </p:cNvPr>
          <p:cNvSpPr/>
          <p:nvPr/>
        </p:nvSpPr>
        <p:spPr>
          <a:xfrm>
            <a:off x="6588739" y="2809183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status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7" name="직사각형 816">
            <a:extLst>
              <a:ext uri="{FF2B5EF4-FFF2-40B4-BE49-F238E27FC236}">
                <a16:creationId xmlns:a16="http://schemas.microsoft.com/office/drawing/2014/main" id="{25B4628F-9B81-6ED8-B730-7DC0E9B5285D}"/>
              </a:ext>
            </a:extLst>
          </p:cNvPr>
          <p:cNvSpPr>
            <a:spLocks/>
          </p:cNvSpPr>
          <p:nvPr/>
        </p:nvSpPr>
        <p:spPr>
          <a:xfrm>
            <a:off x="7435151" y="10446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rating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8" name="직사각형 817">
            <a:extLst>
              <a:ext uri="{FF2B5EF4-FFF2-40B4-BE49-F238E27FC236}">
                <a16:creationId xmlns:a16="http://schemas.microsoft.com/office/drawing/2014/main" id="{2C75BD84-D2D0-ECF7-37A6-20E6271ECF91}"/>
              </a:ext>
            </a:extLst>
          </p:cNvPr>
          <p:cNvSpPr>
            <a:spLocks/>
          </p:cNvSpPr>
          <p:nvPr/>
        </p:nvSpPr>
        <p:spPr>
          <a:xfrm>
            <a:off x="8316939" y="104461"/>
            <a:ext cx="830835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distributor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9" name="직사각형 818">
            <a:extLst>
              <a:ext uri="{FF2B5EF4-FFF2-40B4-BE49-F238E27FC236}">
                <a16:creationId xmlns:a16="http://schemas.microsoft.com/office/drawing/2014/main" id="{7671D3D6-644D-13B9-A130-408C63F513E7}"/>
              </a:ext>
            </a:extLst>
          </p:cNvPr>
          <p:cNvSpPr>
            <a:spLocks/>
          </p:cNvSpPr>
          <p:nvPr/>
        </p:nvSpPr>
        <p:spPr>
          <a:xfrm>
            <a:off x="9859411" y="2154515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language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0" name="직사각형 819">
            <a:extLst>
              <a:ext uri="{FF2B5EF4-FFF2-40B4-BE49-F238E27FC236}">
                <a16:creationId xmlns:a16="http://schemas.microsoft.com/office/drawing/2014/main" id="{AF2B85C4-56F5-9583-EE94-13CCABC38163}"/>
              </a:ext>
            </a:extLst>
          </p:cNvPr>
          <p:cNvSpPr>
            <a:spLocks/>
          </p:cNvSpPr>
          <p:nvPr/>
        </p:nvSpPr>
        <p:spPr>
          <a:xfrm>
            <a:off x="9859411" y="166254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subtitle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1953AE79-013B-9D3D-ED11-2DF0045E67B1}"/>
              </a:ext>
            </a:extLst>
          </p:cNvPr>
          <p:cNvSpPr>
            <a:spLocks/>
          </p:cNvSpPr>
          <p:nvPr/>
        </p:nvSpPr>
        <p:spPr>
          <a:xfrm>
            <a:off x="9147778" y="1003791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similarity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22" name="직선 연결선[R] 821">
            <a:extLst>
              <a:ext uri="{FF2B5EF4-FFF2-40B4-BE49-F238E27FC236}">
                <a16:creationId xmlns:a16="http://schemas.microsoft.com/office/drawing/2014/main" id="{AEF90A80-0B3F-1D29-14DB-DE28C5D04F4E}"/>
              </a:ext>
            </a:extLst>
          </p:cNvPr>
          <p:cNvCxnSpPr>
            <a:cxnSpLocks/>
          </p:cNvCxnSpPr>
          <p:nvPr/>
        </p:nvCxnSpPr>
        <p:spPr>
          <a:xfrm flipH="1">
            <a:off x="8588471" y="1995052"/>
            <a:ext cx="12709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직선 연결선[R] 825">
            <a:extLst>
              <a:ext uri="{FF2B5EF4-FFF2-40B4-BE49-F238E27FC236}">
                <a16:creationId xmlns:a16="http://schemas.microsoft.com/office/drawing/2014/main" id="{45A3929A-152C-AE47-5D15-69962F41883B}"/>
              </a:ext>
            </a:extLst>
          </p:cNvPr>
          <p:cNvCxnSpPr>
            <a:cxnSpLocks/>
          </p:cNvCxnSpPr>
          <p:nvPr/>
        </p:nvCxnSpPr>
        <p:spPr>
          <a:xfrm flipH="1">
            <a:off x="7308739" y="3024037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직선 연결선[R] 827">
            <a:extLst>
              <a:ext uri="{FF2B5EF4-FFF2-40B4-BE49-F238E27FC236}">
                <a16:creationId xmlns:a16="http://schemas.microsoft.com/office/drawing/2014/main" id="{BDA83CD9-390C-C5A4-B8AC-659DABD17346}"/>
              </a:ext>
            </a:extLst>
          </p:cNvPr>
          <p:cNvCxnSpPr>
            <a:cxnSpLocks/>
          </p:cNvCxnSpPr>
          <p:nvPr/>
        </p:nvCxnSpPr>
        <p:spPr>
          <a:xfrm flipH="1">
            <a:off x="8588471" y="2229431"/>
            <a:ext cx="1270940" cy="53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직선 연결선[R] 828">
            <a:extLst>
              <a:ext uri="{FF2B5EF4-FFF2-40B4-BE49-F238E27FC236}">
                <a16:creationId xmlns:a16="http://schemas.microsoft.com/office/drawing/2014/main" id="{60EE11F8-8830-DE54-78CE-C83EAA17061C}"/>
              </a:ext>
            </a:extLst>
          </p:cNvPr>
          <p:cNvCxnSpPr>
            <a:cxnSpLocks/>
          </p:cNvCxnSpPr>
          <p:nvPr/>
        </p:nvCxnSpPr>
        <p:spPr>
          <a:xfrm flipH="1">
            <a:off x="8588046" y="1144151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3" name="직사각형 832">
            <a:extLst>
              <a:ext uri="{FF2B5EF4-FFF2-40B4-BE49-F238E27FC236}">
                <a16:creationId xmlns:a16="http://schemas.microsoft.com/office/drawing/2014/main" id="{C403F92D-CDEE-5715-2947-A67A26B21D69}"/>
              </a:ext>
            </a:extLst>
          </p:cNvPr>
          <p:cNvSpPr>
            <a:spLocks/>
          </p:cNvSpPr>
          <p:nvPr/>
        </p:nvSpPr>
        <p:spPr>
          <a:xfrm>
            <a:off x="5307906" y="3704222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4" name="직사각형 833">
            <a:extLst>
              <a:ext uri="{FF2B5EF4-FFF2-40B4-BE49-F238E27FC236}">
                <a16:creationId xmlns:a16="http://schemas.microsoft.com/office/drawing/2014/main" id="{EE90378C-6E25-98C6-54F0-AEE1BDD4EB15}"/>
              </a:ext>
            </a:extLst>
          </p:cNvPr>
          <p:cNvSpPr>
            <a:spLocks/>
          </p:cNvSpPr>
          <p:nvPr/>
        </p:nvSpPr>
        <p:spPr>
          <a:xfrm>
            <a:off x="1147624" y="370205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store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850C6F99-778B-3EC2-FACF-78D3521B17AE}"/>
              </a:ext>
            </a:extLst>
          </p:cNvPr>
          <p:cNvSpPr>
            <a:spLocks/>
          </p:cNvSpPr>
          <p:nvPr/>
        </p:nvSpPr>
        <p:spPr>
          <a:xfrm>
            <a:off x="5307906" y="2808037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city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region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6" name="직사각형 835">
            <a:extLst>
              <a:ext uri="{FF2B5EF4-FFF2-40B4-BE49-F238E27FC236}">
                <a16:creationId xmlns:a16="http://schemas.microsoft.com/office/drawing/2014/main" id="{B51A9E87-42B5-B1C8-2948-05D0E80A1DFB}"/>
              </a:ext>
            </a:extLst>
          </p:cNvPr>
          <p:cNvSpPr>
            <a:spLocks/>
          </p:cNvSpPr>
          <p:nvPr/>
        </p:nvSpPr>
        <p:spPr>
          <a:xfrm>
            <a:off x="6588739" y="5501286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6A7CE141-A812-8FB2-8882-52ED123BEB1B}"/>
              </a:ext>
            </a:extLst>
          </p:cNvPr>
          <p:cNvSpPr>
            <a:spLocks/>
          </p:cNvSpPr>
          <p:nvPr/>
        </p:nvSpPr>
        <p:spPr>
          <a:xfrm>
            <a:off x="3867906" y="5496592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87115DC3-7A08-F524-1772-74C7763E4F51}"/>
              </a:ext>
            </a:extLst>
          </p:cNvPr>
          <p:cNvSpPr>
            <a:spLocks/>
          </p:cNvSpPr>
          <p:nvPr/>
        </p:nvSpPr>
        <p:spPr>
          <a:xfrm>
            <a:off x="11139142" y="5504242"/>
            <a:ext cx="965772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ko-KR" sz="1000" b="1" dirty="0"/>
              <a:t>maintenance</a:t>
            </a:r>
          </a:p>
          <a:p>
            <a:pPr algn="ctr"/>
            <a:r>
              <a:rPr lang="en" altLang="ko-KR" sz="1000" b="1" dirty="0"/>
              <a:t>ticket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43" name="직선 연결선[R] 842">
            <a:extLst>
              <a:ext uri="{FF2B5EF4-FFF2-40B4-BE49-F238E27FC236}">
                <a16:creationId xmlns:a16="http://schemas.microsoft.com/office/drawing/2014/main" id="{81613A44-8251-E6AE-867F-FBD3CED65731}"/>
              </a:ext>
            </a:extLst>
          </p:cNvPr>
          <p:cNvCxnSpPr>
            <a:cxnSpLocks/>
            <a:stCxn id="833" idx="0"/>
            <a:endCxn id="835" idx="2"/>
          </p:cNvCxnSpPr>
          <p:nvPr/>
        </p:nvCxnSpPr>
        <p:spPr>
          <a:xfrm flipV="1">
            <a:off x="5667906" y="3240037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4" name="직선 연결선[R] 843">
            <a:extLst>
              <a:ext uri="{FF2B5EF4-FFF2-40B4-BE49-F238E27FC236}">
                <a16:creationId xmlns:a16="http://schemas.microsoft.com/office/drawing/2014/main" id="{47E2C974-DCF3-DB86-8D97-81F38CDA4209}"/>
              </a:ext>
            </a:extLst>
          </p:cNvPr>
          <p:cNvCxnSpPr>
            <a:cxnSpLocks/>
            <a:stCxn id="834" idx="3"/>
            <a:endCxn id="833" idx="1"/>
          </p:cNvCxnSpPr>
          <p:nvPr/>
        </p:nvCxnSpPr>
        <p:spPr>
          <a:xfrm>
            <a:off x="1867624" y="3918051"/>
            <a:ext cx="3440282" cy="21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9" name="직선 연결선[R] 848">
            <a:extLst>
              <a:ext uri="{FF2B5EF4-FFF2-40B4-BE49-F238E27FC236}">
                <a16:creationId xmlns:a16="http://schemas.microsoft.com/office/drawing/2014/main" id="{7AE1B240-2E0C-DB4B-CC9E-AA45627E88D1}"/>
              </a:ext>
            </a:extLst>
          </p:cNvPr>
          <p:cNvCxnSpPr>
            <a:cxnSpLocks/>
            <a:stCxn id="794" idx="1"/>
            <a:endCxn id="833" idx="3"/>
          </p:cNvCxnSpPr>
          <p:nvPr/>
        </p:nvCxnSpPr>
        <p:spPr>
          <a:xfrm flipH="1" flipV="1">
            <a:off x="6027906" y="3920222"/>
            <a:ext cx="1840565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2" name="직선 연결선[R] 851">
            <a:extLst>
              <a:ext uri="{FF2B5EF4-FFF2-40B4-BE49-F238E27FC236}">
                <a16:creationId xmlns:a16="http://schemas.microsoft.com/office/drawing/2014/main" id="{796A0403-3C3C-DD86-1FD9-FC3BE35B7654}"/>
              </a:ext>
            </a:extLst>
          </p:cNvPr>
          <p:cNvCxnSpPr>
            <a:cxnSpLocks/>
            <a:stCxn id="836" idx="1"/>
            <a:endCxn id="840" idx="3"/>
          </p:cNvCxnSpPr>
          <p:nvPr/>
        </p:nvCxnSpPr>
        <p:spPr>
          <a:xfrm flipH="1" flipV="1">
            <a:off x="4587906" y="5712592"/>
            <a:ext cx="2000833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5" name="직선 연결선[R] 854">
            <a:extLst>
              <a:ext uri="{FF2B5EF4-FFF2-40B4-BE49-F238E27FC236}">
                <a16:creationId xmlns:a16="http://schemas.microsoft.com/office/drawing/2014/main" id="{0C257CA9-0CD8-BD77-AE77-3D11C22938D4}"/>
              </a:ext>
            </a:extLst>
          </p:cNvPr>
          <p:cNvCxnSpPr>
            <a:cxnSpLocks/>
            <a:stCxn id="795" idx="1"/>
            <a:endCxn id="836" idx="3"/>
          </p:cNvCxnSpPr>
          <p:nvPr/>
        </p:nvCxnSpPr>
        <p:spPr>
          <a:xfrm flipH="1">
            <a:off x="7308739" y="5717286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8" name="직선 연결선[R] 857">
            <a:extLst>
              <a:ext uri="{FF2B5EF4-FFF2-40B4-BE49-F238E27FC236}">
                <a16:creationId xmlns:a16="http://schemas.microsoft.com/office/drawing/2014/main" id="{6A67BD7F-F26A-F01D-82D7-8C4256647A6C}"/>
              </a:ext>
            </a:extLst>
          </p:cNvPr>
          <p:cNvCxnSpPr>
            <a:cxnSpLocks/>
          </p:cNvCxnSpPr>
          <p:nvPr/>
        </p:nvCxnSpPr>
        <p:spPr>
          <a:xfrm flipH="1">
            <a:off x="8588471" y="5834852"/>
            <a:ext cx="255067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직선 연결선[R] 860">
            <a:extLst>
              <a:ext uri="{FF2B5EF4-FFF2-40B4-BE49-F238E27FC236}">
                <a16:creationId xmlns:a16="http://schemas.microsoft.com/office/drawing/2014/main" id="{859F42C0-9104-ED80-DDC9-00A3604C59D9}"/>
              </a:ext>
            </a:extLst>
          </p:cNvPr>
          <p:cNvCxnSpPr>
            <a:cxnSpLocks/>
          </p:cNvCxnSpPr>
          <p:nvPr/>
        </p:nvCxnSpPr>
        <p:spPr>
          <a:xfrm flipH="1">
            <a:off x="7588605" y="3126486"/>
            <a:ext cx="2798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직선 연결선[R] 861">
            <a:extLst>
              <a:ext uri="{FF2B5EF4-FFF2-40B4-BE49-F238E27FC236}">
                <a16:creationId xmlns:a16="http://schemas.microsoft.com/office/drawing/2014/main" id="{676A33DD-96C2-7729-EFA5-FD9F94563EAF}"/>
              </a:ext>
            </a:extLst>
          </p:cNvPr>
          <p:cNvCxnSpPr>
            <a:cxnSpLocks/>
          </p:cNvCxnSpPr>
          <p:nvPr/>
        </p:nvCxnSpPr>
        <p:spPr>
          <a:xfrm flipH="1" flipV="1">
            <a:off x="7588605" y="3126486"/>
            <a:ext cx="0" cy="24547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6" name="직선 연결선[R] 865">
            <a:extLst>
              <a:ext uri="{FF2B5EF4-FFF2-40B4-BE49-F238E27FC236}">
                <a16:creationId xmlns:a16="http://schemas.microsoft.com/office/drawing/2014/main" id="{9D7EE41A-5181-18F0-02EA-F277DDE569E2}"/>
              </a:ext>
            </a:extLst>
          </p:cNvPr>
          <p:cNvCxnSpPr>
            <a:cxnSpLocks/>
          </p:cNvCxnSpPr>
          <p:nvPr/>
        </p:nvCxnSpPr>
        <p:spPr>
          <a:xfrm flipH="1">
            <a:off x="7319941" y="5581249"/>
            <a:ext cx="2686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9" name="직선 연결선[R] 868">
            <a:extLst>
              <a:ext uri="{FF2B5EF4-FFF2-40B4-BE49-F238E27FC236}">
                <a16:creationId xmlns:a16="http://schemas.microsoft.com/office/drawing/2014/main" id="{2E29F135-8058-2391-2FC6-567B9EEFF107}"/>
              </a:ext>
            </a:extLst>
          </p:cNvPr>
          <p:cNvCxnSpPr>
            <a:cxnSpLocks/>
          </p:cNvCxnSpPr>
          <p:nvPr/>
        </p:nvCxnSpPr>
        <p:spPr>
          <a:xfrm flipV="1">
            <a:off x="8441831" y="541984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0" name="직선 연결선[R] 869">
            <a:extLst>
              <a:ext uri="{FF2B5EF4-FFF2-40B4-BE49-F238E27FC236}">
                <a16:creationId xmlns:a16="http://schemas.microsoft.com/office/drawing/2014/main" id="{8906F763-CD0F-49D2-B05E-6A38706DBDD4}"/>
              </a:ext>
            </a:extLst>
          </p:cNvPr>
          <p:cNvCxnSpPr>
            <a:cxnSpLocks/>
          </p:cNvCxnSpPr>
          <p:nvPr/>
        </p:nvCxnSpPr>
        <p:spPr>
          <a:xfrm flipV="1">
            <a:off x="8030465" y="53646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1" name="직사각형 870">
            <a:extLst>
              <a:ext uri="{FF2B5EF4-FFF2-40B4-BE49-F238E27FC236}">
                <a16:creationId xmlns:a16="http://schemas.microsoft.com/office/drawing/2014/main" id="{CBBA6229-1316-831E-47B0-368AF654ECBE}"/>
              </a:ext>
            </a:extLst>
          </p:cNvPr>
          <p:cNvSpPr>
            <a:spLocks/>
          </p:cNvSpPr>
          <p:nvPr/>
        </p:nvSpPr>
        <p:spPr>
          <a:xfrm>
            <a:off x="11139142" y="4184377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72" name="직사각형 871">
            <a:extLst>
              <a:ext uri="{FF2B5EF4-FFF2-40B4-BE49-F238E27FC236}">
                <a16:creationId xmlns:a16="http://schemas.microsoft.com/office/drawing/2014/main" id="{24BDAD3A-0271-FC4B-A14C-A79A8949D35F}"/>
              </a:ext>
            </a:extLst>
          </p:cNvPr>
          <p:cNvSpPr>
            <a:spLocks/>
          </p:cNvSpPr>
          <p:nvPr/>
        </p:nvSpPr>
        <p:spPr>
          <a:xfrm>
            <a:off x="11139142" y="3288192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  <a:r>
              <a: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73" name="직선 연결선[R] 872">
            <a:extLst>
              <a:ext uri="{FF2B5EF4-FFF2-40B4-BE49-F238E27FC236}">
                <a16:creationId xmlns:a16="http://schemas.microsoft.com/office/drawing/2014/main" id="{2214D97D-F078-8AB2-545F-C78C610F1439}"/>
              </a:ext>
            </a:extLst>
          </p:cNvPr>
          <p:cNvCxnSpPr>
            <a:cxnSpLocks/>
            <a:stCxn id="871" idx="0"/>
            <a:endCxn id="872" idx="2"/>
          </p:cNvCxnSpPr>
          <p:nvPr/>
        </p:nvCxnSpPr>
        <p:spPr>
          <a:xfrm flipV="1">
            <a:off x="11499142" y="3720192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직선 연결선[R] 875">
            <a:extLst>
              <a:ext uri="{FF2B5EF4-FFF2-40B4-BE49-F238E27FC236}">
                <a16:creationId xmlns:a16="http://schemas.microsoft.com/office/drawing/2014/main" id="{FD688D1C-3D7B-E62D-D819-65432FA39DD1}"/>
              </a:ext>
            </a:extLst>
          </p:cNvPr>
          <p:cNvCxnSpPr>
            <a:cxnSpLocks/>
          </p:cNvCxnSpPr>
          <p:nvPr/>
        </p:nvCxnSpPr>
        <p:spPr>
          <a:xfrm flipV="1">
            <a:off x="5856270" y="3450825"/>
            <a:ext cx="0" cy="25339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9" name="직선 연결선[R] 878">
            <a:extLst>
              <a:ext uri="{FF2B5EF4-FFF2-40B4-BE49-F238E27FC236}">
                <a16:creationId xmlns:a16="http://schemas.microsoft.com/office/drawing/2014/main" id="{15279573-0FEF-CD2C-A217-72A005E1CD83}"/>
              </a:ext>
            </a:extLst>
          </p:cNvPr>
          <p:cNvCxnSpPr>
            <a:cxnSpLocks/>
          </p:cNvCxnSpPr>
          <p:nvPr/>
        </p:nvCxnSpPr>
        <p:spPr>
          <a:xfrm flipH="1" flipV="1">
            <a:off x="5856270" y="3450825"/>
            <a:ext cx="5282872" cy="232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3" name="직선 연결선[R] 882">
            <a:extLst>
              <a:ext uri="{FF2B5EF4-FFF2-40B4-BE49-F238E27FC236}">
                <a16:creationId xmlns:a16="http://schemas.microsoft.com/office/drawing/2014/main" id="{A2A28FF7-9563-2CB7-E671-054B9F1C5ACA}"/>
              </a:ext>
            </a:extLst>
          </p:cNvPr>
          <p:cNvCxnSpPr>
            <a:cxnSpLocks/>
          </p:cNvCxnSpPr>
          <p:nvPr/>
        </p:nvCxnSpPr>
        <p:spPr>
          <a:xfrm flipH="1">
            <a:off x="10579411" y="3927582"/>
            <a:ext cx="70843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6" name="직선 연결선[R] 885">
            <a:extLst>
              <a:ext uri="{FF2B5EF4-FFF2-40B4-BE49-F238E27FC236}">
                <a16:creationId xmlns:a16="http://schemas.microsoft.com/office/drawing/2014/main" id="{298A2FCE-2184-BC7E-28F8-D9C1B6F53531}"/>
              </a:ext>
            </a:extLst>
          </p:cNvPr>
          <p:cNvCxnSpPr>
            <a:cxnSpLocks/>
          </p:cNvCxnSpPr>
          <p:nvPr/>
        </p:nvCxnSpPr>
        <p:spPr>
          <a:xfrm>
            <a:off x="11300287" y="3726642"/>
            <a:ext cx="0" cy="2009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9" name="직선 연결선[R] 888">
            <a:extLst>
              <a:ext uri="{FF2B5EF4-FFF2-40B4-BE49-F238E27FC236}">
                <a16:creationId xmlns:a16="http://schemas.microsoft.com/office/drawing/2014/main" id="{77AA3B97-BFA8-CE57-37E5-53DD3422BA40}"/>
              </a:ext>
            </a:extLst>
          </p:cNvPr>
          <p:cNvCxnSpPr>
            <a:cxnSpLocks/>
          </p:cNvCxnSpPr>
          <p:nvPr/>
        </p:nvCxnSpPr>
        <p:spPr>
          <a:xfrm flipV="1">
            <a:off x="8441831" y="3576751"/>
            <a:ext cx="0" cy="1197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1" name="직선 연결선[R] 890">
            <a:extLst>
              <a:ext uri="{FF2B5EF4-FFF2-40B4-BE49-F238E27FC236}">
                <a16:creationId xmlns:a16="http://schemas.microsoft.com/office/drawing/2014/main" id="{0E0FD27C-47A7-2D89-1F6A-BECE0518EA64}"/>
              </a:ext>
            </a:extLst>
          </p:cNvPr>
          <p:cNvCxnSpPr>
            <a:cxnSpLocks/>
          </p:cNvCxnSpPr>
          <p:nvPr/>
        </p:nvCxnSpPr>
        <p:spPr>
          <a:xfrm flipH="1">
            <a:off x="8441831" y="3576751"/>
            <a:ext cx="269731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4" name="직사각형 893">
            <a:extLst>
              <a:ext uri="{FF2B5EF4-FFF2-40B4-BE49-F238E27FC236}">
                <a16:creationId xmlns:a16="http://schemas.microsoft.com/office/drawing/2014/main" id="{EA16D959-D47B-8A21-C3A1-7F6071A002D8}"/>
              </a:ext>
            </a:extLst>
          </p:cNvPr>
          <p:cNvSpPr>
            <a:spLocks/>
          </p:cNvSpPr>
          <p:nvPr/>
        </p:nvSpPr>
        <p:spPr>
          <a:xfrm>
            <a:off x="5307906" y="590533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5" name="직사각형 894">
            <a:extLst>
              <a:ext uri="{FF2B5EF4-FFF2-40B4-BE49-F238E27FC236}">
                <a16:creationId xmlns:a16="http://schemas.microsoft.com/office/drawing/2014/main" id="{F4087B86-0BE0-954B-C301-9BD45221A216}"/>
              </a:ext>
            </a:extLst>
          </p:cNvPr>
          <p:cNvSpPr>
            <a:spLocks/>
          </p:cNvSpPr>
          <p:nvPr/>
        </p:nvSpPr>
        <p:spPr>
          <a:xfrm>
            <a:off x="2507490" y="5903508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 login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history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6" name="직사각형 895">
            <a:extLst>
              <a:ext uri="{FF2B5EF4-FFF2-40B4-BE49-F238E27FC236}">
                <a16:creationId xmlns:a16="http://schemas.microsoft.com/office/drawing/2014/main" id="{15953AA1-5255-560F-82ED-68EF20BBF896}"/>
              </a:ext>
            </a:extLst>
          </p:cNvPr>
          <p:cNvSpPr>
            <a:spLocks/>
          </p:cNvSpPr>
          <p:nvPr/>
        </p:nvSpPr>
        <p:spPr>
          <a:xfrm>
            <a:off x="2323367" y="5365249"/>
            <a:ext cx="904123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7" name="직사각형 896">
            <a:extLst>
              <a:ext uri="{FF2B5EF4-FFF2-40B4-BE49-F238E27FC236}">
                <a16:creationId xmlns:a16="http://schemas.microsoft.com/office/drawing/2014/main" id="{3C4E55A2-082F-8330-5061-0016F01C7A80}"/>
              </a:ext>
            </a:extLst>
          </p:cNvPr>
          <p:cNvSpPr>
            <a:spLocks/>
          </p:cNvSpPr>
          <p:nvPr/>
        </p:nvSpPr>
        <p:spPr>
          <a:xfrm>
            <a:off x="2507490" y="4826990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block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list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8" name="직사각형 897">
            <a:extLst>
              <a:ext uri="{FF2B5EF4-FFF2-40B4-BE49-F238E27FC236}">
                <a16:creationId xmlns:a16="http://schemas.microsoft.com/office/drawing/2014/main" id="{7DE05D38-8EA1-294D-AC1B-F2C820AC7BA5}"/>
              </a:ext>
            </a:extLst>
          </p:cNvPr>
          <p:cNvSpPr>
            <a:spLocks/>
          </p:cNvSpPr>
          <p:nvPr/>
        </p:nvSpPr>
        <p:spPr>
          <a:xfrm>
            <a:off x="2501223" y="3994735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preference</a:t>
            </a:r>
            <a:endParaRPr lang="ko-KR" altLang="en-US" sz="8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99" name="직선 연결선[R] 898">
            <a:extLst>
              <a:ext uri="{FF2B5EF4-FFF2-40B4-BE49-F238E27FC236}">
                <a16:creationId xmlns:a16="http://schemas.microsoft.com/office/drawing/2014/main" id="{343EEDCE-F843-8385-38A4-B2BE8A536114}"/>
              </a:ext>
            </a:extLst>
          </p:cNvPr>
          <p:cNvCxnSpPr>
            <a:cxnSpLocks/>
            <a:stCxn id="894" idx="1"/>
          </p:cNvCxnSpPr>
          <p:nvPr/>
        </p:nvCxnSpPr>
        <p:spPr>
          <a:xfrm flipH="1">
            <a:off x="4442780" y="6121330"/>
            <a:ext cx="86512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3" name="직선 연결선[R] 902">
            <a:extLst>
              <a:ext uri="{FF2B5EF4-FFF2-40B4-BE49-F238E27FC236}">
                <a16:creationId xmlns:a16="http://schemas.microsoft.com/office/drawing/2014/main" id="{55FD7C30-589F-084F-3B90-4B86B4E2A7FF}"/>
              </a:ext>
            </a:extLst>
          </p:cNvPr>
          <p:cNvCxnSpPr>
            <a:cxnSpLocks/>
          </p:cNvCxnSpPr>
          <p:nvPr/>
        </p:nvCxnSpPr>
        <p:spPr>
          <a:xfrm flipV="1">
            <a:off x="4442780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6" name="직선 연결선[R] 905">
            <a:extLst>
              <a:ext uri="{FF2B5EF4-FFF2-40B4-BE49-F238E27FC236}">
                <a16:creationId xmlns:a16="http://schemas.microsoft.com/office/drawing/2014/main" id="{81BC031D-8094-54D5-6368-ABEF60A8E9CA}"/>
              </a:ext>
            </a:extLst>
          </p:cNvPr>
          <p:cNvCxnSpPr>
            <a:cxnSpLocks/>
          </p:cNvCxnSpPr>
          <p:nvPr/>
        </p:nvCxnSpPr>
        <p:spPr>
          <a:xfrm flipH="1">
            <a:off x="3227490" y="6127546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" name="직선 연결선[R] 906">
            <a:extLst>
              <a:ext uri="{FF2B5EF4-FFF2-40B4-BE49-F238E27FC236}">
                <a16:creationId xmlns:a16="http://schemas.microsoft.com/office/drawing/2014/main" id="{435FEBED-89CD-74E2-DA86-10FDF0C911C4}"/>
              </a:ext>
            </a:extLst>
          </p:cNvPr>
          <p:cNvCxnSpPr>
            <a:cxnSpLocks/>
          </p:cNvCxnSpPr>
          <p:nvPr/>
        </p:nvCxnSpPr>
        <p:spPr>
          <a:xfrm flipV="1">
            <a:off x="4010066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9" name="직선 연결선[R] 908">
            <a:extLst>
              <a:ext uri="{FF2B5EF4-FFF2-40B4-BE49-F238E27FC236}">
                <a16:creationId xmlns:a16="http://schemas.microsoft.com/office/drawing/2014/main" id="{BF83A2BD-66D1-32AD-AA35-E75D3F052B2F}"/>
              </a:ext>
            </a:extLst>
          </p:cNvPr>
          <p:cNvCxnSpPr>
            <a:cxnSpLocks/>
          </p:cNvCxnSpPr>
          <p:nvPr/>
        </p:nvCxnSpPr>
        <p:spPr>
          <a:xfrm flipH="1" flipV="1">
            <a:off x="3227490" y="5712592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직선 연결선[R] 910">
            <a:extLst>
              <a:ext uri="{FF2B5EF4-FFF2-40B4-BE49-F238E27FC236}">
                <a16:creationId xmlns:a16="http://schemas.microsoft.com/office/drawing/2014/main" id="{38582AB4-B48C-0D39-A5BB-CC8E768173C8}"/>
              </a:ext>
            </a:extLst>
          </p:cNvPr>
          <p:cNvCxnSpPr>
            <a:cxnSpLocks/>
          </p:cNvCxnSpPr>
          <p:nvPr/>
        </p:nvCxnSpPr>
        <p:spPr>
          <a:xfrm flipH="1">
            <a:off x="3227490" y="5126535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2" name="직선 연결선[R] 911">
            <a:extLst>
              <a:ext uri="{FF2B5EF4-FFF2-40B4-BE49-F238E27FC236}">
                <a16:creationId xmlns:a16="http://schemas.microsoft.com/office/drawing/2014/main" id="{6AB68FE5-3F11-F7B9-4C7E-7950B1887B60}"/>
              </a:ext>
            </a:extLst>
          </p:cNvPr>
          <p:cNvCxnSpPr>
            <a:cxnSpLocks/>
          </p:cNvCxnSpPr>
          <p:nvPr/>
        </p:nvCxnSpPr>
        <p:spPr>
          <a:xfrm flipV="1">
            <a:off x="3547698" y="5126535"/>
            <a:ext cx="0" cy="4547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9" name="직선 연결선[R] 918">
            <a:extLst>
              <a:ext uri="{FF2B5EF4-FFF2-40B4-BE49-F238E27FC236}">
                <a16:creationId xmlns:a16="http://schemas.microsoft.com/office/drawing/2014/main" id="{3706D2BF-F8E1-6EEB-5A10-89184412157E}"/>
              </a:ext>
            </a:extLst>
          </p:cNvPr>
          <p:cNvCxnSpPr>
            <a:cxnSpLocks/>
          </p:cNvCxnSpPr>
          <p:nvPr/>
        </p:nvCxnSpPr>
        <p:spPr>
          <a:xfrm flipH="1">
            <a:off x="3547698" y="5581484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1" name="직선 연결선[R] 920">
            <a:extLst>
              <a:ext uri="{FF2B5EF4-FFF2-40B4-BE49-F238E27FC236}">
                <a16:creationId xmlns:a16="http://schemas.microsoft.com/office/drawing/2014/main" id="{4EADF012-46D6-1F58-72E7-C07FD621E677}"/>
              </a:ext>
            </a:extLst>
          </p:cNvPr>
          <p:cNvCxnSpPr>
            <a:cxnSpLocks/>
            <a:endCxn id="898" idx="3"/>
          </p:cNvCxnSpPr>
          <p:nvPr/>
        </p:nvCxnSpPr>
        <p:spPr>
          <a:xfrm flipH="1">
            <a:off x="3221223" y="4210735"/>
            <a:ext cx="92018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4" name="직선 연결선[R] 923">
            <a:extLst>
              <a:ext uri="{FF2B5EF4-FFF2-40B4-BE49-F238E27FC236}">
                <a16:creationId xmlns:a16="http://schemas.microsoft.com/office/drawing/2014/main" id="{5BFB8219-9D97-8798-DF46-4AF4990905DE}"/>
              </a:ext>
            </a:extLst>
          </p:cNvPr>
          <p:cNvCxnSpPr>
            <a:cxnSpLocks/>
          </p:cNvCxnSpPr>
          <p:nvPr/>
        </p:nvCxnSpPr>
        <p:spPr>
          <a:xfrm flipH="1" flipV="1">
            <a:off x="4141406" y="4202008"/>
            <a:ext cx="6267" cy="12940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8" name="직사각형 927">
            <a:extLst>
              <a:ext uri="{FF2B5EF4-FFF2-40B4-BE49-F238E27FC236}">
                <a16:creationId xmlns:a16="http://schemas.microsoft.com/office/drawing/2014/main" id="{1EAA8A75-634D-652C-35CD-4893C1B9E9A9}"/>
              </a:ext>
            </a:extLst>
          </p:cNvPr>
          <p:cNvSpPr>
            <a:spLocks/>
          </p:cNvSpPr>
          <p:nvPr/>
        </p:nvSpPr>
        <p:spPr>
          <a:xfrm>
            <a:off x="3867906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29" name="직선 연결선[R] 928">
            <a:extLst>
              <a:ext uri="{FF2B5EF4-FFF2-40B4-BE49-F238E27FC236}">
                <a16:creationId xmlns:a16="http://schemas.microsoft.com/office/drawing/2014/main" id="{536D73FD-013E-268B-0D97-37B74CB67D8F}"/>
              </a:ext>
            </a:extLst>
          </p:cNvPr>
          <p:cNvCxnSpPr>
            <a:cxnSpLocks/>
          </p:cNvCxnSpPr>
          <p:nvPr/>
        </p:nvCxnSpPr>
        <p:spPr>
          <a:xfrm flipV="1">
            <a:off x="4314306" y="2772480"/>
            <a:ext cx="0" cy="27231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2" name="직사각형 931">
            <a:extLst>
              <a:ext uri="{FF2B5EF4-FFF2-40B4-BE49-F238E27FC236}">
                <a16:creationId xmlns:a16="http://schemas.microsoft.com/office/drawing/2014/main" id="{1535FFFE-C753-468A-CE45-B4DA1EEAEDEE}"/>
              </a:ext>
            </a:extLst>
          </p:cNvPr>
          <p:cNvSpPr>
            <a:spLocks/>
          </p:cNvSpPr>
          <p:nvPr/>
        </p:nvSpPr>
        <p:spPr>
          <a:xfrm>
            <a:off x="2507490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3" name="직사각형 932">
            <a:extLst>
              <a:ext uri="{FF2B5EF4-FFF2-40B4-BE49-F238E27FC236}">
                <a16:creationId xmlns:a16="http://schemas.microsoft.com/office/drawing/2014/main" id="{A45B4B8E-AE6A-4F91-AAB3-ECDAF19E6E36}"/>
              </a:ext>
            </a:extLst>
          </p:cNvPr>
          <p:cNvSpPr>
            <a:spLocks/>
          </p:cNvSpPr>
          <p:nvPr/>
        </p:nvSpPr>
        <p:spPr>
          <a:xfrm>
            <a:off x="2495572" y="3258117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4" name="직사각형 933">
            <a:extLst>
              <a:ext uri="{FF2B5EF4-FFF2-40B4-BE49-F238E27FC236}">
                <a16:creationId xmlns:a16="http://schemas.microsoft.com/office/drawing/2014/main" id="{436BB00A-D0B3-7344-3BF0-B9A1C8BD4913}"/>
              </a:ext>
            </a:extLst>
          </p:cNvPr>
          <p:cNvSpPr>
            <a:spLocks/>
          </p:cNvSpPr>
          <p:nvPr/>
        </p:nvSpPr>
        <p:spPr>
          <a:xfrm>
            <a:off x="3867906" y="6336791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role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35" name="직선 연결선[R] 934">
            <a:extLst>
              <a:ext uri="{FF2B5EF4-FFF2-40B4-BE49-F238E27FC236}">
                <a16:creationId xmlns:a16="http://schemas.microsoft.com/office/drawing/2014/main" id="{498E3751-8725-F6D1-9E4A-87D7E9C9072F}"/>
              </a:ext>
            </a:extLst>
          </p:cNvPr>
          <p:cNvCxnSpPr>
            <a:cxnSpLocks/>
            <a:stCxn id="934" idx="0"/>
            <a:endCxn id="840" idx="2"/>
          </p:cNvCxnSpPr>
          <p:nvPr/>
        </p:nvCxnSpPr>
        <p:spPr>
          <a:xfrm flipV="1">
            <a:off x="4227906" y="5928592"/>
            <a:ext cx="0" cy="4081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8" name="직선 연결선[R] 937">
            <a:extLst>
              <a:ext uri="{FF2B5EF4-FFF2-40B4-BE49-F238E27FC236}">
                <a16:creationId xmlns:a16="http://schemas.microsoft.com/office/drawing/2014/main" id="{A9C787DF-94DD-A87C-F7F7-1FE6C6528513}"/>
              </a:ext>
            </a:extLst>
          </p:cNvPr>
          <p:cNvCxnSpPr>
            <a:cxnSpLocks/>
          </p:cNvCxnSpPr>
          <p:nvPr/>
        </p:nvCxnSpPr>
        <p:spPr>
          <a:xfrm flipV="1">
            <a:off x="2873427" y="279016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9" name="직사각형 938">
            <a:extLst>
              <a:ext uri="{FF2B5EF4-FFF2-40B4-BE49-F238E27FC236}">
                <a16:creationId xmlns:a16="http://schemas.microsoft.com/office/drawing/2014/main" id="{1BE2C1CF-8B1B-7081-0DAF-62D4EF697A50}"/>
              </a:ext>
            </a:extLst>
          </p:cNvPr>
          <p:cNvSpPr>
            <a:spLocks/>
          </p:cNvSpPr>
          <p:nvPr/>
        </p:nvSpPr>
        <p:spPr>
          <a:xfrm>
            <a:off x="6588188" y="460864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0" name="직사각형 939">
            <a:extLst>
              <a:ext uri="{FF2B5EF4-FFF2-40B4-BE49-F238E27FC236}">
                <a16:creationId xmlns:a16="http://schemas.microsoft.com/office/drawing/2014/main" id="{A962FB0B-1E12-E8E1-9F2B-1CD54AAAAF5E}"/>
              </a:ext>
            </a:extLst>
          </p:cNvPr>
          <p:cNvSpPr>
            <a:spLocks/>
          </p:cNvSpPr>
          <p:nvPr/>
        </p:nvSpPr>
        <p:spPr>
          <a:xfrm>
            <a:off x="2507490" y="1797431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1" name="직사각형 940">
            <a:extLst>
              <a:ext uri="{FF2B5EF4-FFF2-40B4-BE49-F238E27FC236}">
                <a16:creationId xmlns:a16="http://schemas.microsoft.com/office/drawing/2014/main" id="{A18983A8-E6D5-DC59-A1C9-8414073FC8F0}"/>
              </a:ext>
            </a:extLst>
          </p:cNvPr>
          <p:cNvSpPr>
            <a:spLocks/>
          </p:cNvSpPr>
          <p:nvPr/>
        </p:nvSpPr>
        <p:spPr>
          <a:xfrm>
            <a:off x="1147624" y="179743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2" name="직사각형 941">
            <a:extLst>
              <a:ext uri="{FF2B5EF4-FFF2-40B4-BE49-F238E27FC236}">
                <a16:creationId xmlns:a16="http://schemas.microsoft.com/office/drawing/2014/main" id="{D47EFEB7-906C-DBF8-EDEF-6A273031BE81}"/>
              </a:ext>
            </a:extLst>
          </p:cNvPr>
          <p:cNvSpPr>
            <a:spLocks/>
          </p:cNvSpPr>
          <p:nvPr/>
        </p:nvSpPr>
        <p:spPr>
          <a:xfrm>
            <a:off x="2513427" y="38571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3" name="직사각형 942">
            <a:extLst>
              <a:ext uri="{FF2B5EF4-FFF2-40B4-BE49-F238E27FC236}">
                <a16:creationId xmlns:a16="http://schemas.microsoft.com/office/drawing/2014/main" id="{E27F650A-9DEF-A723-9391-B348DD5DC9BA}"/>
              </a:ext>
            </a:extLst>
          </p:cNvPr>
          <p:cNvSpPr>
            <a:spLocks/>
          </p:cNvSpPr>
          <p:nvPr/>
        </p:nvSpPr>
        <p:spPr>
          <a:xfrm>
            <a:off x="4363194" y="1009717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ticket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4" name="직사각형 943">
            <a:extLst>
              <a:ext uri="{FF2B5EF4-FFF2-40B4-BE49-F238E27FC236}">
                <a16:creationId xmlns:a16="http://schemas.microsoft.com/office/drawing/2014/main" id="{A21DB154-D083-D8C6-DBE9-D2A904EA75F2}"/>
              </a:ext>
            </a:extLst>
          </p:cNvPr>
          <p:cNvSpPr>
            <a:spLocks/>
          </p:cNvSpPr>
          <p:nvPr/>
        </p:nvSpPr>
        <p:spPr>
          <a:xfrm>
            <a:off x="4155343" y="105669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5" name="직사각형 944">
            <a:extLst>
              <a:ext uri="{FF2B5EF4-FFF2-40B4-BE49-F238E27FC236}">
                <a16:creationId xmlns:a16="http://schemas.microsoft.com/office/drawing/2014/main" id="{7F7EEA74-BC7A-5EA2-92DA-A2C97DE75F17}"/>
              </a:ext>
            </a:extLst>
          </p:cNvPr>
          <p:cNvSpPr>
            <a:spLocks/>
          </p:cNvSpPr>
          <p:nvPr/>
        </p:nvSpPr>
        <p:spPr>
          <a:xfrm>
            <a:off x="5307906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6" name="직사각형 945">
            <a:extLst>
              <a:ext uri="{FF2B5EF4-FFF2-40B4-BE49-F238E27FC236}">
                <a16:creationId xmlns:a16="http://schemas.microsoft.com/office/drawing/2014/main" id="{66A3C028-17F2-F505-AE07-38C304D5877E}"/>
              </a:ext>
            </a:extLst>
          </p:cNvPr>
          <p:cNvSpPr>
            <a:spLocks/>
          </p:cNvSpPr>
          <p:nvPr/>
        </p:nvSpPr>
        <p:spPr>
          <a:xfrm>
            <a:off x="5273859" y="1015667"/>
            <a:ext cx="788093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47" name="직선 연결선[R] 946">
            <a:extLst>
              <a:ext uri="{FF2B5EF4-FFF2-40B4-BE49-F238E27FC236}">
                <a16:creationId xmlns:a16="http://schemas.microsoft.com/office/drawing/2014/main" id="{4C240917-9571-B3F1-8E80-16C69E73C958}"/>
              </a:ext>
            </a:extLst>
          </p:cNvPr>
          <p:cNvCxnSpPr>
            <a:cxnSpLocks/>
            <a:endCxn id="928" idx="3"/>
          </p:cNvCxnSpPr>
          <p:nvPr/>
        </p:nvCxnSpPr>
        <p:spPr>
          <a:xfrm flipH="1" flipV="1">
            <a:off x="4587906" y="2557450"/>
            <a:ext cx="3442559" cy="5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1" name="직선 연결선[R] 950">
            <a:extLst>
              <a:ext uri="{FF2B5EF4-FFF2-40B4-BE49-F238E27FC236}">
                <a16:creationId xmlns:a16="http://schemas.microsoft.com/office/drawing/2014/main" id="{2B40FCB0-16E4-D5BF-79AC-16FA87B300E9}"/>
              </a:ext>
            </a:extLst>
          </p:cNvPr>
          <p:cNvCxnSpPr>
            <a:cxnSpLocks/>
          </p:cNvCxnSpPr>
          <p:nvPr/>
        </p:nvCxnSpPr>
        <p:spPr>
          <a:xfrm flipV="1">
            <a:off x="8030465" y="2557450"/>
            <a:ext cx="0" cy="2617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4" name="직선 연결선[R] 953">
            <a:extLst>
              <a:ext uri="{FF2B5EF4-FFF2-40B4-BE49-F238E27FC236}">
                <a16:creationId xmlns:a16="http://schemas.microsoft.com/office/drawing/2014/main" id="{F242AEA2-7B57-8123-B3F2-F75C823A96D7}"/>
              </a:ext>
            </a:extLst>
          </p:cNvPr>
          <p:cNvCxnSpPr>
            <a:cxnSpLocks/>
          </p:cNvCxnSpPr>
          <p:nvPr/>
        </p:nvCxnSpPr>
        <p:spPr>
          <a:xfrm flipV="1">
            <a:off x="4491484" y="2775573"/>
            <a:ext cx="1514" cy="159553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7" name="직선 연결선[R] 956">
            <a:extLst>
              <a:ext uri="{FF2B5EF4-FFF2-40B4-BE49-F238E27FC236}">
                <a16:creationId xmlns:a16="http://schemas.microsoft.com/office/drawing/2014/main" id="{8DEBF1A7-7F3D-51EB-B73D-A221BD5B3784}"/>
              </a:ext>
            </a:extLst>
          </p:cNvPr>
          <p:cNvCxnSpPr>
            <a:cxnSpLocks/>
          </p:cNvCxnSpPr>
          <p:nvPr/>
        </p:nvCxnSpPr>
        <p:spPr>
          <a:xfrm flipH="1" flipV="1">
            <a:off x="4500263" y="4374782"/>
            <a:ext cx="2236051" cy="1794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0" name="직선 연결선[R] 959">
            <a:extLst>
              <a:ext uri="{FF2B5EF4-FFF2-40B4-BE49-F238E27FC236}">
                <a16:creationId xmlns:a16="http://schemas.microsoft.com/office/drawing/2014/main" id="{C7FAB82D-C113-8046-2D64-50D2C53EEFA4}"/>
              </a:ext>
            </a:extLst>
          </p:cNvPr>
          <p:cNvCxnSpPr>
            <a:cxnSpLocks/>
          </p:cNvCxnSpPr>
          <p:nvPr/>
        </p:nvCxnSpPr>
        <p:spPr>
          <a:xfrm flipV="1">
            <a:off x="6737138" y="4392727"/>
            <a:ext cx="0" cy="215922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2" name="직선 연결선[R] 961">
            <a:extLst>
              <a:ext uri="{FF2B5EF4-FFF2-40B4-BE49-F238E27FC236}">
                <a16:creationId xmlns:a16="http://schemas.microsoft.com/office/drawing/2014/main" id="{9114830B-E55E-F5DE-3B60-84DB4D796945}"/>
              </a:ext>
            </a:extLst>
          </p:cNvPr>
          <p:cNvCxnSpPr>
            <a:cxnSpLocks/>
          </p:cNvCxnSpPr>
          <p:nvPr/>
        </p:nvCxnSpPr>
        <p:spPr>
          <a:xfrm flipV="1">
            <a:off x="7116130" y="3588175"/>
            <a:ext cx="0" cy="10204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5" name="직선 연결선[R] 964">
            <a:extLst>
              <a:ext uri="{FF2B5EF4-FFF2-40B4-BE49-F238E27FC236}">
                <a16:creationId xmlns:a16="http://schemas.microsoft.com/office/drawing/2014/main" id="{ACEFD7D6-E380-7851-E7A4-DD0B53C89558}"/>
              </a:ext>
            </a:extLst>
          </p:cNvPr>
          <p:cNvCxnSpPr>
            <a:cxnSpLocks/>
          </p:cNvCxnSpPr>
          <p:nvPr/>
        </p:nvCxnSpPr>
        <p:spPr>
          <a:xfrm flipH="1">
            <a:off x="7116130" y="3588175"/>
            <a:ext cx="91433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" name="직선 연결선[R] 967">
            <a:extLst>
              <a:ext uri="{FF2B5EF4-FFF2-40B4-BE49-F238E27FC236}">
                <a16:creationId xmlns:a16="http://schemas.microsoft.com/office/drawing/2014/main" id="{93DB04FC-859D-7814-81E5-F5C0925BF483}"/>
              </a:ext>
            </a:extLst>
          </p:cNvPr>
          <p:cNvCxnSpPr>
            <a:cxnSpLocks/>
          </p:cNvCxnSpPr>
          <p:nvPr/>
        </p:nvCxnSpPr>
        <p:spPr>
          <a:xfrm flipV="1">
            <a:off x="8030465" y="3257900"/>
            <a:ext cx="0" cy="3302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2" name="직선 연결선[R] 971">
            <a:extLst>
              <a:ext uri="{FF2B5EF4-FFF2-40B4-BE49-F238E27FC236}">
                <a16:creationId xmlns:a16="http://schemas.microsoft.com/office/drawing/2014/main" id="{C6C74444-B72A-6553-2AE6-998953DD7894}"/>
              </a:ext>
            </a:extLst>
          </p:cNvPr>
          <p:cNvCxnSpPr>
            <a:cxnSpLocks/>
            <a:endCxn id="939" idx="2"/>
          </p:cNvCxnSpPr>
          <p:nvPr/>
        </p:nvCxnSpPr>
        <p:spPr>
          <a:xfrm flipV="1">
            <a:off x="6948188" y="5040649"/>
            <a:ext cx="0" cy="21834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5" name="직선 연결선[R] 974">
            <a:extLst>
              <a:ext uri="{FF2B5EF4-FFF2-40B4-BE49-F238E27FC236}">
                <a16:creationId xmlns:a16="http://schemas.microsoft.com/office/drawing/2014/main" id="{48E60823-4AA4-FCAC-A18A-CC4DB192D836}"/>
              </a:ext>
            </a:extLst>
          </p:cNvPr>
          <p:cNvCxnSpPr>
            <a:cxnSpLocks/>
          </p:cNvCxnSpPr>
          <p:nvPr/>
        </p:nvCxnSpPr>
        <p:spPr>
          <a:xfrm flipH="1" flipV="1">
            <a:off x="6948188" y="5258990"/>
            <a:ext cx="1082277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8" name="직선 연결선[R] 977">
            <a:extLst>
              <a:ext uri="{FF2B5EF4-FFF2-40B4-BE49-F238E27FC236}">
                <a16:creationId xmlns:a16="http://schemas.microsoft.com/office/drawing/2014/main" id="{E1B873DE-004C-2BE7-4337-EAFF0C296BD3}"/>
              </a:ext>
            </a:extLst>
          </p:cNvPr>
          <p:cNvCxnSpPr>
            <a:cxnSpLocks/>
          </p:cNvCxnSpPr>
          <p:nvPr/>
        </p:nvCxnSpPr>
        <p:spPr>
          <a:xfrm flipV="1">
            <a:off x="8030465" y="5262725"/>
            <a:ext cx="0" cy="233867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직선 연결선[R] 981">
            <a:extLst>
              <a:ext uri="{FF2B5EF4-FFF2-40B4-BE49-F238E27FC236}">
                <a16:creationId xmlns:a16="http://schemas.microsoft.com/office/drawing/2014/main" id="{B7DF64C9-62D6-4CC7-82BD-F6350BD62F07}"/>
              </a:ext>
            </a:extLst>
          </p:cNvPr>
          <p:cNvCxnSpPr>
            <a:cxnSpLocks/>
            <a:stCxn id="928" idx="1"/>
            <a:endCxn id="932" idx="3"/>
          </p:cNvCxnSpPr>
          <p:nvPr/>
        </p:nvCxnSpPr>
        <p:spPr>
          <a:xfrm flipH="1">
            <a:off x="3227490" y="2557450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5" name="직선 연결선[R] 984">
            <a:extLst>
              <a:ext uri="{FF2B5EF4-FFF2-40B4-BE49-F238E27FC236}">
                <a16:creationId xmlns:a16="http://schemas.microsoft.com/office/drawing/2014/main" id="{958A63EB-7AD4-9719-15D5-0710D86ABAAE}"/>
              </a:ext>
            </a:extLst>
          </p:cNvPr>
          <p:cNvCxnSpPr>
            <a:cxnSpLocks/>
          </p:cNvCxnSpPr>
          <p:nvPr/>
        </p:nvCxnSpPr>
        <p:spPr>
          <a:xfrm flipH="1">
            <a:off x="1867624" y="2002286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6" name="직선 연결선[R] 985">
            <a:extLst>
              <a:ext uri="{FF2B5EF4-FFF2-40B4-BE49-F238E27FC236}">
                <a16:creationId xmlns:a16="http://schemas.microsoft.com/office/drawing/2014/main" id="{CCFF44F5-5617-0FDB-8FEC-AC3FBEE0F976}"/>
              </a:ext>
            </a:extLst>
          </p:cNvPr>
          <p:cNvCxnSpPr>
            <a:cxnSpLocks/>
          </p:cNvCxnSpPr>
          <p:nvPr/>
        </p:nvCxnSpPr>
        <p:spPr>
          <a:xfrm flipV="1">
            <a:off x="4141406" y="593452"/>
            <a:ext cx="0" cy="17479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9" name="직선 연결선[R] 988">
            <a:extLst>
              <a:ext uri="{FF2B5EF4-FFF2-40B4-BE49-F238E27FC236}">
                <a16:creationId xmlns:a16="http://schemas.microsoft.com/office/drawing/2014/main" id="{1CE3B927-BA5D-6029-248E-3F1AB9CB4D39}"/>
              </a:ext>
            </a:extLst>
          </p:cNvPr>
          <p:cNvCxnSpPr>
            <a:cxnSpLocks/>
            <a:endCxn id="942" idx="3"/>
          </p:cNvCxnSpPr>
          <p:nvPr/>
        </p:nvCxnSpPr>
        <p:spPr>
          <a:xfrm flipH="1">
            <a:off x="3233427" y="601719"/>
            <a:ext cx="9079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2" name="직선 연결선[R] 991">
            <a:extLst>
              <a:ext uri="{FF2B5EF4-FFF2-40B4-BE49-F238E27FC236}">
                <a16:creationId xmlns:a16="http://schemas.microsoft.com/office/drawing/2014/main" id="{0AEFDDD4-762F-5165-496F-9567E33EE7A9}"/>
              </a:ext>
            </a:extLst>
          </p:cNvPr>
          <p:cNvCxnSpPr>
            <a:cxnSpLocks/>
            <a:stCxn id="940" idx="0"/>
            <a:endCxn id="942" idx="2"/>
          </p:cNvCxnSpPr>
          <p:nvPr/>
        </p:nvCxnSpPr>
        <p:spPr>
          <a:xfrm flipV="1">
            <a:off x="2867490" y="817719"/>
            <a:ext cx="5937" cy="9797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9" name="직선 연결선[R] 998">
            <a:extLst>
              <a:ext uri="{FF2B5EF4-FFF2-40B4-BE49-F238E27FC236}">
                <a16:creationId xmlns:a16="http://schemas.microsoft.com/office/drawing/2014/main" id="{91B1E4A0-FDB9-48B7-6114-9BE086E862DF}"/>
              </a:ext>
            </a:extLst>
          </p:cNvPr>
          <p:cNvCxnSpPr>
            <a:cxnSpLocks/>
          </p:cNvCxnSpPr>
          <p:nvPr/>
        </p:nvCxnSpPr>
        <p:spPr>
          <a:xfrm flipV="1">
            <a:off x="4309430" y="536461"/>
            <a:ext cx="0" cy="18049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1" name="직선 연결선[R] 1000">
            <a:extLst>
              <a:ext uri="{FF2B5EF4-FFF2-40B4-BE49-F238E27FC236}">
                <a16:creationId xmlns:a16="http://schemas.microsoft.com/office/drawing/2014/main" id="{EA576935-8D43-AD09-C324-86EDAE9254EB}"/>
              </a:ext>
            </a:extLst>
          </p:cNvPr>
          <p:cNvCxnSpPr>
            <a:cxnSpLocks/>
          </p:cNvCxnSpPr>
          <p:nvPr/>
        </p:nvCxnSpPr>
        <p:spPr>
          <a:xfrm flipV="1">
            <a:off x="4468180" y="1441717"/>
            <a:ext cx="0" cy="8996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4" name="직선 연결선[R] 1003">
            <a:extLst>
              <a:ext uri="{FF2B5EF4-FFF2-40B4-BE49-F238E27FC236}">
                <a16:creationId xmlns:a16="http://schemas.microsoft.com/office/drawing/2014/main" id="{604F083B-323F-CDE3-1770-E68398A4C515}"/>
              </a:ext>
            </a:extLst>
          </p:cNvPr>
          <p:cNvCxnSpPr>
            <a:cxnSpLocks/>
            <a:stCxn id="945" idx="1"/>
            <a:endCxn id="944" idx="3"/>
          </p:cNvCxnSpPr>
          <p:nvPr/>
        </p:nvCxnSpPr>
        <p:spPr>
          <a:xfrm flipH="1">
            <a:off x="4875343" y="320461"/>
            <a:ext cx="432563" cy="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7" name="직선 연결선[R] 1006">
            <a:extLst>
              <a:ext uri="{FF2B5EF4-FFF2-40B4-BE49-F238E27FC236}">
                <a16:creationId xmlns:a16="http://schemas.microsoft.com/office/drawing/2014/main" id="{F34C1E6E-FA24-C820-E7D1-006CC5B28DEA}"/>
              </a:ext>
            </a:extLst>
          </p:cNvPr>
          <p:cNvCxnSpPr>
            <a:cxnSpLocks/>
            <a:stCxn id="945" idx="2"/>
            <a:endCxn id="946" idx="0"/>
          </p:cNvCxnSpPr>
          <p:nvPr/>
        </p:nvCxnSpPr>
        <p:spPr>
          <a:xfrm>
            <a:off x="5667906" y="536461"/>
            <a:ext cx="0" cy="47920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8" name="직사각형 1017">
            <a:extLst>
              <a:ext uri="{FF2B5EF4-FFF2-40B4-BE49-F238E27FC236}">
                <a16:creationId xmlns:a16="http://schemas.microsoft.com/office/drawing/2014/main" id="{A72824B2-A864-8697-FABF-EEEBCEE34E7A}"/>
              </a:ext>
            </a:extLst>
          </p:cNvPr>
          <p:cNvSpPr>
            <a:spLocks/>
          </p:cNvSpPr>
          <p:nvPr/>
        </p:nvSpPr>
        <p:spPr>
          <a:xfrm>
            <a:off x="1147624" y="458737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1" name="직사각형 1020">
            <a:extLst>
              <a:ext uri="{FF2B5EF4-FFF2-40B4-BE49-F238E27FC236}">
                <a16:creationId xmlns:a16="http://schemas.microsoft.com/office/drawing/2014/main" id="{859619E8-2D5F-3829-38B0-63E737EEDD09}"/>
              </a:ext>
            </a:extLst>
          </p:cNvPr>
          <p:cNvSpPr>
            <a:spLocks/>
          </p:cNvSpPr>
          <p:nvPr/>
        </p:nvSpPr>
        <p:spPr>
          <a:xfrm>
            <a:off x="1147074" y="549659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item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2" name="직사각형 1021">
            <a:extLst>
              <a:ext uri="{FF2B5EF4-FFF2-40B4-BE49-F238E27FC236}">
                <a16:creationId xmlns:a16="http://schemas.microsoft.com/office/drawing/2014/main" id="{B4FAFF75-AB1F-63A0-E095-CBCCAA1ABA57}"/>
              </a:ext>
            </a:extLst>
          </p:cNvPr>
          <p:cNvSpPr>
            <a:spLocks/>
          </p:cNvSpPr>
          <p:nvPr/>
        </p:nvSpPr>
        <p:spPr>
          <a:xfrm>
            <a:off x="1147624" y="627919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menu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3" name="직사각형 1022">
            <a:extLst>
              <a:ext uri="{FF2B5EF4-FFF2-40B4-BE49-F238E27FC236}">
                <a16:creationId xmlns:a16="http://schemas.microsoft.com/office/drawing/2014/main" id="{FE9B06BB-9F7E-2184-C9DE-BC5C10F78379}"/>
              </a:ext>
            </a:extLst>
          </p:cNvPr>
          <p:cNvSpPr>
            <a:spLocks/>
          </p:cNvSpPr>
          <p:nvPr/>
        </p:nvSpPr>
        <p:spPr>
          <a:xfrm>
            <a:off x="5745306" y="4600407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4" name="직사각형 1023">
            <a:extLst>
              <a:ext uri="{FF2B5EF4-FFF2-40B4-BE49-F238E27FC236}">
                <a16:creationId xmlns:a16="http://schemas.microsoft.com/office/drawing/2014/main" id="{6CAD3051-8C91-2198-A4CA-FF149AC89B6A}"/>
              </a:ext>
            </a:extLst>
          </p:cNvPr>
          <p:cNvSpPr>
            <a:spLocks/>
          </p:cNvSpPr>
          <p:nvPr/>
        </p:nvSpPr>
        <p:spPr>
          <a:xfrm>
            <a:off x="5001156" y="5172592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like</a:t>
            </a:r>
          </a:p>
        </p:txBody>
      </p:sp>
      <p:sp>
        <p:nvSpPr>
          <p:cNvPr id="1025" name="직사각형 1024">
            <a:extLst>
              <a:ext uri="{FF2B5EF4-FFF2-40B4-BE49-F238E27FC236}">
                <a16:creationId xmlns:a16="http://schemas.microsoft.com/office/drawing/2014/main" id="{7126A7A1-78F0-7DC7-0991-E5F089BC672B}"/>
              </a:ext>
            </a:extLst>
          </p:cNvPr>
          <p:cNvSpPr>
            <a:spLocks/>
          </p:cNvSpPr>
          <p:nvPr/>
        </p:nvSpPr>
        <p:spPr>
          <a:xfrm>
            <a:off x="4647980" y="1909450"/>
            <a:ext cx="1099677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recommendation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6" name="직사각형 1025">
            <a:extLst>
              <a:ext uri="{FF2B5EF4-FFF2-40B4-BE49-F238E27FC236}">
                <a16:creationId xmlns:a16="http://schemas.microsoft.com/office/drawing/2014/main" id="{9CA98199-2DA6-645C-3E7E-90E4BC910960}"/>
              </a:ext>
            </a:extLst>
          </p:cNvPr>
          <p:cNvSpPr>
            <a:spLocks/>
          </p:cNvSpPr>
          <p:nvPr/>
        </p:nvSpPr>
        <p:spPr>
          <a:xfrm>
            <a:off x="11139142" y="2234019"/>
            <a:ext cx="720000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audit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log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027" name="직선 연결선[R] 1026">
            <a:extLst>
              <a:ext uri="{FF2B5EF4-FFF2-40B4-BE49-F238E27FC236}">
                <a16:creationId xmlns:a16="http://schemas.microsoft.com/office/drawing/2014/main" id="{03751836-FCE3-1F40-2C83-127B24C82077}"/>
              </a:ext>
            </a:extLst>
          </p:cNvPr>
          <p:cNvCxnSpPr>
            <a:cxnSpLocks/>
            <a:stCxn id="1018" idx="0"/>
            <a:endCxn id="834" idx="2"/>
          </p:cNvCxnSpPr>
          <p:nvPr/>
        </p:nvCxnSpPr>
        <p:spPr>
          <a:xfrm flipV="1">
            <a:off x="1507624" y="4134051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직선 연결선[R] 1029">
            <a:extLst>
              <a:ext uri="{FF2B5EF4-FFF2-40B4-BE49-F238E27FC236}">
                <a16:creationId xmlns:a16="http://schemas.microsoft.com/office/drawing/2014/main" id="{5CB6A22E-E47F-13F1-CE3C-27A23C175F6C}"/>
              </a:ext>
            </a:extLst>
          </p:cNvPr>
          <p:cNvCxnSpPr>
            <a:cxnSpLocks/>
          </p:cNvCxnSpPr>
          <p:nvPr/>
        </p:nvCxnSpPr>
        <p:spPr>
          <a:xfrm flipV="1">
            <a:off x="1507624" y="5032329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직선 연결선[R] 1030">
            <a:extLst>
              <a:ext uri="{FF2B5EF4-FFF2-40B4-BE49-F238E27FC236}">
                <a16:creationId xmlns:a16="http://schemas.microsoft.com/office/drawing/2014/main" id="{253A22F1-16F6-4506-951A-E28DE3239238}"/>
              </a:ext>
            </a:extLst>
          </p:cNvPr>
          <p:cNvCxnSpPr>
            <a:cxnSpLocks/>
          </p:cNvCxnSpPr>
          <p:nvPr/>
        </p:nvCxnSpPr>
        <p:spPr>
          <a:xfrm flipH="1">
            <a:off x="1867624" y="4669991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직선 연결선[R] 1033">
            <a:extLst>
              <a:ext uri="{FF2B5EF4-FFF2-40B4-BE49-F238E27FC236}">
                <a16:creationId xmlns:a16="http://schemas.microsoft.com/office/drawing/2014/main" id="{74043B15-E1F2-EC8C-9276-FF6A1CB99843}"/>
              </a:ext>
            </a:extLst>
          </p:cNvPr>
          <p:cNvCxnSpPr>
            <a:cxnSpLocks/>
          </p:cNvCxnSpPr>
          <p:nvPr/>
        </p:nvCxnSpPr>
        <p:spPr>
          <a:xfrm>
            <a:off x="4008982" y="4678646"/>
            <a:ext cx="0" cy="8169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직선 연결선[R] 1038">
            <a:extLst>
              <a:ext uri="{FF2B5EF4-FFF2-40B4-BE49-F238E27FC236}">
                <a16:creationId xmlns:a16="http://schemas.microsoft.com/office/drawing/2014/main" id="{3FFD3845-A0EC-A72D-8589-007C2639CB58}"/>
              </a:ext>
            </a:extLst>
          </p:cNvPr>
          <p:cNvCxnSpPr>
            <a:cxnSpLocks/>
            <a:stCxn id="1022" idx="0"/>
            <a:endCxn id="1021" idx="2"/>
          </p:cNvCxnSpPr>
          <p:nvPr/>
        </p:nvCxnSpPr>
        <p:spPr>
          <a:xfrm flipH="1" flipV="1">
            <a:off x="1507074" y="5928592"/>
            <a:ext cx="550" cy="3505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2" name="직선 연결선[R] 1041">
            <a:extLst>
              <a:ext uri="{FF2B5EF4-FFF2-40B4-BE49-F238E27FC236}">
                <a16:creationId xmlns:a16="http://schemas.microsoft.com/office/drawing/2014/main" id="{D32B4559-C0E5-4854-FEF5-568759E7B7F7}"/>
              </a:ext>
            </a:extLst>
          </p:cNvPr>
          <p:cNvCxnSpPr>
            <a:cxnSpLocks/>
          </p:cNvCxnSpPr>
          <p:nvPr/>
        </p:nvCxnSpPr>
        <p:spPr>
          <a:xfrm flipV="1">
            <a:off x="8218271" y="1441717"/>
            <a:ext cx="0" cy="23386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직선 연결선[R] 1043">
            <a:extLst>
              <a:ext uri="{FF2B5EF4-FFF2-40B4-BE49-F238E27FC236}">
                <a16:creationId xmlns:a16="http://schemas.microsoft.com/office/drawing/2014/main" id="{6DA37CCD-70E1-6044-110B-6A92512508B9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20098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직선 연결선[R] 1046">
            <a:extLst>
              <a:ext uri="{FF2B5EF4-FFF2-40B4-BE49-F238E27FC236}">
                <a16:creationId xmlns:a16="http://schemas.microsoft.com/office/drawing/2014/main" id="{4EA727E4-2D36-E95B-0B46-C74626E31269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0" cy="29211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0" name="직선 연결선[R] 1049">
            <a:extLst>
              <a:ext uri="{FF2B5EF4-FFF2-40B4-BE49-F238E27FC236}">
                <a16:creationId xmlns:a16="http://schemas.microsoft.com/office/drawing/2014/main" id="{7390FA90-1005-CF7D-1FA5-6B85EEBA91DF}"/>
              </a:ext>
            </a:extLst>
          </p:cNvPr>
          <p:cNvCxnSpPr>
            <a:cxnSpLocks/>
            <a:stCxn id="1023" idx="1"/>
          </p:cNvCxnSpPr>
          <p:nvPr/>
        </p:nvCxnSpPr>
        <p:spPr>
          <a:xfrm flipH="1">
            <a:off x="4480940" y="4816407"/>
            <a:ext cx="12643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직선 연결선[R] 1052">
            <a:extLst>
              <a:ext uri="{FF2B5EF4-FFF2-40B4-BE49-F238E27FC236}">
                <a16:creationId xmlns:a16="http://schemas.microsoft.com/office/drawing/2014/main" id="{A701E2C0-85E6-4FB2-796D-E268930828C8}"/>
              </a:ext>
            </a:extLst>
          </p:cNvPr>
          <p:cNvCxnSpPr>
            <a:cxnSpLocks/>
          </p:cNvCxnSpPr>
          <p:nvPr/>
        </p:nvCxnSpPr>
        <p:spPr>
          <a:xfrm flipV="1">
            <a:off x="4464380" y="4821101"/>
            <a:ext cx="0" cy="683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직선 연결선[R] 1058">
            <a:extLst>
              <a:ext uri="{FF2B5EF4-FFF2-40B4-BE49-F238E27FC236}">
                <a16:creationId xmlns:a16="http://schemas.microsoft.com/office/drawing/2014/main" id="{07118393-34FB-C365-30E3-579B86C429A9}"/>
              </a:ext>
            </a:extLst>
          </p:cNvPr>
          <p:cNvCxnSpPr>
            <a:cxnSpLocks/>
            <a:endCxn id="1024" idx="3"/>
          </p:cNvCxnSpPr>
          <p:nvPr/>
        </p:nvCxnSpPr>
        <p:spPr>
          <a:xfrm flipH="1">
            <a:off x="5721156" y="5388592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직선 연결선[R] 1061">
            <a:extLst>
              <a:ext uri="{FF2B5EF4-FFF2-40B4-BE49-F238E27FC236}">
                <a16:creationId xmlns:a16="http://schemas.microsoft.com/office/drawing/2014/main" id="{B11FD530-0A11-D4B7-E4E0-B6ABD0A8F8B6}"/>
              </a:ext>
            </a:extLst>
          </p:cNvPr>
          <p:cNvCxnSpPr>
            <a:cxnSpLocks/>
            <a:endCxn id="1023" idx="2"/>
          </p:cNvCxnSpPr>
          <p:nvPr/>
        </p:nvCxnSpPr>
        <p:spPr>
          <a:xfrm flipV="1">
            <a:off x="6105306" y="5032407"/>
            <a:ext cx="0" cy="3328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직선 연결선[R] 1066">
            <a:extLst>
              <a:ext uri="{FF2B5EF4-FFF2-40B4-BE49-F238E27FC236}">
                <a16:creationId xmlns:a16="http://schemas.microsoft.com/office/drawing/2014/main" id="{F5043ECC-CEB5-B9DE-D9D9-738BFDB0F116}"/>
              </a:ext>
            </a:extLst>
          </p:cNvPr>
          <p:cNvCxnSpPr>
            <a:cxnSpLocks/>
          </p:cNvCxnSpPr>
          <p:nvPr/>
        </p:nvCxnSpPr>
        <p:spPr>
          <a:xfrm flipH="1">
            <a:off x="4587906" y="5554569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9" name="직선 연결선[R] 1068">
            <a:extLst>
              <a:ext uri="{FF2B5EF4-FFF2-40B4-BE49-F238E27FC236}">
                <a16:creationId xmlns:a16="http://schemas.microsoft.com/office/drawing/2014/main" id="{C0694EFB-7C91-C97B-D33A-94795978DC8E}"/>
              </a:ext>
            </a:extLst>
          </p:cNvPr>
          <p:cNvCxnSpPr>
            <a:cxnSpLocks/>
          </p:cNvCxnSpPr>
          <p:nvPr/>
        </p:nvCxnSpPr>
        <p:spPr>
          <a:xfrm flipV="1">
            <a:off x="4822003" y="2355053"/>
            <a:ext cx="0" cy="34797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3" name="직선 연결선[R] 1072">
            <a:extLst>
              <a:ext uri="{FF2B5EF4-FFF2-40B4-BE49-F238E27FC236}">
                <a16:creationId xmlns:a16="http://schemas.microsoft.com/office/drawing/2014/main" id="{83B62CDA-E191-A21E-8B90-ED9B0AC1854F}"/>
              </a:ext>
            </a:extLst>
          </p:cNvPr>
          <p:cNvCxnSpPr>
            <a:cxnSpLocks/>
          </p:cNvCxnSpPr>
          <p:nvPr/>
        </p:nvCxnSpPr>
        <p:spPr>
          <a:xfrm flipH="1">
            <a:off x="4587906" y="5842878"/>
            <a:ext cx="23934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5" name="직사각형 1074">
            <a:extLst>
              <a:ext uri="{FF2B5EF4-FFF2-40B4-BE49-F238E27FC236}">
                <a16:creationId xmlns:a16="http://schemas.microsoft.com/office/drawing/2014/main" id="{34737339-E4E2-49CF-4A65-D69FEBDA3080}"/>
              </a:ext>
            </a:extLst>
          </p:cNvPr>
          <p:cNvSpPr>
            <a:spLocks/>
          </p:cNvSpPr>
          <p:nvPr/>
        </p:nvSpPr>
        <p:spPr>
          <a:xfrm>
            <a:off x="11139142" y="1656062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tax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6" name="직선 연결선 351">
            <a:extLst>
              <a:ext uri="{FF2B5EF4-FFF2-40B4-BE49-F238E27FC236}">
                <a16:creationId xmlns:a16="http://schemas.microsoft.com/office/drawing/2014/main" id="{C407E48D-48E1-C975-7372-445D5D4EED4F}"/>
              </a:ext>
            </a:extLst>
          </p:cNvPr>
          <p:cNvCxnSpPr>
            <a:cxnSpLocks/>
          </p:cNvCxnSpPr>
          <p:nvPr/>
        </p:nvCxnSpPr>
        <p:spPr>
          <a:xfrm>
            <a:off x="8386702" y="149591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51">
            <a:extLst>
              <a:ext uri="{FF2B5EF4-FFF2-40B4-BE49-F238E27FC236}">
                <a16:creationId xmlns:a16="http://schemas.microsoft.com/office/drawing/2014/main" id="{1DF83AE1-1E93-B09E-069C-98FA0A037CCD}"/>
              </a:ext>
            </a:extLst>
          </p:cNvPr>
          <p:cNvCxnSpPr>
            <a:cxnSpLocks/>
          </p:cNvCxnSpPr>
          <p:nvPr/>
        </p:nvCxnSpPr>
        <p:spPr>
          <a:xfrm>
            <a:off x="8170475" y="36462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351">
            <a:extLst>
              <a:ext uri="{FF2B5EF4-FFF2-40B4-BE49-F238E27FC236}">
                <a16:creationId xmlns:a16="http://schemas.microsoft.com/office/drawing/2014/main" id="{260A4B0B-4BE2-ADB1-F609-4EB4E0D6E3F7}"/>
              </a:ext>
            </a:extLst>
          </p:cNvPr>
          <p:cNvCxnSpPr>
            <a:cxnSpLocks/>
          </p:cNvCxnSpPr>
          <p:nvPr/>
        </p:nvCxnSpPr>
        <p:spPr>
          <a:xfrm>
            <a:off x="7357364" y="29676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351">
            <a:extLst>
              <a:ext uri="{FF2B5EF4-FFF2-40B4-BE49-F238E27FC236}">
                <a16:creationId xmlns:a16="http://schemas.microsoft.com/office/drawing/2014/main" id="{7CA84B82-587C-07ED-AC51-A17C83DC824D}"/>
              </a:ext>
            </a:extLst>
          </p:cNvPr>
          <p:cNvCxnSpPr>
            <a:cxnSpLocks/>
          </p:cNvCxnSpPr>
          <p:nvPr/>
        </p:nvCxnSpPr>
        <p:spPr>
          <a:xfrm>
            <a:off x="8177195" y="420200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직선 연결선 351">
            <a:extLst>
              <a:ext uri="{FF2B5EF4-FFF2-40B4-BE49-F238E27FC236}">
                <a16:creationId xmlns:a16="http://schemas.microsoft.com/office/drawing/2014/main" id="{EC4041E8-DD5C-5636-F7BC-0E0682E2E0B1}"/>
              </a:ext>
            </a:extLst>
          </p:cNvPr>
          <p:cNvCxnSpPr>
            <a:cxnSpLocks/>
          </p:cNvCxnSpPr>
          <p:nvPr/>
        </p:nvCxnSpPr>
        <p:spPr>
          <a:xfrm>
            <a:off x="8174471" y="507606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0" name="직선 연결선 351">
            <a:extLst>
              <a:ext uri="{FF2B5EF4-FFF2-40B4-BE49-F238E27FC236}">
                <a16:creationId xmlns:a16="http://schemas.microsoft.com/office/drawing/2014/main" id="{95940350-0FDE-A9FA-F2A5-FEFDF3D37CBB}"/>
              </a:ext>
            </a:extLst>
          </p:cNvPr>
          <p:cNvCxnSpPr>
            <a:cxnSpLocks/>
          </p:cNvCxnSpPr>
          <p:nvPr/>
        </p:nvCxnSpPr>
        <p:spPr>
          <a:xfrm>
            <a:off x="10164731" y="420095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0" name="직선 연결선 351">
            <a:extLst>
              <a:ext uri="{FF2B5EF4-FFF2-40B4-BE49-F238E27FC236}">
                <a16:creationId xmlns:a16="http://schemas.microsoft.com/office/drawing/2014/main" id="{488FB9A5-16F9-E70B-9194-201403F477B1}"/>
              </a:ext>
            </a:extLst>
          </p:cNvPr>
          <p:cNvCxnSpPr>
            <a:cxnSpLocks/>
          </p:cNvCxnSpPr>
          <p:nvPr/>
        </p:nvCxnSpPr>
        <p:spPr>
          <a:xfrm>
            <a:off x="8174471" y="2397253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4" name="직선 연결선 351">
            <a:extLst>
              <a:ext uri="{FF2B5EF4-FFF2-40B4-BE49-F238E27FC236}">
                <a16:creationId xmlns:a16="http://schemas.microsoft.com/office/drawing/2014/main" id="{A2DAFEBE-73F5-123C-95D5-5690E9C257DA}"/>
              </a:ext>
            </a:extLst>
          </p:cNvPr>
          <p:cNvCxnSpPr>
            <a:cxnSpLocks/>
          </p:cNvCxnSpPr>
          <p:nvPr/>
        </p:nvCxnSpPr>
        <p:spPr>
          <a:xfrm>
            <a:off x="8643731" y="296738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4" name="직선 연결선 351">
            <a:extLst>
              <a:ext uri="{FF2B5EF4-FFF2-40B4-BE49-F238E27FC236}">
                <a16:creationId xmlns:a16="http://schemas.microsoft.com/office/drawing/2014/main" id="{B7301BC1-3E66-67F0-67BB-71CE8C1E72AA}"/>
              </a:ext>
            </a:extLst>
          </p:cNvPr>
          <p:cNvCxnSpPr>
            <a:cxnSpLocks/>
          </p:cNvCxnSpPr>
          <p:nvPr/>
        </p:nvCxnSpPr>
        <p:spPr>
          <a:xfrm>
            <a:off x="10168042" y="365597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87" name="그룹 986">
            <a:extLst>
              <a:ext uri="{FF2B5EF4-FFF2-40B4-BE49-F238E27FC236}">
                <a16:creationId xmlns:a16="http://schemas.microsoft.com/office/drawing/2014/main" id="{5B0EFFEE-FEB3-7361-A91F-C9109FCF309F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956431" y="876576"/>
            <a:ext cx="148067" cy="108000"/>
            <a:chOff x="7409659" y="2902132"/>
            <a:chExt cx="317047" cy="239471"/>
          </a:xfrm>
        </p:grpSpPr>
        <p:grpSp>
          <p:nvGrpSpPr>
            <p:cNvPr id="988" name="그룹 987">
              <a:extLst>
                <a:ext uri="{FF2B5EF4-FFF2-40B4-BE49-F238E27FC236}">
                  <a16:creationId xmlns:a16="http://schemas.microsoft.com/office/drawing/2014/main" id="{47AEAEB5-3301-1972-E33E-DFC2F6A960B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93" name="직선 연결선 322">
                <a:extLst>
                  <a:ext uri="{FF2B5EF4-FFF2-40B4-BE49-F238E27FC236}">
                    <a16:creationId xmlns:a16="http://schemas.microsoft.com/office/drawing/2014/main" id="{6CD2DC41-7D05-B60E-41B3-D57A499A84F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4" name="직선 연결선 323">
                <a:extLst>
                  <a:ext uri="{FF2B5EF4-FFF2-40B4-BE49-F238E27FC236}">
                    <a16:creationId xmlns:a16="http://schemas.microsoft.com/office/drawing/2014/main" id="{495DF902-F024-77E2-5FE7-85396024A3C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5" name="직선 연결선 324">
                <a:extLst>
                  <a:ext uri="{FF2B5EF4-FFF2-40B4-BE49-F238E27FC236}">
                    <a16:creationId xmlns:a16="http://schemas.microsoft.com/office/drawing/2014/main" id="{FEE61840-FF6A-3CF4-8EB6-7A3053756CC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0" name="직선 연결선 326">
              <a:extLst>
                <a:ext uri="{FF2B5EF4-FFF2-40B4-BE49-F238E27FC236}">
                  <a16:creationId xmlns:a16="http://schemas.microsoft.com/office/drawing/2014/main" id="{4B9F0DFF-8DEC-C8ED-25E9-3BFE5E6C1D9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1" name="타원 990">
              <a:extLst>
                <a:ext uri="{FF2B5EF4-FFF2-40B4-BE49-F238E27FC236}">
                  <a16:creationId xmlns:a16="http://schemas.microsoft.com/office/drawing/2014/main" id="{DB96F3FE-83CD-883B-2E90-EFD2D5C5A5D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996" name="그룹 995">
            <a:extLst>
              <a:ext uri="{FF2B5EF4-FFF2-40B4-BE49-F238E27FC236}">
                <a16:creationId xmlns:a16="http://schemas.microsoft.com/office/drawing/2014/main" id="{8222C57F-314A-2770-CBD9-EAE0551C7AD2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878922"/>
            <a:ext cx="148067" cy="108000"/>
            <a:chOff x="7409659" y="2902132"/>
            <a:chExt cx="317047" cy="239471"/>
          </a:xfrm>
        </p:grpSpPr>
        <p:grpSp>
          <p:nvGrpSpPr>
            <p:cNvPr id="997" name="그룹 996">
              <a:extLst>
                <a:ext uri="{FF2B5EF4-FFF2-40B4-BE49-F238E27FC236}">
                  <a16:creationId xmlns:a16="http://schemas.microsoft.com/office/drawing/2014/main" id="{08DF7686-863F-1476-17A1-0CBAB297F07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002" name="직선 연결선 322">
                <a:extLst>
                  <a:ext uri="{FF2B5EF4-FFF2-40B4-BE49-F238E27FC236}">
                    <a16:creationId xmlns:a16="http://schemas.microsoft.com/office/drawing/2014/main" id="{5748CFA5-F4B0-16D8-3C2B-6997D12272E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3" name="직선 연결선 323">
                <a:extLst>
                  <a:ext uri="{FF2B5EF4-FFF2-40B4-BE49-F238E27FC236}">
                    <a16:creationId xmlns:a16="http://schemas.microsoft.com/office/drawing/2014/main" id="{2D1D622B-DA16-5367-6C23-94C5AEF6BA0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5" name="직선 연결선 324">
                <a:extLst>
                  <a:ext uri="{FF2B5EF4-FFF2-40B4-BE49-F238E27FC236}">
                    <a16:creationId xmlns:a16="http://schemas.microsoft.com/office/drawing/2014/main" id="{B7C48057-D983-CD4C-3D92-9829E42EFC4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8" name="직선 연결선 326">
              <a:extLst>
                <a:ext uri="{FF2B5EF4-FFF2-40B4-BE49-F238E27FC236}">
                  <a16:creationId xmlns:a16="http://schemas.microsoft.com/office/drawing/2014/main" id="{21492902-2560-69A5-737F-52F3AD3843C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00" name="타원 999">
              <a:extLst>
                <a:ext uri="{FF2B5EF4-FFF2-40B4-BE49-F238E27FC236}">
                  <a16:creationId xmlns:a16="http://schemas.microsoft.com/office/drawing/2014/main" id="{CB859D49-E018-E0F4-C7F8-92E2235DFA2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036" name="직선 연결선 351">
            <a:extLst>
              <a:ext uri="{FF2B5EF4-FFF2-40B4-BE49-F238E27FC236}">
                <a16:creationId xmlns:a16="http://schemas.microsoft.com/office/drawing/2014/main" id="{118144AB-C4B3-DC7C-8989-B227B2E9C6D9}"/>
              </a:ext>
            </a:extLst>
          </p:cNvPr>
          <p:cNvCxnSpPr>
            <a:cxnSpLocks/>
          </p:cNvCxnSpPr>
          <p:nvPr/>
        </p:nvCxnSpPr>
        <p:spPr>
          <a:xfrm>
            <a:off x="9791251" y="194870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7" name="직선 연결선 351">
            <a:extLst>
              <a:ext uri="{FF2B5EF4-FFF2-40B4-BE49-F238E27FC236}">
                <a16:creationId xmlns:a16="http://schemas.microsoft.com/office/drawing/2014/main" id="{A3CF2FB2-9523-3312-DE2A-20E4E03E79DA}"/>
              </a:ext>
            </a:extLst>
          </p:cNvPr>
          <p:cNvCxnSpPr>
            <a:cxnSpLocks/>
          </p:cNvCxnSpPr>
          <p:nvPr/>
        </p:nvCxnSpPr>
        <p:spPr>
          <a:xfrm>
            <a:off x="9793398" y="2191667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8" name="직선 연결선[R] 1037">
            <a:extLst>
              <a:ext uri="{FF2B5EF4-FFF2-40B4-BE49-F238E27FC236}">
                <a16:creationId xmlns:a16="http://schemas.microsoft.com/office/drawing/2014/main" id="{EE7A74FA-66B9-E8EA-0459-50C05AB1C383}"/>
              </a:ext>
            </a:extLst>
          </p:cNvPr>
          <p:cNvCxnSpPr>
            <a:cxnSpLocks/>
          </p:cNvCxnSpPr>
          <p:nvPr/>
        </p:nvCxnSpPr>
        <p:spPr>
          <a:xfrm flipH="1">
            <a:off x="8588046" y="1299699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7" name="직선 연결선 351">
            <a:extLst>
              <a:ext uri="{FF2B5EF4-FFF2-40B4-BE49-F238E27FC236}">
                <a16:creationId xmlns:a16="http://schemas.microsoft.com/office/drawing/2014/main" id="{E43B2059-4174-8A21-0A38-AC8908A8173F}"/>
              </a:ext>
            </a:extLst>
          </p:cNvPr>
          <p:cNvCxnSpPr>
            <a:cxnSpLocks/>
          </p:cNvCxnSpPr>
          <p:nvPr/>
        </p:nvCxnSpPr>
        <p:spPr>
          <a:xfrm>
            <a:off x="8639467" y="108422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직선 연결선 351">
            <a:extLst>
              <a:ext uri="{FF2B5EF4-FFF2-40B4-BE49-F238E27FC236}">
                <a16:creationId xmlns:a16="http://schemas.microsoft.com/office/drawing/2014/main" id="{96C46272-3274-AE20-EC70-BEBD113705E6}"/>
              </a:ext>
            </a:extLst>
          </p:cNvPr>
          <p:cNvCxnSpPr>
            <a:cxnSpLocks/>
          </p:cNvCxnSpPr>
          <p:nvPr/>
        </p:nvCxnSpPr>
        <p:spPr>
          <a:xfrm>
            <a:off x="8636460" y="121979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8" name="직선 연결선 351">
            <a:extLst>
              <a:ext uri="{FF2B5EF4-FFF2-40B4-BE49-F238E27FC236}">
                <a16:creationId xmlns:a16="http://schemas.microsoft.com/office/drawing/2014/main" id="{31028392-6646-3EC5-FABF-7478B697D46A}"/>
              </a:ext>
            </a:extLst>
          </p:cNvPr>
          <p:cNvCxnSpPr>
            <a:cxnSpLocks/>
          </p:cNvCxnSpPr>
          <p:nvPr/>
        </p:nvCxnSpPr>
        <p:spPr>
          <a:xfrm>
            <a:off x="5613906" y="329055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9" name="직선 연결선 351">
            <a:extLst>
              <a:ext uri="{FF2B5EF4-FFF2-40B4-BE49-F238E27FC236}">
                <a16:creationId xmlns:a16="http://schemas.microsoft.com/office/drawing/2014/main" id="{0322CFDF-AC4C-F503-B01B-376F25C7B83F}"/>
              </a:ext>
            </a:extLst>
          </p:cNvPr>
          <p:cNvCxnSpPr>
            <a:cxnSpLocks/>
          </p:cNvCxnSpPr>
          <p:nvPr/>
        </p:nvCxnSpPr>
        <p:spPr>
          <a:xfrm>
            <a:off x="6086474" y="387041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2" name="직선 연결선 351">
            <a:extLst>
              <a:ext uri="{FF2B5EF4-FFF2-40B4-BE49-F238E27FC236}">
                <a16:creationId xmlns:a16="http://schemas.microsoft.com/office/drawing/2014/main" id="{AB55B414-92F6-4FA3-A523-C000B6D014EE}"/>
              </a:ext>
            </a:extLst>
          </p:cNvPr>
          <p:cNvCxnSpPr>
            <a:cxnSpLocks/>
          </p:cNvCxnSpPr>
          <p:nvPr/>
        </p:nvCxnSpPr>
        <p:spPr>
          <a:xfrm>
            <a:off x="7813083" y="3074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3" name="직선 연결선 351">
            <a:extLst>
              <a:ext uri="{FF2B5EF4-FFF2-40B4-BE49-F238E27FC236}">
                <a16:creationId xmlns:a16="http://schemas.microsoft.com/office/drawing/2014/main" id="{ACAED211-541B-2865-CD52-1AA53AB7771B}"/>
              </a:ext>
            </a:extLst>
          </p:cNvPr>
          <p:cNvCxnSpPr>
            <a:cxnSpLocks/>
          </p:cNvCxnSpPr>
          <p:nvPr/>
        </p:nvCxnSpPr>
        <p:spPr>
          <a:xfrm>
            <a:off x="7815022" y="566811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0" name="직선 연결선 351">
            <a:extLst>
              <a:ext uri="{FF2B5EF4-FFF2-40B4-BE49-F238E27FC236}">
                <a16:creationId xmlns:a16="http://schemas.microsoft.com/office/drawing/2014/main" id="{42A75A80-F8A1-4074-A714-613AD86FCF6F}"/>
              </a:ext>
            </a:extLst>
          </p:cNvPr>
          <p:cNvCxnSpPr>
            <a:cxnSpLocks/>
          </p:cNvCxnSpPr>
          <p:nvPr/>
        </p:nvCxnSpPr>
        <p:spPr>
          <a:xfrm>
            <a:off x="4637536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9" name="직선 연결선 351">
            <a:extLst>
              <a:ext uri="{FF2B5EF4-FFF2-40B4-BE49-F238E27FC236}">
                <a16:creationId xmlns:a16="http://schemas.microsoft.com/office/drawing/2014/main" id="{C39AE9ED-BF7C-BC22-0995-92806468A172}"/>
              </a:ext>
            </a:extLst>
          </p:cNvPr>
          <p:cNvCxnSpPr>
            <a:cxnSpLocks/>
          </p:cNvCxnSpPr>
          <p:nvPr/>
        </p:nvCxnSpPr>
        <p:spPr>
          <a:xfrm>
            <a:off x="8644508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5" name="직선 연결선 351">
            <a:extLst>
              <a:ext uri="{FF2B5EF4-FFF2-40B4-BE49-F238E27FC236}">
                <a16:creationId xmlns:a16="http://schemas.microsoft.com/office/drawing/2014/main" id="{686E6506-19D8-CC18-FB80-46E06839041D}"/>
              </a:ext>
            </a:extLst>
          </p:cNvPr>
          <p:cNvCxnSpPr>
            <a:cxnSpLocks/>
          </p:cNvCxnSpPr>
          <p:nvPr/>
        </p:nvCxnSpPr>
        <p:spPr>
          <a:xfrm>
            <a:off x="11445142" y="413217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27" name="그룹 826">
            <a:extLst>
              <a:ext uri="{FF2B5EF4-FFF2-40B4-BE49-F238E27FC236}">
                <a16:creationId xmlns:a16="http://schemas.microsoft.com/office/drawing/2014/main" id="{88935C28-7F94-AC14-8C39-6A29FEEFFF4C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3415367"/>
            <a:ext cx="148067" cy="108000"/>
            <a:chOff x="7409659" y="2902132"/>
            <a:chExt cx="317047" cy="239471"/>
          </a:xfrm>
        </p:grpSpPr>
        <p:grpSp>
          <p:nvGrpSpPr>
            <p:cNvPr id="830" name="그룹 829">
              <a:extLst>
                <a:ext uri="{FF2B5EF4-FFF2-40B4-BE49-F238E27FC236}">
                  <a16:creationId xmlns:a16="http://schemas.microsoft.com/office/drawing/2014/main" id="{D5F99DE7-F798-5053-5F61-4D44B14B472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37" name="직선 연결선 322">
                <a:extLst>
                  <a:ext uri="{FF2B5EF4-FFF2-40B4-BE49-F238E27FC236}">
                    <a16:creationId xmlns:a16="http://schemas.microsoft.com/office/drawing/2014/main" id="{C385538E-1BF8-7723-686D-78689907B42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8" name="직선 연결선 323">
                <a:extLst>
                  <a:ext uri="{FF2B5EF4-FFF2-40B4-BE49-F238E27FC236}">
                    <a16:creationId xmlns:a16="http://schemas.microsoft.com/office/drawing/2014/main" id="{ED0C00DA-9A87-82BA-5AA6-DF2BD91BA49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9" name="직선 연결선 324">
                <a:extLst>
                  <a:ext uri="{FF2B5EF4-FFF2-40B4-BE49-F238E27FC236}">
                    <a16:creationId xmlns:a16="http://schemas.microsoft.com/office/drawing/2014/main" id="{EC860AC8-0A08-3DE2-20A5-E247AA88E11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31" name="직선 연결선 326">
              <a:extLst>
                <a:ext uri="{FF2B5EF4-FFF2-40B4-BE49-F238E27FC236}">
                  <a16:creationId xmlns:a16="http://schemas.microsoft.com/office/drawing/2014/main" id="{846B8DED-422D-F6B6-5E0B-7DECC083B94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32" name="타원 831">
              <a:extLst>
                <a:ext uri="{FF2B5EF4-FFF2-40B4-BE49-F238E27FC236}">
                  <a16:creationId xmlns:a16="http://schemas.microsoft.com/office/drawing/2014/main" id="{7AF27946-F743-EBAD-ACE8-CD309841D8E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41" name="그룹 840">
            <a:extLst>
              <a:ext uri="{FF2B5EF4-FFF2-40B4-BE49-F238E27FC236}">
                <a16:creationId xmlns:a16="http://schemas.microsoft.com/office/drawing/2014/main" id="{65709676-1B94-651B-5402-8CCBCF5DE230}"/>
              </a:ext>
            </a:extLst>
          </p:cNvPr>
          <p:cNvGrpSpPr>
            <a:grpSpLocks noChangeAspect="1"/>
          </p:cNvGrpSpPr>
          <p:nvPr/>
        </p:nvGrpSpPr>
        <p:grpSpPr>
          <a:xfrm>
            <a:off x="10992663" y="3530401"/>
            <a:ext cx="148067" cy="108000"/>
            <a:chOff x="7409659" y="2902132"/>
            <a:chExt cx="317047" cy="239471"/>
          </a:xfrm>
        </p:grpSpPr>
        <p:grpSp>
          <p:nvGrpSpPr>
            <p:cNvPr id="845" name="그룹 844">
              <a:extLst>
                <a:ext uri="{FF2B5EF4-FFF2-40B4-BE49-F238E27FC236}">
                  <a16:creationId xmlns:a16="http://schemas.microsoft.com/office/drawing/2014/main" id="{3C35484C-95BF-5CE1-9B94-B30F26FF7B8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48" name="직선 연결선 322">
                <a:extLst>
                  <a:ext uri="{FF2B5EF4-FFF2-40B4-BE49-F238E27FC236}">
                    <a16:creationId xmlns:a16="http://schemas.microsoft.com/office/drawing/2014/main" id="{5EDD88D3-D3AE-FA7C-7C75-3CF1DFB3ED2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0" name="직선 연결선 323">
                <a:extLst>
                  <a:ext uri="{FF2B5EF4-FFF2-40B4-BE49-F238E27FC236}">
                    <a16:creationId xmlns:a16="http://schemas.microsoft.com/office/drawing/2014/main" id="{9FEB0E30-0D5A-BCCA-319A-CEAC16BFDDD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1" name="직선 연결선 324">
                <a:extLst>
                  <a:ext uri="{FF2B5EF4-FFF2-40B4-BE49-F238E27FC236}">
                    <a16:creationId xmlns:a16="http://schemas.microsoft.com/office/drawing/2014/main" id="{2E0395A4-D297-0E39-EA20-6D6CF46D24F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46" name="직선 연결선 326">
              <a:extLst>
                <a:ext uri="{FF2B5EF4-FFF2-40B4-BE49-F238E27FC236}">
                  <a16:creationId xmlns:a16="http://schemas.microsoft.com/office/drawing/2014/main" id="{663BE68B-A5BA-2208-FCAD-6AD8922A208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7" name="타원 846">
              <a:extLst>
                <a:ext uri="{FF2B5EF4-FFF2-40B4-BE49-F238E27FC236}">
                  <a16:creationId xmlns:a16="http://schemas.microsoft.com/office/drawing/2014/main" id="{A4CF93C2-8CC1-B7AD-59A4-DBCFE812F25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56" name="그룹 855">
            <a:extLst>
              <a:ext uri="{FF2B5EF4-FFF2-40B4-BE49-F238E27FC236}">
                <a16:creationId xmlns:a16="http://schemas.microsoft.com/office/drawing/2014/main" id="{07DF5AA4-DB4F-D5F0-5A95-B5CC776BC8DA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226254" y="3747042"/>
            <a:ext cx="148067" cy="108000"/>
            <a:chOff x="7409659" y="2902132"/>
            <a:chExt cx="317047" cy="239471"/>
          </a:xfrm>
        </p:grpSpPr>
        <p:grpSp>
          <p:nvGrpSpPr>
            <p:cNvPr id="857" name="그룹 856">
              <a:extLst>
                <a:ext uri="{FF2B5EF4-FFF2-40B4-BE49-F238E27FC236}">
                  <a16:creationId xmlns:a16="http://schemas.microsoft.com/office/drawing/2014/main" id="{872012A9-0B94-627E-C25C-4236032DDE1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63" name="직선 연결선 322">
                <a:extLst>
                  <a:ext uri="{FF2B5EF4-FFF2-40B4-BE49-F238E27FC236}">
                    <a16:creationId xmlns:a16="http://schemas.microsoft.com/office/drawing/2014/main" id="{B6248272-3621-ABE5-9FA5-33E20446426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4" name="직선 연결선 323">
                <a:extLst>
                  <a:ext uri="{FF2B5EF4-FFF2-40B4-BE49-F238E27FC236}">
                    <a16:creationId xmlns:a16="http://schemas.microsoft.com/office/drawing/2014/main" id="{866E35BB-AF89-988A-65E5-41B3978BB48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5" name="직선 연결선 324">
                <a:extLst>
                  <a:ext uri="{FF2B5EF4-FFF2-40B4-BE49-F238E27FC236}">
                    <a16:creationId xmlns:a16="http://schemas.microsoft.com/office/drawing/2014/main" id="{5F282777-0415-3D2B-2377-D48D40A54F4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59" name="직선 연결선 326">
              <a:extLst>
                <a:ext uri="{FF2B5EF4-FFF2-40B4-BE49-F238E27FC236}">
                  <a16:creationId xmlns:a16="http://schemas.microsoft.com/office/drawing/2014/main" id="{033A02A6-2768-B633-9368-E84F2268BCD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60" name="타원 859">
              <a:extLst>
                <a:ext uri="{FF2B5EF4-FFF2-40B4-BE49-F238E27FC236}">
                  <a16:creationId xmlns:a16="http://schemas.microsoft.com/office/drawing/2014/main" id="{00A44F52-679B-23E6-9F95-578C736D390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75" name="그룹 874">
            <a:extLst>
              <a:ext uri="{FF2B5EF4-FFF2-40B4-BE49-F238E27FC236}">
                <a16:creationId xmlns:a16="http://schemas.microsoft.com/office/drawing/2014/main" id="{9368C43B-6AA9-6CA9-E886-12F41C4105F7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68747" y="5955362"/>
            <a:ext cx="148067" cy="108000"/>
            <a:chOff x="7409659" y="2902132"/>
            <a:chExt cx="317047" cy="239471"/>
          </a:xfrm>
        </p:grpSpPr>
        <p:grpSp>
          <p:nvGrpSpPr>
            <p:cNvPr id="877" name="그룹 876">
              <a:extLst>
                <a:ext uri="{FF2B5EF4-FFF2-40B4-BE49-F238E27FC236}">
                  <a16:creationId xmlns:a16="http://schemas.microsoft.com/office/drawing/2014/main" id="{5355CDC8-85AF-9A6A-F7AD-68B6D385CFE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81" name="직선 연결선 322">
                <a:extLst>
                  <a:ext uri="{FF2B5EF4-FFF2-40B4-BE49-F238E27FC236}">
                    <a16:creationId xmlns:a16="http://schemas.microsoft.com/office/drawing/2014/main" id="{1FC7F9AA-5C4D-7A1C-6160-A4E60BB19FD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2" name="직선 연결선 323">
                <a:extLst>
                  <a:ext uri="{FF2B5EF4-FFF2-40B4-BE49-F238E27FC236}">
                    <a16:creationId xmlns:a16="http://schemas.microsoft.com/office/drawing/2014/main" id="{DE09D5C2-D351-F8C9-B2DC-8EC99A8C979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4" name="직선 연결선 324">
                <a:extLst>
                  <a:ext uri="{FF2B5EF4-FFF2-40B4-BE49-F238E27FC236}">
                    <a16:creationId xmlns:a16="http://schemas.microsoft.com/office/drawing/2014/main" id="{942D364B-7F57-0BAB-A13A-2E8EA40C1A9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78" name="직선 연결선 326">
              <a:extLst>
                <a:ext uri="{FF2B5EF4-FFF2-40B4-BE49-F238E27FC236}">
                  <a16:creationId xmlns:a16="http://schemas.microsoft.com/office/drawing/2014/main" id="{E4E40478-D66D-7AA4-6351-2AC802A97F3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80" name="타원 879">
              <a:extLst>
                <a:ext uri="{FF2B5EF4-FFF2-40B4-BE49-F238E27FC236}">
                  <a16:creationId xmlns:a16="http://schemas.microsoft.com/office/drawing/2014/main" id="{2B74D446-E357-34FD-1349-8268E83BE24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885" name="직선 연결선 351">
            <a:extLst>
              <a:ext uri="{FF2B5EF4-FFF2-40B4-BE49-F238E27FC236}">
                <a16:creationId xmlns:a16="http://schemas.microsoft.com/office/drawing/2014/main" id="{6A42B4F2-24CD-71DD-00F0-D7DE28F3464A}"/>
              </a:ext>
            </a:extLst>
          </p:cNvPr>
          <p:cNvCxnSpPr>
            <a:cxnSpLocks/>
          </p:cNvCxnSpPr>
          <p:nvPr/>
        </p:nvCxnSpPr>
        <p:spPr>
          <a:xfrm>
            <a:off x="3955710" y="597732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9" name="직선 연결선 351">
            <a:extLst>
              <a:ext uri="{FF2B5EF4-FFF2-40B4-BE49-F238E27FC236}">
                <a16:creationId xmlns:a16="http://schemas.microsoft.com/office/drawing/2014/main" id="{648D7014-7C94-CE0B-7179-42B9E5AD499D}"/>
              </a:ext>
            </a:extLst>
          </p:cNvPr>
          <p:cNvCxnSpPr>
            <a:cxnSpLocks/>
          </p:cNvCxnSpPr>
          <p:nvPr/>
        </p:nvCxnSpPr>
        <p:spPr>
          <a:xfrm>
            <a:off x="3821190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0" name="직선 연결선 351">
            <a:extLst>
              <a:ext uri="{FF2B5EF4-FFF2-40B4-BE49-F238E27FC236}">
                <a16:creationId xmlns:a16="http://schemas.microsoft.com/office/drawing/2014/main" id="{DC112176-142B-E9B9-E11A-6A6902FF66B6}"/>
              </a:ext>
            </a:extLst>
          </p:cNvPr>
          <p:cNvCxnSpPr>
            <a:cxnSpLocks/>
          </p:cNvCxnSpPr>
          <p:nvPr/>
        </p:nvCxnSpPr>
        <p:spPr>
          <a:xfrm>
            <a:off x="3821190" y="55272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3" name="직선 연결선 351">
            <a:extLst>
              <a:ext uri="{FF2B5EF4-FFF2-40B4-BE49-F238E27FC236}">
                <a16:creationId xmlns:a16="http://schemas.microsoft.com/office/drawing/2014/main" id="{0D75DFEB-AD83-97E1-76BB-BA1EA940A5BD}"/>
              </a:ext>
            </a:extLst>
          </p:cNvPr>
          <p:cNvCxnSpPr>
            <a:cxnSpLocks/>
          </p:cNvCxnSpPr>
          <p:nvPr/>
        </p:nvCxnSpPr>
        <p:spPr>
          <a:xfrm>
            <a:off x="4094229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0" name="직선 연결선 351">
            <a:extLst>
              <a:ext uri="{FF2B5EF4-FFF2-40B4-BE49-F238E27FC236}">
                <a16:creationId xmlns:a16="http://schemas.microsoft.com/office/drawing/2014/main" id="{09C5B98E-6E6E-429B-8FA7-D9A155DB62EE}"/>
              </a:ext>
            </a:extLst>
          </p:cNvPr>
          <p:cNvCxnSpPr>
            <a:cxnSpLocks/>
          </p:cNvCxnSpPr>
          <p:nvPr/>
        </p:nvCxnSpPr>
        <p:spPr>
          <a:xfrm>
            <a:off x="4173906" y="598272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1" name="직선 연결선 351">
            <a:extLst>
              <a:ext uri="{FF2B5EF4-FFF2-40B4-BE49-F238E27FC236}">
                <a16:creationId xmlns:a16="http://schemas.microsoft.com/office/drawing/2014/main" id="{84104D54-5CF9-2B88-6FD1-0101C951B2AA}"/>
              </a:ext>
            </a:extLst>
          </p:cNvPr>
          <p:cNvCxnSpPr>
            <a:cxnSpLocks/>
          </p:cNvCxnSpPr>
          <p:nvPr/>
        </p:nvCxnSpPr>
        <p:spPr>
          <a:xfrm>
            <a:off x="4263255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4" name="직선 연결선 351">
            <a:extLst>
              <a:ext uri="{FF2B5EF4-FFF2-40B4-BE49-F238E27FC236}">
                <a16:creationId xmlns:a16="http://schemas.microsoft.com/office/drawing/2014/main" id="{598B0A20-6189-0ECB-E86A-C4F603F86A4D}"/>
              </a:ext>
            </a:extLst>
          </p:cNvPr>
          <p:cNvCxnSpPr>
            <a:cxnSpLocks/>
          </p:cNvCxnSpPr>
          <p:nvPr/>
        </p:nvCxnSpPr>
        <p:spPr>
          <a:xfrm>
            <a:off x="7976465" y="27318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36" name="그룹 1135">
            <a:extLst>
              <a:ext uri="{FF2B5EF4-FFF2-40B4-BE49-F238E27FC236}">
                <a16:creationId xmlns:a16="http://schemas.microsoft.com/office/drawing/2014/main" id="{AF2B782F-6254-4EE9-5579-92E8427C12C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707718" y="4523273"/>
            <a:ext cx="57088" cy="108000"/>
            <a:chOff x="7604467" y="2108611"/>
            <a:chExt cx="122239" cy="239471"/>
          </a:xfrm>
        </p:grpSpPr>
        <p:grpSp>
          <p:nvGrpSpPr>
            <p:cNvPr id="1137" name="그룹 1136">
              <a:extLst>
                <a:ext uri="{FF2B5EF4-FFF2-40B4-BE49-F238E27FC236}">
                  <a16:creationId xmlns:a16="http://schemas.microsoft.com/office/drawing/2014/main" id="{BE56B2E9-B306-85B0-C981-B5854D5F2EA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39" name="직선 연결선 359">
                <a:extLst>
                  <a:ext uri="{FF2B5EF4-FFF2-40B4-BE49-F238E27FC236}">
                    <a16:creationId xmlns:a16="http://schemas.microsoft.com/office/drawing/2014/main" id="{FE1A8FFC-B98A-CF73-4EFC-A79BFFB0F2B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0" name="직선 연결선 360">
                <a:extLst>
                  <a:ext uri="{FF2B5EF4-FFF2-40B4-BE49-F238E27FC236}">
                    <a16:creationId xmlns:a16="http://schemas.microsoft.com/office/drawing/2014/main" id="{F5BCB949-22FB-6F4C-BFAF-52B8049AB56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1" name="직선 연결선 361">
                <a:extLst>
                  <a:ext uri="{FF2B5EF4-FFF2-40B4-BE49-F238E27FC236}">
                    <a16:creationId xmlns:a16="http://schemas.microsoft.com/office/drawing/2014/main" id="{669F4378-9C15-FD42-394C-D88AD171563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8" name="직선 연결선 363">
              <a:extLst>
                <a:ext uri="{FF2B5EF4-FFF2-40B4-BE49-F238E27FC236}">
                  <a16:creationId xmlns:a16="http://schemas.microsoft.com/office/drawing/2014/main" id="{56AEC0A2-AFC7-488D-C5B3-431CB5B6813B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42" name="직선 연결선 351">
            <a:extLst>
              <a:ext uri="{FF2B5EF4-FFF2-40B4-BE49-F238E27FC236}">
                <a16:creationId xmlns:a16="http://schemas.microsoft.com/office/drawing/2014/main" id="{B4191F25-20E6-7E3C-3BC2-401BE5C2A648}"/>
              </a:ext>
            </a:extLst>
          </p:cNvPr>
          <p:cNvCxnSpPr>
            <a:cxnSpLocks/>
          </p:cNvCxnSpPr>
          <p:nvPr/>
        </p:nvCxnSpPr>
        <p:spPr>
          <a:xfrm>
            <a:off x="4442780" y="283966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2" name="직선 연결선 351">
            <a:extLst>
              <a:ext uri="{FF2B5EF4-FFF2-40B4-BE49-F238E27FC236}">
                <a16:creationId xmlns:a16="http://schemas.microsoft.com/office/drawing/2014/main" id="{37C615BB-8E54-DA99-EDFB-9A79369B6016}"/>
              </a:ext>
            </a:extLst>
          </p:cNvPr>
          <p:cNvCxnSpPr>
            <a:cxnSpLocks/>
          </p:cNvCxnSpPr>
          <p:nvPr/>
        </p:nvCxnSpPr>
        <p:spPr>
          <a:xfrm>
            <a:off x="7980416" y="545198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9" name="직선 연결선 351">
            <a:extLst>
              <a:ext uri="{FF2B5EF4-FFF2-40B4-BE49-F238E27FC236}">
                <a16:creationId xmlns:a16="http://schemas.microsoft.com/office/drawing/2014/main" id="{92586266-A196-D5D7-3FA8-047E125402D5}"/>
              </a:ext>
            </a:extLst>
          </p:cNvPr>
          <p:cNvCxnSpPr>
            <a:cxnSpLocks/>
          </p:cNvCxnSpPr>
          <p:nvPr/>
        </p:nvCxnSpPr>
        <p:spPr>
          <a:xfrm>
            <a:off x="7975450" y="329578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6" name="직선 연결선 351">
            <a:extLst>
              <a:ext uri="{FF2B5EF4-FFF2-40B4-BE49-F238E27FC236}">
                <a16:creationId xmlns:a16="http://schemas.microsoft.com/office/drawing/2014/main" id="{D62734F2-E26D-9114-79B2-4C792F28DD97}"/>
              </a:ext>
            </a:extLst>
          </p:cNvPr>
          <p:cNvCxnSpPr>
            <a:cxnSpLocks/>
          </p:cNvCxnSpPr>
          <p:nvPr/>
        </p:nvCxnSpPr>
        <p:spPr>
          <a:xfrm>
            <a:off x="2813490" y="31901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3" name="직선 연결선 351">
            <a:extLst>
              <a:ext uri="{FF2B5EF4-FFF2-40B4-BE49-F238E27FC236}">
                <a16:creationId xmlns:a16="http://schemas.microsoft.com/office/drawing/2014/main" id="{B4F5744A-9D1C-295B-157F-060C5DDDFE0B}"/>
              </a:ext>
            </a:extLst>
          </p:cNvPr>
          <p:cNvCxnSpPr>
            <a:cxnSpLocks/>
          </p:cNvCxnSpPr>
          <p:nvPr/>
        </p:nvCxnSpPr>
        <p:spPr>
          <a:xfrm>
            <a:off x="3810317" y="250607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5" name="직선 연결선[R] 1174">
            <a:extLst>
              <a:ext uri="{FF2B5EF4-FFF2-40B4-BE49-F238E27FC236}">
                <a16:creationId xmlns:a16="http://schemas.microsoft.com/office/drawing/2014/main" id="{3FFA8966-70D3-600D-9F92-1ADE7D8D057F}"/>
              </a:ext>
            </a:extLst>
          </p:cNvPr>
          <p:cNvCxnSpPr>
            <a:cxnSpLocks/>
            <a:endCxn id="940" idx="3"/>
          </p:cNvCxnSpPr>
          <p:nvPr/>
        </p:nvCxnSpPr>
        <p:spPr>
          <a:xfrm flipH="1">
            <a:off x="3227490" y="2013431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직선 연결선[R] 1178">
            <a:extLst>
              <a:ext uri="{FF2B5EF4-FFF2-40B4-BE49-F238E27FC236}">
                <a16:creationId xmlns:a16="http://schemas.microsoft.com/office/drawing/2014/main" id="{0A404357-027E-14FD-5292-E1715CD26537}"/>
              </a:ext>
            </a:extLst>
          </p:cNvPr>
          <p:cNvCxnSpPr>
            <a:cxnSpLocks/>
          </p:cNvCxnSpPr>
          <p:nvPr/>
        </p:nvCxnSpPr>
        <p:spPr>
          <a:xfrm flipV="1">
            <a:off x="4004630" y="2013431"/>
            <a:ext cx="0" cy="3280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직선 연결선 351">
            <a:extLst>
              <a:ext uri="{FF2B5EF4-FFF2-40B4-BE49-F238E27FC236}">
                <a16:creationId xmlns:a16="http://schemas.microsoft.com/office/drawing/2014/main" id="{3BF6A5CD-A96F-7A85-EE72-2BD02A06637E}"/>
              </a:ext>
            </a:extLst>
          </p:cNvPr>
          <p:cNvCxnSpPr>
            <a:cxnSpLocks/>
          </p:cNvCxnSpPr>
          <p:nvPr/>
        </p:nvCxnSpPr>
        <p:spPr>
          <a:xfrm>
            <a:off x="395063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6" name="직선 연결선 351">
            <a:extLst>
              <a:ext uri="{FF2B5EF4-FFF2-40B4-BE49-F238E27FC236}">
                <a16:creationId xmlns:a16="http://schemas.microsoft.com/office/drawing/2014/main" id="{7D386320-B8F6-E941-7358-E1C2023895F2}"/>
              </a:ext>
            </a:extLst>
          </p:cNvPr>
          <p:cNvCxnSpPr>
            <a:cxnSpLocks/>
          </p:cNvCxnSpPr>
          <p:nvPr/>
        </p:nvCxnSpPr>
        <p:spPr>
          <a:xfrm>
            <a:off x="1926187" y="194828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7" name="직선 연결선 351">
            <a:extLst>
              <a:ext uri="{FF2B5EF4-FFF2-40B4-BE49-F238E27FC236}">
                <a16:creationId xmlns:a16="http://schemas.microsoft.com/office/drawing/2014/main" id="{3E6DB5F5-5B08-9692-F5DE-5C0097BA990B}"/>
              </a:ext>
            </a:extLst>
          </p:cNvPr>
          <p:cNvCxnSpPr>
            <a:cxnSpLocks/>
          </p:cNvCxnSpPr>
          <p:nvPr/>
        </p:nvCxnSpPr>
        <p:spPr>
          <a:xfrm>
            <a:off x="408740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04" name="그룹 1203">
            <a:extLst>
              <a:ext uri="{FF2B5EF4-FFF2-40B4-BE49-F238E27FC236}">
                <a16:creationId xmlns:a16="http://schemas.microsoft.com/office/drawing/2014/main" id="{02D1FDE7-BDF3-FC76-E515-870DD3CAFF6F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796779" y="842668"/>
            <a:ext cx="148067" cy="108000"/>
            <a:chOff x="7409659" y="2902132"/>
            <a:chExt cx="317047" cy="239471"/>
          </a:xfrm>
        </p:grpSpPr>
        <p:grpSp>
          <p:nvGrpSpPr>
            <p:cNvPr id="1205" name="그룹 1204">
              <a:extLst>
                <a:ext uri="{FF2B5EF4-FFF2-40B4-BE49-F238E27FC236}">
                  <a16:creationId xmlns:a16="http://schemas.microsoft.com/office/drawing/2014/main" id="{0CC7ACE6-0B5B-23D4-AC12-E467956947E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08" name="직선 연결선 322">
                <a:extLst>
                  <a:ext uri="{FF2B5EF4-FFF2-40B4-BE49-F238E27FC236}">
                    <a16:creationId xmlns:a16="http://schemas.microsoft.com/office/drawing/2014/main" id="{2544B661-DA73-3B26-DF12-AA4C6ACA877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9" name="직선 연결선 323">
                <a:extLst>
                  <a:ext uri="{FF2B5EF4-FFF2-40B4-BE49-F238E27FC236}">
                    <a16:creationId xmlns:a16="http://schemas.microsoft.com/office/drawing/2014/main" id="{1C87965C-0C60-490E-033E-16C38F993B2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0" name="직선 연결선 324">
                <a:extLst>
                  <a:ext uri="{FF2B5EF4-FFF2-40B4-BE49-F238E27FC236}">
                    <a16:creationId xmlns:a16="http://schemas.microsoft.com/office/drawing/2014/main" id="{EF6AFEAE-C9E7-8399-B6AE-F8CB3A50040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06" name="직선 연결선 326">
              <a:extLst>
                <a:ext uri="{FF2B5EF4-FFF2-40B4-BE49-F238E27FC236}">
                  <a16:creationId xmlns:a16="http://schemas.microsoft.com/office/drawing/2014/main" id="{9B0F720E-4576-75AC-A135-E57E774912E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07" name="타원 1206">
              <a:extLst>
                <a:ext uri="{FF2B5EF4-FFF2-40B4-BE49-F238E27FC236}">
                  <a16:creationId xmlns:a16="http://schemas.microsoft.com/office/drawing/2014/main" id="{69B8F433-ED67-A75F-8150-E1615685406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18" name="직선 연결선 351">
            <a:extLst>
              <a:ext uri="{FF2B5EF4-FFF2-40B4-BE49-F238E27FC236}">
                <a16:creationId xmlns:a16="http://schemas.microsoft.com/office/drawing/2014/main" id="{76BA023F-D6EA-2047-01D9-495132F1621D}"/>
              </a:ext>
            </a:extLst>
          </p:cNvPr>
          <p:cNvCxnSpPr>
            <a:cxnSpLocks/>
          </p:cNvCxnSpPr>
          <p:nvPr/>
        </p:nvCxnSpPr>
        <p:spPr>
          <a:xfrm>
            <a:off x="441738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20" name="그룹 1219">
            <a:extLst>
              <a:ext uri="{FF2B5EF4-FFF2-40B4-BE49-F238E27FC236}">
                <a16:creationId xmlns:a16="http://schemas.microsoft.com/office/drawing/2014/main" id="{2BD7CC3C-F9CC-19AB-DDF6-F0560BC9391F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5593873" y="556495"/>
            <a:ext cx="148067" cy="108000"/>
            <a:chOff x="7409659" y="2902132"/>
            <a:chExt cx="317047" cy="239471"/>
          </a:xfrm>
        </p:grpSpPr>
        <p:grpSp>
          <p:nvGrpSpPr>
            <p:cNvPr id="1221" name="그룹 1220">
              <a:extLst>
                <a:ext uri="{FF2B5EF4-FFF2-40B4-BE49-F238E27FC236}">
                  <a16:creationId xmlns:a16="http://schemas.microsoft.com/office/drawing/2014/main" id="{D9AE7D15-8949-7BC3-F75A-9C9435FE95D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24" name="직선 연결선 322">
                <a:extLst>
                  <a:ext uri="{FF2B5EF4-FFF2-40B4-BE49-F238E27FC236}">
                    <a16:creationId xmlns:a16="http://schemas.microsoft.com/office/drawing/2014/main" id="{A868065C-9E16-C821-59AF-015D4FD71EE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5" name="직선 연결선 323">
                <a:extLst>
                  <a:ext uri="{FF2B5EF4-FFF2-40B4-BE49-F238E27FC236}">
                    <a16:creationId xmlns:a16="http://schemas.microsoft.com/office/drawing/2014/main" id="{BF9776B9-0A8D-8B0F-F736-D9ADA418444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6" name="직선 연결선 324">
                <a:extLst>
                  <a:ext uri="{FF2B5EF4-FFF2-40B4-BE49-F238E27FC236}">
                    <a16:creationId xmlns:a16="http://schemas.microsoft.com/office/drawing/2014/main" id="{37591356-2AD8-EF5E-3579-A50FBD8C18B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22" name="직선 연결선 326">
              <a:extLst>
                <a:ext uri="{FF2B5EF4-FFF2-40B4-BE49-F238E27FC236}">
                  <a16:creationId xmlns:a16="http://schemas.microsoft.com/office/drawing/2014/main" id="{27DBF629-73F3-3F0E-4749-BD903852A14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23" name="타원 1222">
              <a:extLst>
                <a:ext uri="{FF2B5EF4-FFF2-40B4-BE49-F238E27FC236}">
                  <a16:creationId xmlns:a16="http://schemas.microsoft.com/office/drawing/2014/main" id="{3EA3704D-6EDB-9784-A15F-11F1751B494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35" name="직선 연결선 351">
            <a:extLst>
              <a:ext uri="{FF2B5EF4-FFF2-40B4-BE49-F238E27FC236}">
                <a16:creationId xmlns:a16="http://schemas.microsoft.com/office/drawing/2014/main" id="{450EB609-6BD3-479A-0E64-C71F1304219D}"/>
              </a:ext>
            </a:extLst>
          </p:cNvPr>
          <p:cNvCxnSpPr>
            <a:cxnSpLocks/>
          </p:cNvCxnSpPr>
          <p:nvPr/>
        </p:nvCxnSpPr>
        <p:spPr>
          <a:xfrm>
            <a:off x="5252067" y="26706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2" name="직선 연결선 351">
            <a:extLst>
              <a:ext uri="{FF2B5EF4-FFF2-40B4-BE49-F238E27FC236}">
                <a16:creationId xmlns:a16="http://schemas.microsoft.com/office/drawing/2014/main" id="{F286E7C1-DF33-92D1-7576-08057499DD6F}"/>
              </a:ext>
            </a:extLst>
          </p:cNvPr>
          <p:cNvCxnSpPr>
            <a:cxnSpLocks/>
          </p:cNvCxnSpPr>
          <p:nvPr/>
        </p:nvCxnSpPr>
        <p:spPr>
          <a:xfrm>
            <a:off x="425014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43" name="그룹 1242">
            <a:extLst>
              <a:ext uri="{FF2B5EF4-FFF2-40B4-BE49-F238E27FC236}">
                <a16:creationId xmlns:a16="http://schemas.microsoft.com/office/drawing/2014/main" id="{5520A0C5-31C1-3A69-1048-7889FFB0C09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3864051"/>
            <a:ext cx="148067" cy="108000"/>
            <a:chOff x="7409659" y="2902132"/>
            <a:chExt cx="317047" cy="239471"/>
          </a:xfrm>
        </p:grpSpPr>
        <p:grpSp>
          <p:nvGrpSpPr>
            <p:cNvPr id="1244" name="그룹 1243">
              <a:extLst>
                <a:ext uri="{FF2B5EF4-FFF2-40B4-BE49-F238E27FC236}">
                  <a16:creationId xmlns:a16="http://schemas.microsoft.com/office/drawing/2014/main" id="{49DE80BC-41DE-9C46-D79D-57355C4DF2D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47" name="직선 연결선 322">
                <a:extLst>
                  <a:ext uri="{FF2B5EF4-FFF2-40B4-BE49-F238E27FC236}">
                    <a16:creationId xmlns:a16="http://schemas.microsoft.com/office/drawing/2014/main" id="{050C877B-6DB0-6A6D-A47D-C4BA201D2F1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8" name="직선 연결선 323">
                <a:extLst>
                  <a:ext uri="{FF2B5EF4-FFF2-40B4-BE49-F238E27FC236}">
                    <a16:creationId xmlns:a16="http://schemas.microsoft.com/office/drawing/2014/main" id="{B0040875-415C-8B00-BE2C-D30097DB3B0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9" name="직선 연결선 324">
                <a:extLst>
                  <a:ext uri="{FF2B5EF4-FFF2-40B4-BE49-F238E27FC236}">
                    <a16:creationId xmlns:a16="http://schemas.microsoft.com/office/drawing/2014/main" id="{D22621D9-BC79-46B6-457D-1F02791EC94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45" name="직선 연결선 326">
              <a:extLst>
                <a:ext uri="{FF2B5EF4-FFF2-40B4-BE49-F238E27FC236}">
                  <a16:creationId xmlns:a16="http://schemas.microsoft.com/office/drawing/2014/main" id="{82B381EF-A30C-BEFD-A185-7A5901761FB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46" name="타원 1245">
              <a:extLst>
                <a:ext uri="{FF2B5EF4-FFF2-40B4-BE49-F238E27FC236}">
                  <a16:creationId xmlns:a16="http://schemas.microsoft.com/office/drawing/2014/main" id="{D1802500-5D3A-0346-5FFF-9C7ED041854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56" name="직선 연결선 351">
            <a:extLst>
              <a:ext uri="{FF2B5EF4-FFF2-40B4-BE49-F238E27FC236}">
                <a16:creationId xmlns:a16="http://schemas.microsoft.com/office/drawing/2014/main" id="{A0CEAD65-B56F-3364-6E3C-A8AADABDE32C}"/>
              </a:ext>
            </a:extLst>
          </p:cNvPr>
          <p:cNvCxnSpPr>
            <a:cxnSpLocks/>
          </p:cNvCxnSpPr>
          <p:nvPr/>
        </p:nvCxnSpPr>
        <p:spPr>
          <a:xfrm>
            <a:off x="1453624" y="420443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57" name="그룹 1256">
            <a:extLst>
              <a:ext uri="{FF2B5EF4-FFF2-40B4-BE49-F238E27FC236}">
                <a16:creationId xmlns:a16="http://schemas.microsoft.com/office/drawing/2014/main" id="{F30775AC-8332-BA67-8B3A-9BCF40A9C65B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2912" y="4619309"/>
            <a:ext cx="148067" cy="108000"/>
            <a:chOff x="7409659" y="2902132"/>
            <a:chExt cx="317047" cy="239471"/>
          </a:xfrm>
        </p:grpSpPr>
        <p:grpSp>
          <p:nvGrpSpPr>
            <p:cNvPr id="1258" name="그룹 1257">
              <a:extLst>
                <a:ext uri="{FF2B5EF4-FFF2-40B4-BE49-F238E27FC236}">
                  <a16:creationId xmlns:a16="http://schemas.microsoft.com/office/drawing/2014/main" id="{F4FD2E71-8668-BEFC-3EE2-7951CE73C48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61" name="직선 연결선 322">
                <a:extLst>
                  <a:ext uri="{FF2B5EF4-FFF2-40B4-BE49-F238E27FC236}">
                    <a16:creationId xmlns:a16="http://schemas.microsoft.com/office/drawing/2014/main" id="{A290E897-1690-7930-5406-1205137F538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2" name="직선 연결선 323">
                <a:extLst>
                  <a:ext uri="{FF2B5EF4-FFF2-40B4-BE49-F238E27FC236}">
                    <a16:creationId xmlns:a16="http://schemas.microsoft.com/office/drawing/2014/main" id="{44239C0D-F535-5B9E-C1D0-EB1DF7ADE1B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3" name="직선 연결선 324">
                <a:extLst>
                  <a:ext uri="{FF2B5EF4-FFF2-40B4-BE49-F238E27FC236}">
                    <a16:creationId xmlns:a16="http://schemas.microsoft.com/office/drawing/2014/main" id="{7F141C48-1710-1DD0-41D2-82CF6158E57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59" name="직선 연결선 326">
              <a:extLst>
                <a:ext uri="{FF2B5EF4-FFF2-40B4-BE49-F238E27FC236}">
                  <a16:creationId xmlns:a16="http://schemas.microsoft.com/office/drawing/2014/main" id="{338B397A-DD5A-124A-EE59-272B74C0898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60" name="타원 1259">
              <a:extLst>
                <a:ext uri="{FF2B5EF4-FFF2-40B4-BE49-F238E27FC236}">
                  <a16:creationId xmlns:a16="http://schemas.microsoft.com/office/drawing/2014/main" id="{A038ED38-33EA-C6ED-037E-2A068CF392C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265" name="그룹 1264">
            <a:extLst>
              <a:ext uri="{FF2B5EF4-FFF2-40B4-BE49-F238E27FC236}">
                <a16:creationId xmlns:a16="http://schemas.microsoft.com/office/drawing/2014/main" id="{77927359-0546-AD2C-24DF-A856A6E037FD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79080" y="5413078"/>
            <a:ext cx="57088" cy="108000"/>
            <a:chOff x="7604467" y="2108611"/>
            <a:chExt cx="122239" cy="239471"/>
          </a:xfrm>
        </p:grpSpPr>
        <p:grpSp>
          <p:nvGrpSpPr>
            <p:cNvPr id="1266" name="그룹 1265">
              <a:extLst>
                <a:ext uri="{FF2B5EF4-FFF2-40B4-BE49-F238E27FC236}">
                  <a16:creationId xmlns:a16="http://schemas.microsoft.com/office/drawing/2014/main" id="{147847E0-0307-6C30-DADB-5610E200D31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68" name="직선 연결선 359">
                <a:extLst>
                  <a:ext uri="{FF2B5EF4-FFF2-40B4-BE49-F238E27FC236}">
                    <a16:creationId xmlns:a16="http://schemas.microsoft.com/office/drawing/2014/main" id="{9E3AFD42-FEAB-8DD9-07FE-C5B9FFF4976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9" name="직선 연결선 360">
                <a:extLst>
                  <a:ext uri="{FF2B5EF4-FFF2-40B4-BE49-F238E27FC236}">
                    <a16:creationId xmlns:a16="http://schemas.microsoft.com/office/drawing/2014/main" id="{195CD9A5-7347-C3FE-AEC2-907C70D847D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0" name="직선 연결선 361">
                <a:extLst>
                  <a:ext uri="{FF2B5EF4-FFF2-40B4-BE49-F238E27FC236}">
                    <a16:creationId xmlns:a16="http://schemas.microsoft.com/office/drawing/2014/main" id="{B51A300C-81F3-CCD6-BB0B-9288DF5E68A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67" name="직선 연결선 363">
              <a:extLst>
                <a:ext uri="{FF2B5EF4-FFF2-40B4-BE49-F238E27FC236}">
                  <a16:creationId xmlns:a16="http://schemas.microsoft.com/office/drawing/2014/main" id="{843A9DF8-029A-7CB8-CA0E-A15B806F0C5B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1" name="직선 연결선 351">
            <a:extLst>
              <a:ext uri="{FF2B5EF4-FFF2-40B4-BE49-F238E27FC236}">
                <a16:creationId xmlns:a16="http://schemas.microsoft.com/office/drawing/2014/main" id="{AA3A99ED-FC70-A319-5C47-FFF109A7BDCD}"/>
              </a:ext>
            </a:extLst>
          </p:cNvPr>
          <p:cNvCxnSpPr>
            <a:cxnSpLocks/>
          </p:cNvCxnSpPr>
          <p:nvPr/>
        </p:nvCxnSpPr>
        <p:spPr>
          <a:xfrm>
            <a:off x="1453624" y="507714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8" name="직선 연결선 351">
            <a:extLst>
              <a:ext uri="{FF2B5EF4-FFF2-40B4-BE49-F238E27FC236}">
                <a16:creationId xmlns:a16="http://schemas.microsoft.com/office/drawing/2014/main" id="{6FA7483A-223D-66EB-E10D-BE64EE2AAA21}"/>
              </a:ext>
            </a:extLst>
          </p:cNvPr>
          <p:cNvCxnSpPr>
            <a:cxnSpLocks/>
          </p:cNvCxnSpPr>
          <p:nvPr/>
        </p:nvCxnSpPr>
        <p:spPr>
          <a:xfrm>
            <a:off x="1453624" y="623020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5" name="직선 연결선 351">
            <a:extLst>
              <a:ext uri="{FF2B5EF4-FFF2-40B4-BE49-F238E27FC236}">
                <a16:creationId xmlns:a16="http://schemas.microsoft.com/office/drawing/2014/main" id="{5DC761AD-8751-BFE8-9C46-146FD14B9F63}"/>
              </a:ext>
            </a:extLst>
          </p:cNvPr>
          <p:cNvCxnSpPr>
            <a:cxnSpLocks/>
          </p:cNvCxnSpPr>
          <p:nvPr/>
        </p:nvCxnSpPr>
        <p:spPr>
          <a:xfrm>
            <a:off x="4406032" y="543951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2" name="직선 연결선 351">
            <a:extLst>
              <a:ext uri="{FF2B5EF4-FFF2-40B4-BE49-F238E27FC236}">
                <a16:creationId xmlns:a16="http://schemas.microsoft.com/office/drawing/2014/main" id="{3372F324-38A4-4297-9280-43483919070E}"/>
              </a:ext>
            </a:extLst>
          </p:cNvPr>
          <p:cNvCxnSpPr>
            <a:cxnSpLocks/>
          </p:cNvCxnSpPr>
          <p:nvPr/>
        </p:nvCxnSpPr>
        <p:spPr>
          <a:xfrm>
            <a:off x="8155151" y="150527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9" name="직선 연결선 351">
            <a:extLst>
              <a:ext uri="{FF2B5EF4-FFF2-40B4-BE49-F238E27FC236}">
                <a16:creationId xmlns:a16="http://schemas.microsoft.com/office/drawing/2014/main" id="{A08D2702-D3AF-A914-778E-05B8C62D3F38}"/>
              </a:ext>
            </a:extLst>
          </p:cNvPr>
          <p:cNvCxnSpPr>
            <a:cxnSpLocks/>
          </p:cNvCxnSpPr>
          <p:nvPr/>
        </p:nvCxnSpPr>
        <p:spPr>
          <a:xfrm>
            <a:off x="6046313" y="507649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6" name="직선 연결선 351">
            <a:extLst>
              <a:ext uri="{FF2B5EF4-FFF2-40B4-BE49-F238E27FC236}">
                <a16:creationId xmlns:a16="http://schemas.microsoft.com/office/drawing/2014/main" id="{B0E3FD2C-D06E-9BFF-4B48-6EFC994E1E9E}"/>
              </a:ext>
            </a:extLst>
          </p:cNvPr>
          <p:cNvCxnSpPr>
            <a:cxnSpLocks/>
          </p:cNvCxnSpPr>
          <p:nvPr/>
        </p:nvCxnSpPr>
        <p:spPr>
          <a:xfrm>
            <a:off x="4638973" y="5504834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3" name="직선 연결선 351">
            <a:extLst>
              <a:ext uri="{FF2B5EF4-FFF2-40B4-BE49-F238E27FC236}">
                <a16:creationId xmlns:a16="http://schemas.microsoft.com/office/drawing/2014/main" id="{54B00F33-7980-A41F-CBC1-09E2A4D1E9D0}"/>
              </a:ext>
            </a:extLst>
          </p:cNvPr>
          <p:cNvCxnSpPr>
            <a:cxnSpLocks/>
          </p:cNvCxnSpPr>
          <p:nvPr/>
        </p:nvCxnSpPr>
        <p:spPr>
          <a:xfrm>
            <a:off x="4634661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5" name="직선 연결선[R] 1314">
            <a:extLst>
              <a:ext uri="{FF2B5EF4-FFF2-40B4-BE49-F238E27FC236}">
                <a16:creationId xmlns:a16="http://schemas.microsoft.com/office/drawing/2014/main" id="{DFA267D7-ECFE-2559-B04D-15FD1FB22DFB}"/>
              </a:ext>
            </a:extLst>
          </p:cNvPr>
          <p:cNvCxnSpPr>
            <a:cxnSpLocks/>
          </p:cNvCxnSpPr>
          <p:nvPr/>
        </p:nvCxnSpPr>
        <p:spPr>
          <a:xfrm flipV="1">
            <a:off x="8030465" y="1441717"/>
            <a:ext cx="0" cy="1218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직선 연결선[R] 1316">
            <a:extLst>
              <a:ext uri="{FF2B5EF4-FFF2-40B4-BE49-F238E27FC236}">
                <a16:creationId xmlns:a16="http://schemas.microsoft.com/office/drawing/2014/main" id="{0462DD1F-648F-6B50-7552-EEF936123271}"/>
              </a:ext>
            </a:extLst>
          </p:cNvPr>
          <p:cNvCxnSpPr>
            <a:cxnSpLocks/>
          </p:cNvCxnSpPr>
          <p:nvPr/>
        </p:nvCxnSpPr>
        <p:spPr>
          <a:xfrm>
            <a:off x="5011387" y="1555668"/>
            <a:ext cx="301907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1" name="직선 연결선[R] 1320">
            <a:extLst>
              <a:ext uri="{FF2B5EF4-FFF2-40B4-BE49-F238E27FC236}">
                <a16:creationId xmlns:a16="http://schemas.microsoft.com/office/drawing/2014/main" id="{7E0E9F37-053D-19F8-8BB1-750567321952}"/>
              </a:ext>
            </a:extLst>
          </p:cNvPr>
          <p:cNvCxnSpPr>
            <a:cxnSpLocks/>
          </p:cNvCxnSpPr>
          <p:nvPr/>
        </p:nvCxnSpPr>
        <p:spPr>
          <a:xfrm flipH="1" flipV="1">
            <a:off x="5007981" y="1555668"/>
            <a:ext cx="1" cy="35161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5" name="직선 연결선 351">
            <a:extLst>
              <a:ext uri="{FF2B5EF4-FFF2-40B4-BE49-F238E27FC236}">
                <a16:creationId xmlns:a16="http://schemas.microsoft.com/office/drawing/2014/main" id="{7ECEF6FD-4B2C-B7C6-945A-C6CE6561A913}"/>
              </a:ext>
            </a:extLst>
          </p:cNvPr>
          <p:cNvCxnSpPr>
            <a:cxnSpLocks/>
          </p:cNvCxnSpPr>
          <p:nvPr/>
        </p:nvCxnSpPr>
        <p:spPr>
          <a:xfrm>
            <a:off x="7976465" y="150329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AE59B614-D724-5C7D-2026-085F231895D9}"/>
              </a:ext>
            </a:extLst>
          </p:cNvPr>
          <p:cNvSpPr>
            <a:spLocks/>
          </p:cNvSpPr>
          <p:nvPr/>
        </p:nvSpPr>
        <p:spPr>
          <a:xfrm>
            <a:off x="8958860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5C71295-5F7F-E16E-3A2F-F3BC3553F2A4}"/>
              </a:ext>
            </a:extLst>
          </p:cNvPr>
          <p:cNvSpPr>
            <a:spLocks/>
          </p:cNvSpPr>
          <p:nvPr/>
        </p:nvSpPr>
        <p:spPr>
          <a:xfrm>
            <a:off x="8959411" y="4604040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master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" name="직선 연결선[R] 12">
            <a:extLst>
              <a:ext uri="{FF2B5EF4-FFF2-40B4-BE49-F238E27FC236}">
                <a16:creationId xmlns:a16="http://schemas.microsoft.com/office/drawing/2014/main" id="{5309C094-F908-7A45-497C-1FF2A63510E3}"/>
              </a:ext>
            </a:extLst>
          </p:cNvPr>
          <p:cNvCxnSpPr>
            <a:cxnSpLocks/>
            <a:stCxn id="2" idx="1"/>
            <a:endCxn id="794" idx="3"/>
          </p:cNvCxnSpPr>
          <p:nvPr/>
        </p:nvCxnSpPr>
        <p:spPr>
          <a:xfrm flipH="1">
            <a:off x="8588471" y="3924916"/>
            <a:ext cx="37038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[R] 16">
            <a:extLst>
              <a:ext uri="{FF2B5EF4-FFF2-40B4-BE49-F238E27FC236}">
                <a16:creationId xmlns:a16="http://schemas.microsoft.com/office/drawing/2014/main" id="{09E75C15-29BD-E5BE-9DA5-5EF446250D6A}"/>
              </a:ext>
            </a:extLst>
          </p:cNvPr>
          <p:cNvCxnSpPr>
            <a:cxnSpLocks/>
            <a:stCxn id="12" idx="1"/>
            <a:endCxn id="796" idx="3"/>
          </p:cNvCxnSpPr>
          <p:nvPr/>
        </p:nvCxnSpPr>
        <p:spPr>
          <a:xfrm flipH="1">
            <a:off x="8588471" y="4820040"/>
            <a:ext cx="370940" cy="10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[R] 40">
            <a:extLst>
              <a:ext uri="{FF2B5EF4-FFF2-40B4-BE49-F238E27FC236}">
                <a16:creationId xmlns:a16="http://schemas.microsoft.com/office/drawing/2014/main" id="{32BDED7D-1847-BC0A-829F-2E47661269D7}"/>
              </a:ext>
            </a:extLst>
          </p:cNvPr>
          <p:cNvCxnSpPr>
            <a:cxnSpLocks/>
            <a:stCxn id="12" idx="0"/>
            <a:endCxn id="2" idx="2"/>
          </p:cNvCxnSpPr>
          <p:nvPr/>
        </p:nvCxnSpPr>
        <p:spPr>
          <a:xfrm flipH="1" flipV="1">
            <a:off x="9318860" y="4140916"/>
            <a:ext cx="551" cy="46312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5" name="직선 연결선 351">
            <a:extLst>
              <a:ext uri="{FF2B5EF4-FFF2-40B4-BE49-F238E27FC236}">
                <a16:creationId xmlns:a16="http://schemas.microsoft.com/office/drawing/2014/main" id="{5FD8B346-0C6A-329C-17D6-C71564C72408}"/>
              </a:ext>
            </a:extLst>
          </p:cNvPr>
          <p:cNvCxnSpPr>
            <a:cxnSpLocks/>
          </p:cNvCxnSpPr>
          <p:nvPr/>
        </p:nvCxnSpPr>
        <p:spPr>
          <a:xfrm>
            <a:off x="8901748" y="386987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48" name="그룹 947">
            <a:extLst>
              <a:ext uri="{FF2B5EF4-FFF2-40B4-BE49-F238E27FC236}">
                <a16:creationId xmlns:a16="http://schemas.microsoft.com/office/drawing/2014/main" id="{A2CFD9FB-F7B0-5ECB-B6D1-7B88CC6B342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9347" y="3870916"/>
            <a:ext cx="148067" cy="108000"/>
            <a:chOff x="7409659" y="2902132"/>
            <a:chExt cx="317047" cy="239471"/>
          </a:xfrm>
        </p:grpSpPr>
        <p:grpSp>
          <p:nvGrpSpPr>
            <p:cNvPr id="949" name="그룹 948">
              <a:extLst>
                <a:ext uri="{FF2B5EF4-FFF2-40B4-BE49-F238E27FC236}">
                  <a16:creationId xmlns:a16="http://schemas.microsoft.com/office/drawing/2014/main" id="{C06FF7E7-27E8-04D2-D77A-2211325BB94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53" name="직선 연결선 322">
                <a:extLst>
                  <a:ext uri="{FF2B5EF4-FFF2-40B4-BE49-F238E27FC236}">
                    <a16:creationId xmlns:a16="http://schemas.microsoft.com/office/drawing/2014/main" id="{ACF372F4-05D3-ED35-9E3C-3F9C04C3EAE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5" name="직선 연결선 323">
                <a:extLst>
                  <a:ext uri="{FF2B5EF4-FFF2-40B4-BE49-F238E27FC236}">
                    <a16:creationId xmlns:a16="http://schemas.microsoft.com/office/drawing/2014/main" id="{6BD44D82-89DA-3BEB-29B2-407B21BEF7A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6" name="직선 연결선 324">
                <a:extLst>
                  <a:ext uri="{FF2B5EF4-FFF2-40B4-BE49-F238E27FC236}">
                    <a16:creationId xmlns:a16="http://schemas.microsoft.com/office/drawing/2014/main" id="{E41036E1-B8A9-4846-5486-2C498772FE9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50" name="직선 연결선 326">
              <a:extLst>
                <a:ext uri="{FF2B5EF4-FFF2-40B4-BE49-F238E27FC236}">
                  <a16:creationId xmlns:a16="http://schemas.microsoft.com/office/drawing/2014/main" id="{A4A80CAD-62BF-1CC7-A07B-B8741D3A844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2" name="타원 951">
              <a:extLst>
                <a:ext uri="{FF2B5EF4-FFF2-40B4-BE49-F238E27FC236}">
                  <a16:creationId xmlns:a16="http://schemas.microsoft.com/office/drawing/2014/main" id="{659FAD12-C18A-03EF-60E2-E4F10FDC2C1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959" name="직선 연결선 351">
            <a:extLst>
              <a:ext uri="{FF2B5EF4-FFF2-40B4-BE49-F238E27FC236}">
                <a16:creationId xmlns:a16="http://schemas.microsoft.com/office/drawing/2014/main" id="{EC1DCD37-F530-E781-1C61-8D13DCEAF9A9}"/>
              </a:ext>
            </a:extLst>
          </p:cNvPr>
          <p:cNvCxnSpPr>
            <a:cxnSpLocks/>
          </p:cNvCxnSpPr>
          <p:nvPr/>
        </p:nvCxnSpPr>
        <p:spPr>
          <a:xfrm>
            <a:off x="9265772" y="419395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71" name="그룹 970">
            <a:extLst>
              <a:ext uri="{FF2B5EF4-FFF2-40B4-BE49-F238E27FC236}">
                <a16:creationId xmlns:a16="http://schemas.microsoft.com/office/drawing/2014/main" id="{9E6E2E42-6CDF-E74B-DE5A-F692CB6F5587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9292396" y="4515904"/>
            <a:ext cx="57088" cy="108000"/>
            <a:chOff x="7604467" y="2108611"/>
            <a:chExt cx="122239" cy="239471"/>
          </a:xfrm>
        </p:grpSpPr>
        <p:grpSp>
          <p:nvGrpSpPr>
            <p:cNvPr id="973" name="그룹 972">
              <a:extLst>
                <a:ext uri="{FF2B5EF4-FFF2-40B4-BE49-F238E27FC236}">
                  <a16:creationId xmlns:a16="http://schemas.microsoft.com/office/drawing/2014/main" id="{E8F1D2E1-3796-F333-561D-07902B8F6DFA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08" name="직선 연결선 359">
                <a:extLst>
                  <a:ext uri="{FF2B5EF4-FFF2-40B4-BE49-F238E27FC236}">
                    <a16:creationId xmlns:a16="http://schemas.microsoft.com/office/drawing/2014/main" id="{37F960D5-3BD0-2F7F-11E7-45F0DB9C4F8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9" name="직선 연결선 360">
                <a:extLst>
                  <a:ext uri="{FF2B5EF4-FFF2-40B4-BE49-F238E27FC236}">
                    <a16:creationId xmlns:a16="http://schemas.microsoft.com/office/drawing/2014/main" id="{51C551BC-44C4-9A4D-FC21-24272074F72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0" name="직선 연결선 361">
                <a:extLst>
                  <a:ext uri="{FF2B5EF4-FFF2-40B4-BE49-F238E27FC236}">
                    <a16:creationId xmlns:a16="http://schemas.microsoft.com/office/drawing/2014/main" id="{EE902CE7-090C-46AF-7ED2-83AE87CE877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06" name="직선 연결선 363">
              <a:extLst>
                <a:ext uri="{FF2B5EF4-FFF2-40B4-BE49-F238E27FC236}">
                  <a16:creationId xmlns:a16="http://schemas.microsoft.com/office/drawing/2014/main" id="{942E7D30-72BF-3B28-A5C6-4D79613F02F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44" name="그룹 1143">
            <a:extLst>
              <a:ext uri="{FF2B5EF4-FFF2-40B4-BE49-F238E27FC236}">
                <a16:creationId xmlns:a16="http://schemas.microsoft.com/office/drawing/2014/main" id="{EDE59049-175E-C05D-3893-78C22C467C7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471" y="4767101"/>
            <a:ext cx="148067" cy="108000"/>
            <a:chOff x="7409659" y="2902132"/>
            <a:chExt cx="317047" cy="239471"/>
          </a:xfrm>
        </p:grpSpPr>
        <p:grpSp>
          <p:nvGrpSpPr>
            <p:cNvPr id="1145" name="그룹 1144">
              <a:extLst>
                <a:ext uri="{FF2B5EF4-FFF2-40B4-BE49-F238E27FC236}">
                  <a16:creationId xmlns:a16="http://schemas.microsoft.com/office/drawing/2014/main" id="{C68D514D-4736-4FA2-B6D8-7494BE79751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177" name="직선 연결선 322">
                <a:extLst>
                  <a:ext uri="{FF2B5EF4-FFF2-40B4-BE49-F238E27FC236}">
                    <a16:creationId xmlns:a16="http://schemas.microsoft.com/office/drawing/2014/main" id="{5FE6C800-7B30-37CF-13EB-F4E40689964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8" name="직선 연결선 323">
                <a:extLst>
                  <a:ext uri="{FF2B5EF4-FFF2-40B4-BE49-F238E27FC236}">
                    <a16:creationId xmlns:a16="http://schemas.microsoft.com/office/drawing/2014/main" id="{CFB33993-E0FD-BC14-03AA-75523A3AB1C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0" name="직선 연결선 324">
                <a:extLst>
                  <a:ext uri="{FF2B5EF4-FFF2-40B4-BE49-F238E27FC236}">
                    <a16:creationId xmlns:a16="http://schemas.microsoft.com/office/drawing/2014/main" id="{0A0A8B74-54B9-4F93-6531-81D74A5DFEF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74" name="직선 연결선 326">
              <a:extLst>
                <a:ext uri="{FF2B5EF4-FFF2-40B4-BE49-F238E27FC236}">
                  <a16:creationId xmlns:a16="http://schemas.microsoft.com/office/drawing/2014/main" id="{9429B09E-6152-93BE-E62E-4418E14B540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76" name="타원 1175">
              <a:extLst>
                <a:ext uri="{FF2B5EF4-FFF2-40B4-BE49-F238E27FC236}">
                  <a16:creationId xmlns:a16="http://schemas.microsoft.com/office/drawing/2014/main" id="{2D86AB1A-FAAB-8B14-20A7-FCFEEA0225B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790" name="직선 연결선 351">
            <a:extLst>
              <a:ext uri="{FF2B5EF4-FFF2-40B4-BE49-F238E27FC236}">
                <a16:creationId xmlns:a16="http://schemas.microsoft.com/office/drawing/2014/main" id="{4D2F2A4F-F93B-58F2-B9FE-48C57E804B5E}"/>
              </a:ext>
            </a:extLst>
          </p:cNvPr>
          <p:cNvCxnSpPr>
            <a:cxnSpLocks/>
          </p:cNvCxnSpPr>
          <p:nvPr/>
        </p:nvCxnSpPr>
        <p:spPr>
          <a:xfrm>
            <a:off x="8908920" y="476710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1" name="직사각형 800">
            <a:extLst>
              <a:ext uri="{FF2B5EF4-FFF2-40B4-BE49-F238E27FC236}">
                <a16:creationId xmlns:a16="http://schemas.microsoft.com/office/drawing/2014/main" id="{D30B45E3-3E6F-1871-5915-48EBB2CC89B0}"/>
              </a:ext>
            </a:extLst>
          </p:cNvPr>
          <p:cNvSpPr>
            <a:spLocks/>
          </p:cNvSpPr>
          <p:nvPr/>
        </p:nvSpPr>
        <p:spPr>
          <a:xfrm>
            <a:off x="6417494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07" name="직선 연결선[R] 806">
            <a:extLst>
              <a:ext uri="{FF2B5EF4-FFF2-40B4-BE49-F238E27FC236}">
                <a16:creationId xmlns:a16="http://schemas.microsoft.com/office/drawing/2014/main" id="{CF36BF15-342C-E603-79C2-1A2FC1F51698}"/>
              </a:ext>
            </a:extLst>
          </p:cNvPr>
          <p:cNvCxnSpPr>
            <a:cxnSpLocks/>
          </p:cNvCxnSpPr>
          <p:nvPr/>
        </p:nvCxnSpPr>
        <p:spPr>
          <a:xfrm flipH="1">
            <a:off x="6027906" y="211130"/>
            <a:ext cx="36888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3" name="그룹 852">
            <a:extLst>
              <a:ext uri="{FF2B5EF4-FFF2-40B4-BE49-F238E27FC236}">
                <a16:creationId xmlns:a16="http://schemas.microsoft.com/office/drawing/2014/main" id="{71D03FF0-1969-F169-5FB4-995451080B2F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6027906" y="157130"/>
            <a:ext cx="148067" cy="108000"/>
            <a:chOff x="7409659" y="2902132"/>
            <a:chExt cx="317047" cy="239471"/>
          </a:xfrm>
        </p:grpSpPr>
        <p:grpSp>
          <p:nvGrpSpPr>
            <p:cNvPr id="854" name="그룹 853">
              <a:extLst>
                <a:ext uri="{FF2B5EF4-FFF2-40B4-BE49-F238E27FC236}">
                  <a16:creationId xmlns:a16="http://schemas.microsoft.com/office/drawing/2014/main" id="{1C665047-9F43-A55A-45D9-842171E4E13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18" name="직선 연결선 322">
                <a:extLst>
                  <a:ext uri="{FF2B5EF4-FFF2-40B4-BE49-F238E27FC236}">
                    <a16:creationId xmlns:a16="http://schemas.microsoft.com/office/drawing/2014/main" id="{74EBAD62-3FD9-B2F4-2560-EE2025E89F4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19" name="직선 연결선 323">
                <a:extLst>
                  <a:ext uri="{FF2B5EF4-FFF2-40B4-BE49-F238E27FC236}">
                    <a16:creationId xmlns:a16="http://schemas.microsoft.com/office/drawing/2014/main" id="{6DBF92F7-A166-1191-BB24-5DC01C2F07F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20" name="직선 연결선 324">
                <a:extLst>
                  <a:ext uri="{FF2B5EF4-FFF2-40B4-BE49-F238E27FC236}">
                    <a16:creationId xmlns:a16="http://schemas.microsoft.com/office/drawing/2014/main" id="{CBFA4B1B-4CFD-49F2-9B3E-D22CF10704F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14" name="직선 연결선 326">
              <a:extLst>
                <a:ext uri="{FF2B5EF4-FFF2-40B4-BE49-F238E27FC236}">
                  <a16:creationId xmlns:a16="http://schemas.microsoft.com/office/drawing/2014/main" id="{CA608CE1-633A-5AB8-87BC-744B94FD0DB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16" name="타원 1315">
              <a:extLst>
                <a:ext uri="{FF2B5EF4-FFF2-40B4-BE49-F238E27FC236}">
                  <a16:creationId xmlns:a16="http://schemas.microsoft.com/office/drawing/2014/main" id="{268B21A4-4DA7-B794-3DEF-EA9193AA225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22" name="직선 연결선 351">
            <a:extLst>
              <a:ext uri="{FF2B5EF4-FFF2-40B4-BE49-F238E27FC236}">
                <a16:creationId xmlns:a16="http://schemas.microsoft.com/office/drawing/2014/main" id="{38E0917E-3A6C-B915-890E-459D4EA5B6FB}"/>
              </a:ext>
            </a:extLst>
          </p:cNvPr>
          <p:cNvCxnSpPr>
            <a:cxnSpLocks/>
          </p:cNvCxnSpPr>
          <p:nvPr/>
        </p:nvCxnSpPr>
        <p:spPr>
          <a:xfrm>
            <a:off x="6342679" y="16386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3" name="직사각형 1342">
            <a:extLst>
              <a:ext uri="{FF2B5EF4-FFF2-40B4-BE49-F238E27FC236}">
                <a16:creationId xmlns:a16="http://schemas.microsoft.com/office/drawing/2014/main" id="{8A55B177-611A-75BE-3FD9-4C20753961B3}"/>
              </a:ext>
            </a:extLst>
          </p:cNvPr>
          <p:cNvSpPr>
            <a:spLocks/>
          </p:cNvSpPr>
          <p:nvPr/>
        </p:nvSpPr>
        <p:spPr>
          <a:xfrm>
            <a:off x="6421325" y="584813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benefit</a:t>
            </a:r>
          </a:p>
        </p:txBody>
      </p:sp>
      <p:sp>
        <p:nvSpPr>
          <p:cNvPr id="1344" name="직사각형 1343">
            <a:extLst>
              <a:ext uri="{FF2B5EF4-FFF2-40B4-BE49-F238E27FC236}">
                <a16:creationId xmlns:a16="http://schemas.microsoft.com/office/drawing/2014/main" id="{C626A6BF-B256-3017-40CE-BB5538C91087}"/>
              </a:ext>
            </a:extLst>
          </p:cNvPr>
          <p:cNvSpPr>
            <a:spLocks/>
          </p:cNvSpPr>
          <p:nvPr/>
        </p:nvSpPr>
        <p:spPr>
          <a:xfrm>
            <a:off x="6418531" y="1063587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condition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45" name="직선 연결선[R] 1344">
            <a:extLst>
              <a:ext uri="{FF2B5EF4-FFF2-40B4-BE49-F238E27FC236}">
                <a16:creationId xmlns:a16="http://schemas.microsoft.com/office/drawing/2014/main" id="{36A5B26C-728A-F361-D6FC-997B38707871}"/>
              </a:ext>
            </a:extLst>
          </p:cNvPr>
          <p:cNvCxnSpPr>
            <a:cxnSpLocks/>
          </p:cNvCxnSpPr>
          <p:nvPr/>
        </p:nvCxnSpPr>
        <p:spPr>
          <a:xfrm flipH="1">
            <a:off x="6027906" y="331152"/>
            <a:ext cx="2635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7" name="직선 연결선[R] 1346">
            <a:extLst>
              <a:ext uri="{FF2B5EF4-FFF2-40B4-BE49-F238E27FC236}">
                <a16:creationId xmlns:a16="http://schemas.microsoft.com/office/drawing/2014/main" id="{70BCB11F-AC61-4EAD-3E49-E5797AE5C450}"/>
              </a:ext>
            </a:extLst>
          </p:cNvPr>
          <p:cNvCxnSpPr>
            <a:cxnSpLocks/>
            <a:stCxn id="1343" idx="1"/>
          </p:cNvCxnSpPr>
          <p:nvPr/>
        </p:nvCxnSpPr>
        <p:spPr>
          <a:xfrm flipH="1">
            <a:off x="6291470" y="800813"/>
            <a:ext cx="12985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0" name="직선 연결선[R] 1349">
            <a:extLst>
              <a:ext uri="{FF2B5EF4-FFF2-40B4-BE49-F238E27FC236}">
                <a16:creationId xmlns:a16="http://schemas.microsoft.com/office/drawing/2014/main" id="{A9CE367F-DE71-8E5A-4FFE-6387F24D58C5}"/>
              </a:ext>
            </a:extLst>
          </p:cNvPr>
          <p:cNvCxnSpPr>
            <a:cxnSpLocks/>
          </p:cNvCxnSpPr>
          <p:nvPr/>
        </p:nvCxnSpPr>
        <p:spPr>
          <a:xfrm>
            <a:off x="6292415" y="345831"/>
            <a:ext cx="0" cy="45853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직선 연결선[R] 1356">
            <a:extLst>
              <a:ext uri="{FF2B5EF4-FFF2-40B4-BE49-F238E27FC236}">
                <a16:creationId xmlns:a16="http://schemas.microsoft.com/office/drawing/2014/main" id="{BFCAD1B1-99AB-148F-1060-B5487D930444}"/>
              </a:ext>
            </a:extLst>
          </p:cNvPr>
          <p:cNvCxnSpPr>
            <a:cxnSpLocks/>
            <a:stCxn id="1344" idx="1"/>
          </p:cNvCxnSpPr>
          <p:nvPr/>
        </p:nvCxnSpPr>
        <p:spPr>
          <a:xfrm flipH="1">
            <a:off x="6211957" y="1279587"/>
            <a:ext cx="20657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직선 연결선[R] 1360">
            <a:extLst>
              <a:ext uri="{FF2B5EF4-FFF2-40B4-BE49-F238E27FC236}">
                <a16:creationId xmlns:a16="http://schemas.microsoft.com/office/drawing/2014/main" id="{269FF812-DF29-7E10-3035-19522C111285}"/>
              </a:ext>
            </a:extLst>
          </p:cNvPr>
          <p:cNvCxnSpPr>
            <a:cxnSpLocks/>
          </p:cNvCxnSpPr>
          <p:nvPr/>
        </p:nvCxnSpPr>
        <p:spPr>
          <a:xfrm>
            <a:off x="6216215" y="457200"/>
            <a:ext cx="0" cy="8249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4" name="직선 연결선[R] 1363">
            <a:extLst>
              <a:ext uri="{FF2B5EF4-FFF2-40B4-BE49-F238E27FC236}">
                <a16:creationId xmlns:a16="http://schemas.microsoft.com/office/drawing/2014/main" id="{0268907C-8E07-3F70-B1B4-05D17A523CCE}"/>
              </a:ext>
            </a:extLst>
          </p:cNvPr>
          <p:cNvCxnSpPr>
            <a:cxnSpLocks/>
          </p:cNvCxnSpPr>
          <p:nvPr/>
        </p:nvCxnSpPr>
        <p:spPr>
          <a:xfrm flipH="1">
            <a:off x="6027906" y="448765"/>
            <a:ext cx="18902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66" name="그룹 1365">
            <a:extLst>
              <a:ext uri="{FF2B5EF4-FFF2-40B4-BE49-F238E27FC236}">
                <a16:creationId xmlns:a16="http://schemas.microsoft.com/office/drawing/2014/main" id="{1C8DD470-C173-0218-E256-8C0AF4634E97}"/>
              </a:ext>
            </a:extLst>
          </p:cNvPr>
          <p:cNvGrpSpPr>
            <a:grpSpLocks noChangeAspect="1"/>
          </p:cNvGrpSpPr>
          <p:nvPr/>
        </p:nvGrpSpPr>
        <p:grpSpPr>
          <a:xfrm>
            <a:off x="6347363" y="746146"/>
            <a:ext cx="70242" cy="108000"/>
            <a:chOff x="7604467" y="2108611"/>
            <a:chExt cx="122239" cy="239471"/>
          </a:xfrm>
        </p:grpSpPr>
        <p:grpSp>
          <p:nvGrpSpPr>
            <p:cNvPr id="1367" name="그룹 1366">
              <a:extLst>
                <a:ext uri="{FF2B5EF4-FFF2-40B4-BE49-F238E27FC236}">
                  <a16:creationId xmlns:a16="http://schemas.microsoft.com/office/drawing/2014/main" id="{C94E22C1-C3AF-9C88-70FB-D4AED4EEB791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69" name="직선 연결선 359">
                <a:extLst>
                  <a:ext uri="{FF2B5EF4-FFF2-40B4-BE49-F238E27FC236}">
                    <a16:creationId xmlns:a16="http://schemas.microsoft.com/office/drawing/2014/main" id="{25F6E57F-D157-C571-B74C-EF4792B3310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0" name="직선 연결선 360">
                <a:extLst>
                  <a:ext uri="{FF2B5EF4-FFF2-40B4-BE49-F238E27FC236}">
                    <a16:creationId xmlns:a16="http://schemas.microsoft.com/office/drawing/2014/main" id="{2C89555D-BBFC-177C-BF85-C9A1C25AA0A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1" name="직선 연결선 361">
                <a:extLst>
                  <a:ext uri="{FF2B5EF4-FFF2-40B4-BE49-F238E27FC236}">
                    <a16:creationId xmlns:a16="http://schemas.microsoft.com/office/drawing/2014/main" id="{3CCF34D1-CC81-6323-B7AE-A4C50FDE742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68" name="직선 연결선 363">
              <a:extLst>
                <a:ext uri="{FF2B5EF4-FFF2-40B4-BE49-F238E27FC236}">
                  <a16:creationId xmlns:a16="http://schemas.microsoft.com/office/drawing/2014/main" id="{D440BB75-8DD9-E457-D950-776E96001E34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72" name="그룹 1371">
            <a:extLst>
              <a:ext uri="{FF2B5EF4-FFF2-40B4-BE49-F238E27FC236}">
                <a16:creationId xmlns:a16="http://schemas.microsoft.com/office/drawing/2014/main" id="{319E8EE1-5216-90E2-D6CF-8ECBFB94F27D}"/>
              </a:ext>
            </a:extLst>
          </p:cNvPr>
          <p:cNvGrpSpPr>
            <a:grpSpLocks noChangeAspect="1"/>
          </p:cNvGrpSpPr>
          <p:nvPr/>
        </p:nvGrpSpPr>
        <p:grpSpPr>
          <a:xfrm>
            <a:off x="6264787" y="1224761"/>
            <a:ext cx="148067" cy="108000"/>
            <a:chOff x="7409659" y="2902132"/>
            <a:chExt cx="317047" cy="239471"/>
          </a:xfrm>
        </p:grpSpPr>
        <p:grpSp>
          <p:nvGrpSpPr>
            <p:cNvPr id="1373" name="그룹 1372">
              <a:extLst>
                <a:ext uri="{FF2B5EF4-FFF2-40B4-BE49-F238E27FC236}">
                  <a16:creationId xmlns:a16="http://schemas.microsoft.com/office/drawing/2014/main" id="{EEED6046-85ED-60A8-3CB5-DD22076E004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76" name="직선 연결선 322">
                <a:extLst>
                  <a:ext uri="{FF2B5EF4-FFF2-40B4-BE49-F238E27FC236}">
                    <a16:creationId xmlns:a16="http://schemas.microsoft.com/office/drawing/2014/main" id="{7D5EC616-FC51-D96E-B3BD-761A15F76EC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7" name="직선 연결선 323">
                <a:extLst>
                  <a:ext uri="{FF2B5EF4-FFF2-40B4-BE49-F238E27FC236}">
                    <a16:creationId xmlns:a16="http://schemas.microsoft.com/office/drawing/2014/main" id="{10B4F3CC-6717-D23F-B89C-A6F3F687FCA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8" name="직선 연결선 324">
                <a:extLst>
                  <a:ext uri="{FF2B5EF4-FFF2-40B4-BE49-F238E27FC236}">
                    <a16:creationId xmlns:a16="http://schemas.microsoft.com/office/drawing/2014/main" id="{E9245B7A-2623-C346-3970-F12C83E7507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74" name="직선 연결선 326">
              <a:extLst>
                <a:ext uri="{FF2B5EF4-FFF2-40B4-BE49-F238E27FC236}">
                  <a16:creationId xmlns:a16="http://schemas.microsoft.com/office/drawing/2014/main" id="{822E368C-D1AD-E4F4-16C6-CD9FB9B385F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75" name="타원 1374">
              <a:extLst>
                <a:ext uri="{FF2B5EF4-FFF2-40B4-BE49-F238E27FC236}">
                  <a16:creationId xmlns:a16="http://schemas.microsoft.com/office/drawing/2014/main" id="{7001678D-4506-B3F1-B88B-9FBC874A10F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82" name="직선 연결선 351">
            <a:extLst>
              <a:ext uri="{FF2B5EF4-FFF2-40B4-BE49-F238E27FC236}">
                <a16:creationId xmlns:a16="http://schemas.microsoft.com/office/drawing/2014/main" id="{74998C3E-4C91-7D01-A986-8F4C5EBAD3E9}"/>
              </a:ext>
            </a:extLst>
          </p:cNvPr>
          <p:cNvCxnSpPr>
            <a:cxnSpLocks/>
          </p:cNvCxnSpPr>
          <p:nvPr/>
        </p:nvCxnSpPr>
        <p:spPr>
          <a:xfrm>
            <a:off x="6086060" y="26897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3" name="직선 연결선 351">
            <a:extLst>
              <a:ext uri="{FF2B5EF4-FFF2-40B4-BE49-F238E27FC236}">
                <a16:creationId xmlns:a16="http://schemas.microsoft.com/office/drawing/2014/main" id="{BB0F56D5-B656-A161-B5D2-DBBAE527B0CA}"/>
              </a:ext>
            </a:extLst>
          </p:cNvPr>
          <p:cNvCxnSpPr>
            <a:cxnSpLocks/>
          </p:cNvCxnSpPr>
          <p:nvPr/>
        </p:nvCxnSpPr>
        <p:spPr>
          <a:xfrm>
            <a:off x="6082746" y="39156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6" name="직사각형 1385">
            <a:extLst>
              <a:ext uri="{FF2B5EF4-FFF2-40B4-BE49-F238E27FC236}">
                <a16:creationId xmlns:a16="http://schemas.microsoft.com/office/drawing/2014/main" id="{4CE1C936-C12A-AB3A-8091-83B3EA6F5757}"/>
              </a:ext>
            </a:extLst>
          </p:cNvPr>
          <p:cNvSpPr>
            <a:spLocks/>
          </p:cNvSpPr>
          <p:nvPr/>
        </p:nvSpPr>
        <p:spPr>
          <a:xfrm>
            <a:off x="1147624" y="276689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charge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7" name="직사각형 1386">
            <a:extLst>
              <a:ext uri="{FF2B5EF4-FFF2-40B4-BE49-F238E27FC236}">
                <a16:creationId xmlns:a16="http://schemas.microsoft.com/office/drawing/2014/main" id="{C83F05D2-C542-21B9-F031-118BE60FC696}"/>
              </a:ext>
            </a:extLst>
          </p:cNvPr>
          <p:cNvSpPr>
            <a:spLocks/>
          </p:cNvSpPr>
          <p:nvPr/>
        </p:nvSpPr>
        <p:spPr>
          <a:xfrm>
            <a:off x="1147624" y="128676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8" name="직사각형 1387">
            <a:extLst>
              <a:ext uri="{FF2B5EF4-FFF2-40B4-BE49-F238E27FC236}">
                <a16:creationId xmlns:a16="http://schemas.microsoft.com/office/drawing/2014/main" id="{72B1C9DE-FCC8-953F-F374-8F836EE4AB46}"/>
              </a:ext>
            </a:extLst>
          </p:cNvPr>
          <p:cNvSpPr>
            <a:spLocks/>
          </p:cNvSpPr>
          <p:nvPr/>
        </p:nvSpPr>
        <p:spPr>
          <a:xfrm>
            <a:off x="1147624" y="388624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92" name="직선 연결선[R] 1391">
            <a:extLst>
              <a:ext uri="{FF2B5EF4-FFF2-40B4-BE49-F238E27FC236}">
                <a16:creationId xmlns:a16="http://schemas.microsoft.com/office/drawing/2014/main" id="{E5D7A0F9-7D10-B459-FC23-C6C0C8C2C666}"/>
              </a:ext>
            </a:extLst>
          </p:cNvPr>
          <p:cNvCxnSpPr>
            <a:cxnSpLocks/>
            <a:stCxn id="942" idx="1"/>
            <a:endCxn id="1388" idx="3"/>
          </p:cNvCxnSpPr>
          <p:nvPr/>
        </p:nvCxnSpPr>
        <p:spPr>
          <a:xfrm flipH="1">
            <a:off x="1867624" y="601719"/>
            <a:ext cx="64580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5" name="직선 연결선[R] 1394">
            <a:extLst>
              <a:ext uri="{FF2B5EF4-FFF2-40B4-BE49-F238E27FC236}">
                <a16:creationId xmlns:a16="http://schemas.microsoft.com/office/drawing/2014/main" id="{D1A769A3-94CE-620F-02A6-7AFF3A9A8AEB}"/>
              </a:ext>
            </a:extLst>
          </p:cNvPr>
          <p:cNvCxnSpPr>
            <a:cxnSpLocks/>
            <a:endCxn id="1386" idx="3"/>
          </p:cNvCxnSpPr>
          <p:nvPr/>
        </p:nvCxnSpPr>
        <p:spPr>
          <a:xfrm flipH="1">
            <a:off x="1867624" y="2982895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9" name="직선 연결선[R] 1398">
            <a:extLst>
              <a:ext uri="{FF2B5EF4-FFF2-40B4-BE49-F238E27FC236}">
                <a16:creationId xmlns:a16="http://schemas.microsoft.com/office/drawing/2014/main" id="{F722C70D-464A-03E7-AB01-8C0B66F7E1EB}"/>
              </a:ext>
            </a:extLst>
          </p:cNvPr>
          <p:cNvCxnSpPr>
            <a:cxnSpLocks/>
          </p:cNvCxnSpPr>
          <p:nvPr/>
        </p:nvCxnSpPr>
        <p:spPr>
          <a:xfrm flipV="1">
            <a:off x="4001010" y="2781100"/>
            <a:ext cx="0" cy="2083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4" name="그룹 1403">
            <a:extLst>
              <a:ext uri="{FF2B5EF4-FFF2-40B4-BE49-F238E27FC236}">
                <a16:creationId xmlns:a16="http://schemas.microsoft.com/office/drawing/2014/main" id="{918B260F-A3CB-C4CF-A882-E5F1351E22EC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1876" y="2928960"/>
            <a:ext cx="57088" cy="108000"/>
            <a:chOff x="7604467" y="2108611"/>
            <a:chExt cx="122239" cy="239471"/>
          </a:xfrm>
        </p:grpSpPr>
        <p:grpSp>
          <p:nvGrpSpPr>
            <p:cNvPr id="1405" name="그룹 1404">
              <a:extLst>
                <a:ext uri="{FF2B5EF4-FFF2-40B4-BE49-F238E27FC236}">
                  <a16:creationId xmlns:a16="http://schemas.microsoft.com/office/drawing/2014/main" id="{A80A9587-FCFC-28F2-C97A-57C03B5DBF48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407" name="직선 연결선 359">
                <a:extLst>
                  <a:ext uri="{FF2B5EF4-FFF2-40B4-BE49-F238E27FC236}">
                    <a16:creationId xmlns:a16="http://schemas.microsoft.com/office/drawing/2014/main" id="{344B22B1-2278-B7B7-0595-F2A56D6857C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8" name="직선 연결선 360">
                <a:extLst>
                  <a:ext uri="{FF2B5EF4-FFF2-40B4-BE49-F238E27FC236}">
                    <a16:creationId xmlns:a16="http://schemas.microsoft.com/office/drawing/2014/main" id="{736F3CE8-39B7-6A13-47FB-30B2096C063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9" name="직선 연결선 361">
                <a:extLst>
                  <a:ext uri="{FF2B5EF4-FFF2-40B4-BE49-F238E27FC236}">
                    <a16:creationId xmlns:a16="http://schemas.microsoft.com/office/drawing/2014/main" id="{E9141A54-C4AC-8998-7D9E-35F3793898A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06" name="직선 연결선 363">
              <a:extLst>
                <a:ext uri="{FF2B5EF4-FFF2-40B4-BE49-F238E27FC236}">
                  <a16:creationId xmlns:a16="http://schemas.microsoft.com/office/drawing/2014/main" id="{F16C0D88-2B71-28AA-BE37-E02A7E22CE19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10" name="직선 연결선 351">
            <a:extLst>
              <a:ext uri="{FF2B5EF4-FFF2-40B4-BE49-F238E27FC236}">
                <a16:creationId xmlns:a16="http://schemas.microsoft.com/office/drawing/2014/main" id="{BD2B1180-7062-4020-E789-0F11B7DFC9D3}"/>
              </a:ext>
            </a:extLst>
          </p:cNvPr>
          <p:cNvCxnSpPr>
            <a:cxnSpLocks/>
          </p:cNvCxnSpPr>
          <p:nvPr/>
        </p:nvCxnSpPr>
        <p:spPr>
          <a:xfrm>
            <a:off x="3950630" y="285291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1" name="직선 연결선[R] 1410">
            <a:extLst>
              <a:ext uri="{FF2B5EF4-FFF2-40B4-BE49-F238E27FC236}">
                <a16:creationId xmlns:a16="http://schemas.microsoft.com/office/drawing/2014/main" id="{670B8ED9-B46E-74DA-68D8-AF6870053FD0}"/>
              </a:ext>
            </a:extLst>
          </p:cNvPr>
          <p:cNvCxnSpPr>
            <a:cxnSpLocks/>
            <a:endCxn id="1387" idx="3"/>
          </p:cNvCxnSpPr>
          <p:nvPr/>
        </p:nvCxnSpPr>
        <p:spPr>
          <a:xfrm flipH="1">
            <a:off x="1867624" y="1502765"/>
            <a:ext cx="7443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4" name="직선 연결선[R] 1413">
            <a:extLst>
              <a:ext uri="{FF2B5EF4-FFF2-40B4-BE49-F238E27FC236}">
                <a16:creationId xmlns:a16="http://schemas.microsoft.com/office/drawing/2014/main" id="{DBC38C2C-A956-A203-EAE3-DEDE5C910048}"/>
              </a:ext>
            </a:extLst>
          </p:cNvPr>
          <p:cNvCxnSpPr>
            <a:cxnSpLocks/>
          </p:cNvCxnSpPr>
          <p:nvPr/>
        </p:nvCxnSpPr>
        <p:spPr>
          <a:xfrm flipV="1">
            <a:off x="2610855" y="1504010"/>
            <a:ext cx="0" cy="2915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16" name="그룹 1415">
            <a:extLst>
              <a:ext uri="{FF2B5EF4-FFF2-40B4-BE49-F238E27FC236}">
                <a16:creationId xmlns:a16="http://schemas.microsoft.com/office/drawing/2014/main" id="{B8AC0744-D468-AFDD-8E93-593B8DD06F93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1447719"/>
            <a:ext cx="148067" cy="108000"/>
            <a:chOff x="7409659" y="2902132"/>
            <a:chExt cx="317047" cy="239471"/>
          </a:xfrm>
        </p:grpSpPr>
        <p:grpSp>
          <p:nvGrpSpPr>
            <p:cNvPr id="1417" name="그룹 1416">
              <a:extLst>
                <a:ext uri="{FF2B5EF4-FFF2-40B4-BE49-F238E27FC236}">
                  <a16:creationId xmlns:a16="http://schemas.microsoft.com/office/drawing/2014/main" id="{F78F3B85-A392-D8E9-72D5-4266F85C271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0" name="직선 연결선 322">
                <a:extLst>
                  <a:ext uri="{FF2B5EF4-FFF2-40B4-BE49-F238E27FC236}">
                    <a16:creationId xmlns:a16="http://schemas.microsoft.com/office/drawing/2014/main" id="{CEB8CF87-7A2C-863C-6EEC-D613D691E53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1" name="직선 연결선 323">
                <a:extLst>
                  <a:ext uri="{FF2B5EF4-FFF2-40B4-BE49-F238E27FC236}">
                    <a16:creationId xmlns:a16="http://schemas.microsoft.com/office/drawing/2014/main" id="{6AD8E78F-98B2-6249-D177-2E62BD83C10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2" name="직선 연결선 324">
                <a:extLst>
                  <a:ext uri="{FF2B5EF4-FFF2-40B4-BE49-F238E27FC236}">
                    <a16:creationId xmlns:a16="http://schemas.microsoft.com/office/drawing/2014/main" id="{A0F38083-EAA7-9080-42EB-927FED67A83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18" name="직선 연결선 326">
              <a:extLst>
                <a:ext uri="{FF2B5EF4-FFF2-40B4-BE49-F238E27FC236}">
                  <a16:creationId xmlns:a16="http://schemas.microsoft.com/office/drawing/2014/main" id="{81F4C004-F1D6-C506-D289-DB432D6CB4F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19" name="타원 1418">
              <a:extLst>
                <a:ext uri="{FF2B5EF4-FFF2-40B4-BE49-F238E27FC236}">
                  <a16:creationId xmlns:a16="http://schemas.microsoft.com/office/drawing/2014/main" id="{D5A6EE24-FA84-DFA7-09C5-8F2568E9F7A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23" name="직선 연결선 351">
            <a:extLst>
              <a:ext uri="{FF2B5EF4-FFF2-40B4-BE49-F238E27FC236}">
                <a16:creationId xmlns:a16="http://schemas.microsoft.com/office/drawing/2014/main" id="{35E4C604-E6BB-3F47-00D2-CB6DBC68178D}"/>
              </a:ext>
            </a:extLst>
          </p:cNvPr>
          <p:cNvCxnSpPr>
            <a:cxnSpLocks/>
          </p:cNvCxnSpPr>
          <p:nvPr/>
        </p:nvCxnSpPr>
        <p:spPr>
          <a:xfrm>
            <a:off x="2558461" y="1733591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4" name="직선 연결선 351">
            <a:extLst>
              <a:ext uri="{FF2B5EF4-FFF2-40B4-BE49-F238E27FC236}">
                <a16:creationId xmlns:a16="http://schemas.microsoft.com/office/drawing/2014/main" id="{2B98C614-1416-9B06-04C4-3C36B7DE38FE}"/>
              </a:ext>
            </a:extLst>
          </p:cNvPr>
          <p:cNvCxnSpPr>
            <a:cxnSpLocks/>
          </p:cNvCxnSpPr>
          <p:nvPr/>
        </p:nvCxnSpPr>
        <p:spPr>
          <a:xfrm>
            <a:off x="2460249" y="54838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25" name="그룹 1424">
            <a:extLst>
              <a:ext uri="{FF2B5EF4-FFF2-40B4-BE49-F238E27FC236}">
                <a16:creationId xmlns:a16="http://schemas.microsoft.com/office/drawing/2014/main" id="{A3923D66-C12A-C0B1-9A7F-EC45DE43B05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551414"/>
            <a:ext cx="148067" cy="108000"/>
            <a:chOff x="7409659" y="2902132"/>
            <a:chExt cx="317047" cy="239471"/>
          </a:xfrm>
        </p:grpSpPr>
        <p:grpSp>
          <p:nvGrpSpPr>
            <p:cNvPr id="1426" name="그룹 1425">
              <a:extLst>
                <a:ext uri="{FF2B5EF4-FFF2-40B4-BE49-F238E27FC236}">
                  <a16:creationId xmlns:a16="http://schemas.microsoft.com/office/drawing/2014/main" id="{939F0E7C-E2AA-A925-A02F-C59A40983EA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9" name="직선 연결선 322">
                <a:extLst>
                  <a:ext uri="{FF2B5EF4-FFF2-40B4-BE49-F238E27FC236}">
                    <a16:creationId xmlns:a16="http://schemas.microsoft.com/office/drawing/2014/main" id="{82209797-7EB1-0057-AFDB-611F80FBA8F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0" name="직선 연결선 323">
                <a:extLst>
                  <a:ext uri="{FF2B5EF4-FFF2-40B4-BE49-F238E27FC236}">
                    <a16:creationId xmlns:a16="http://schemas.microsoft.com/office/drawing/2014/main" id="{2E39E4B2-EF7F-3F00-A622-A0E74457FA2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1" name="직선 연결선 324">
                <a:extLst>
                  <a:ext uri="{FF2B5EF4-FFF2-40B4-BE49-F238E27FC236}">
                    <a16:creationId xmlns:a16="http://schemas.microsoft.com/office/drawing/2014/main" id="{81DD4C60-F203-10AD-F5EB-A6F80971FAB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7" name="직선 연결선 326">
              <a:extLst>
                <a:ext uri="{FF2B5EF4-FFF2-40B4-BE49-F238E27FC236}">
                  <a16:creationId xmlns:a16="http://schemas.microsoft.com/office/drawing/2014/main" id="{B93F41AC-C251-8DCC-DDD6-0E4C08A05D4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28" name="타원 1427">
              <a:extLst>
                <a:ext uri="{FF2B5EF4-FFF2-40B4-BE49-F238E27FC236}">
                  <a16:creationId xmlns:a16="http://schemas.microsoft.com/office/drawing/2014/main" id="{786E2DEE-3F78-3320-381F-20638BCEA72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32" name="직선 연결선[R] 1431">
            <a:extLst>
              <a:ext uri="{FF2B5EF4-FFF2-40B4-BE49-F238E27FC236}">
                <a16:creationId xmlns:a16="http://schemas.microsoft.com/office/drawing/2014/main" id="{B665E279-2035-E060-D413-1421C69DE675}"/>
              </a:ext>
            </a:extLst>
          </p:cNvPr>
          <p:cNvCxnSpPr>
            <a:cxnSpLocks/>
            <a:stCxn id="1388" idx="1"/>
          </p:cNvCxnSpPr>
          <p:nvPr/>
        </p:nvCxnSpPr>
        <p:spPr>
          <a:xfrm flipH="1">
            <a:off x="732692" y="604624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5" name="직선 연결선[R] 1434">
            <a:extLst>
              <a:ext uri="{FF2B5EF4-FFF2-40B4-BE49-F238E27FC236}">
                <a16:creationId xmlns:a16="http://schemas.microsoft.com/office/drawing/2014/main" id="{8AEAAAF7-6FEE-B5C1-5FEE-0E72A9C3404F}"/>
              </a:ext>
            </a:extLst>
          </p:cNvPr>
          <p:cNvCxnSpPr>
            <a:cxnSpLocks/>
          </p:cNvCxnSpPr>
          <p:nvPr/>
        </p:nvCxnSpPr>
        <p:spPr>
          <a:xfrm flipV="1">
            <a:off x="733304" y="608711"/>
            <a:ext cx="0" cy="246859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8" name="직선 연결선[R] 1437">
            <a:extLst>
              <a:ext uri="{FF2B5EF4-FFF2-40B4-BE49-F238E27FC236}">
                <a16:creationId xmlns:a16="http://schemas.microsoft.com/office/drawing/2014/main" id="{95188D0A-A20C-DFF3-93E1-CD87D9463A53}"/>
              </a:ext>
            </a:extLst>
          </p:cNvPr>
          <p:cNvCxnSpPr>
            <a:cxnSpLocks/>
          </p:cNvCxnSpPr>
          <p:nvPr/>
        </p:nvCxnSpPr>
        <p:spPr>
          <a:xfrm flipH="1">
            <a:off x="732692" y="3076680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41" name="그룹 1440">
            <a:extLst>
              <a:ext uri="{FF2B5EF4-FFF2-40B4-BE49-F238E27FC236}">
                <a16:creationId xmlns:a16="http://schemas.microsoft.com/office/drawing/2014/main" id="{AC2DF473-5A7A-38DC-417D-1EC8BB1698F9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548389"/>
            <a:ext cx="148067" cy="108000"/>
            <a:chOff x="7409659" y="2902132"/>
            <a:chExt cx="317047" cy="239471"/>
          </a:xfrm>
        </p:grpSpPr>
        <p:grpSp>
          <p:nvGrpSpPr>
            <p:cNvPr id="1442" name="그룹 1441">
              <a:extLst>
                <a:ext uri="{FF2B5EF4-FFF2-40B4-BE49-F238E27FC236}">
                  <a16:creationId xmlns:a16="http://schemas.microsoft.com/office/drawing/2014/main" id="{05819E83-4964-31D9-ED48-629259C262D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45" name="직선 연결선 322">
                <a:extLst>
                  <a:ext uri="{FF2B5EF4-FFF2-40B4-BE49-F238E27FC236}">
                    <a16:creationId xmlns:a16="http://schemas.microsoft.com/office/drawing/2014/main" id="{641AE76D-55FD-6F1C-9540-FFED7271CE1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6" name="직선 연결선 323">
                <a:extLst>
                  <a:ext uri="{FF2B5EF4-FFF2-40B4-BE49-F238E27FC236}">
                    <a16:creationId xmlns:a16="http://schemas.microsoft.com/office/drawing/2014/main" id="{60BA4CF2-E1EF-E39C-E59D-BD1D3804428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7" name="직선 연결선 324">
                <a:extLst>
                  <a:ext uri="{FF2B5EF4-FFF2-40B4-BE49-F238E27FC236}">
                    <a16:creationId xmlns:a16="http://schemas.microsoft.com/office/drawing/2014/main" id="{8AC3C5DF-9DD9-8DE0-4B01-D790390272C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43" name="직선 연결선 326">
              <a:extLst>
                <a:ext uri="{FF2B5EF4-FFF2-40B4-BE49-F238E27FC236}">
                  <a16:creationId xmlns:a16="http://schemas.microsoft.com/office/drawing/2014/main" id="{22546BE5-5222-66B2-2CFC-835949776F3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44" name="타원 1443">
              <a:extLst>
                <a:ext uri="{FF2B5EF4-FFF2-40B4-BE49-F238E27FC236}">
                  <a16:creationId xmlns:a16="http://schemas.microsoft.com/office/drawing/2014/main" id="{FF2DBC8B-A78D-154C-C432-EA7AECB6219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48" name="직선 연결선 351">
            <a:extLst>
              <a:ext uri="{FF2B5EF4-FFF2-40B4-BE49-F238E27FC236}">
                <a16:creationId xmlns:a16="http://schemas.microsoft.com/office/drawing/2014/main" id="{AAA8057D-C3BF-7CB1-1947-E221BAEFCA2A}"/>
              </a:ext>
            </a:extLst>
          </p:cNvPr>
          <p:cNvCxnSpPr>
            <a:cxnSpLocks/>
          </p:cNvCxnSpPr>
          <p:nvPr/>
        </p:nvCxnSpPr>
        <p:spPr>
          <a:xfrm>
            <a:off x="1088088" y="303283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9" name="직선 연결선[R] 1448">
            <a:extLst>
              <a:ext uri="{FF2B5EF4-FFF2-40B4-BE49-F238E27FC236}">
                <a16:creationId xmlns:a16="http://schemas.microsoft.com/office/drawing/2014/main" id="{03553E99-CA7F-352F-460A-291C162CBB45}"/>
              </a:ext>
            </a:extLst>
          </p:cNvPr>
          <p:cNvCxnSpPr>
            <a:cxnSpLocks/>
            <a:stCxn id="1387" idx="0"/>
            <a:endCxn id="1388" idx="2"/>
          </p:cNvCxnSpPr>
          <p:nvPr/>
        </p:nvCxnSpPr>
        <p:spPr>
          <a:xfrm flipV="1">
            <a:off x="1507624" y="820624"/>
            <a:ext cx="0" cy="46614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2" name="그룹 1451">
            <a:extLst>
              <a:ext uri="{FF2B5EF4-FFF2-40B4-BE49-F238E27FC236}">
                <a16:creationId xmlns:a16="http://schemas.microsoft.com/office/drawing/2014/main" id="{F6BC0838-524C-C28A-B782-1D330A902E8A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591" y="844765"/>
            <a:ext cx="148067" cy="108000"/>
            <a:chOff x="7409659" y="2902132"/>
            <a:chExt cx="317047" cy="239471"/>
          </a:xfrm>
        </p:grpSpPr>
        <p:grpSp>
          <p:nvGrpSpPr>
            <p:cNvPr id="1453" name="그룹 1452">
              <a:extLst>
                <a:ext uri="{FF2B5EF4-FFF2-40B4-BE49-F238E27FC236}">
                  <a16:creationId xmlns:a16="http://schemas.microsoft.com/office/drawing/2014/main" id="{6D83F650-9A9B-0B8F-F340-660A96F580C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56" name="직선 연결선 322">
                <a:extLst>
                  <a:ext uri="{FF2B5EF4-FFF2-40B4-BE49-F238E27FC236}">
                    <a16:creationId xmlns:a16="http://schemas.microsoft.com/office/drawing/2014/main" id="{92D651CF-93BD-94DD-CE55-4885FF13046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7" name="직선 연결선 323">
                <a:extLst>
                  <a:ext uri="{FF2B5EF4-FFF2-40B4-BE49-F238E27FC236}">
                    <a16:creationId xmlns:a16="http://schemas.microsoft.com/office/drawing/2014/main" id="{82E2D193-E5A7-240D-9C7D-50913526349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8" name="직선 연결선 324">
                <a:extLst>
                  <a:ext uri="{FF2B5EF4-FFF2-40B4-BE49-F238E27FC236}">
                    <a16:creationId xmlns:a16="http://schemas.microsoft.com/office/drawing/2014/main" id="{5EAD6E5A-B335-961B-D552-44E2F6E1EA4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54" name="직선 연결선 326">
              <a:extLst>
                <a:ext uri="{FF2B5EF4-FFF2-40B4-BE49-F238E27FC236}">
                  <a16:creationId xmlns:a16="http://schemas.microsoft.com/office/drawing/2014/main" id="{96BECBE6-176B-3186-F6AE-1F07CA96871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55" name="타원 1454">
              <a:extLst>
                <a:ext uri="{FF2B5EF4-FFF2-40B4-BE49-F238E27FC236}">
                  <a16:creationId xmlns:a16="http://schemas.microsoft.com/office/drawing/2014/main" id="{E380AE95-9544-6D68-40D4-7DC78F820C1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sp>
        <p:nvSpPr>
          <p:cNvPr id="1461" name="제목 1">
            <a:extLst>
              <a:ext uri="{FF2B5EF4-FFF2-40B4-BE49-F238E27FC236}">
                <a16:creationId xmlns:a16="http://schemas.microsoft.com/office/drawing/2014/main" id="{D066BD12-8424-4757-B710-C30675C97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04" y="160360"/>
            <a:ext cx="496074" cy="654861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V2</a:t>
            </a:r>
            <a:endParaRPr lang="ko-KR" altLang="en-US" dirty="0"/>
          </a:p>
        </p:txBody>
      </p:sp>
      <p:grpSp>
        <p:nvGrpSpPr>
          <p:cNvPr id="1462" name="그룹 1461">
            <a:extLst>
              <a:ext uri="{FF2B5EF4-FFF2-40B4-BE49-F238E27FC236}">
                <a16:creationId xmlns:a16="http://schemas.microsoft.com/office/drawing/2014/main" id="{7912816C-59C7-1091-926A-A079DF6640F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5593842" y="3576188"/>
            <a:ext cx="148067" cy="108000"/>
            <a:chOff x="7409659" y="2902132"/>
            <a:chExt cx="317047" cy="239471"/>
          </a:xfrm>
        </p:grpSpPr>
        <p:grpSp>
          <p:nvGrpSpPr>
            <p:cNvPr id="1463" name="그룹 1462">
              <a:extLst>
                <a:ext uri="{FF2B5EF4-FFF2-40B4-BE49-F238E27FC236}">
                  <a16:creationId xmlns:a16="http://schemas.microsoft.com/office/drawing/2014/main" id="{8688DA8F-FA0D-AE52-EEB7-A5C41C8783B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66" name="직선 연결선 322">
                <a:extLst>
                  <a:ext uri="{FF2B5EF4-FFF2-40B4-BE49-F238E27FC236}">
                    <a16:creationId xmlns:a16="http://schemas.microsoft.com/office/drawing/2014/main" id="{BDF8CE0A-B704-82F0-1F89-523A0FD302A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7" name="직선 연결선 323">
                <a:extLst>
                  <a:ext uri="{FF2B5EF4-FFF2-40B4-BE49-F238E27FC236}">
                    <a16:creationId xmlns:a16="http://schemas.microsoft.com/office/drawing/2014/main" id="{31014ED5-0EB0-5B93-2A21-F175F61FAE8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8" name="직선 연결선 324">
                <a:extLst>
                  <a:ext uri="{FF2B5EF4-FFF2-40B4-BE49-F238E27FC236}">
                    <a16:creationId xmlns:a16="http://schemas.microsoft.com/office/drawing/2014/main" id="{C180D5BB-F63E-A4E1-1DC6-74CB5B8127E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64" name="직선 연결선 326">
              <a:extLst>
                <a:ext uri="{FF2B5EF4-FFF2-40B4-BE49-F238E27FC236}">
                  <a16:creationId xmlns:a16="http://schemas.microsoft.com/office/drawing/2014/main" id="{709F5B8F-A0D6-37D3-33B5-94C5C5B55D8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65" name="타원 1464">
              <a:extLst>
                <a:ext uri="{FF2B5EF4-FFF2-40B4-BE49-F238E27FC236}">
                  <a16:creationId xmlns:a16="http://schemas.microsoft.com/office/drawing/2014/main" id="{1F70CCA8-00D0-5E52-9660-9419BCE09DC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69" name="그룹 1468">
            <a:extLst>
              <a:ext uri="{FF2B5EF4-FFF2-40B4-BE49-F238E27FC236}">
                <a16:creationId xmlns:a16="http://schemas.microsoft.com/office/drawing/2014/main" id="{92CB8072-B5D9-5C60-8B32-1D71E65A632C}"/>
              </a:ext>
            </a:extLst>
          </p:cNvPr>
          <p:cNvGrpSpPr>
            <a:grpSpLocks noChangeAspect="1"/>
          </p:cNvGrpSpPr>
          <p:nvPr/>
        </p:nvGrpSpPr>
        <p:grpSpPr>
          <a:xfrm>
            <a:off x="7715105" y="3870916"/>
            <a:ext cx="148067" cy="108000"/>
            <a:chOff x="7409659" y="2902132"/>
            <a:chExt cx="317047" cy="239471"/>
          </a:xfrm>
        </p:grpSpPr>
        <p:grpSp>
          <p:nvGrpSpPr>
            <p:cNvPr id="1470" name="그룹 1469">
              <a:extLst>
                <a:ext uri="{FF2B5EF4-FFF2-40B4-BE49-F238E27FC236}">
                  <a16:creationId xmlns:a16="http://schemas.microsoft.com/office/drawing/2014/main" id="{896563C8-10AA-D862-A7A2-96065794405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73" name="직선 연결선 322">
                <a:extLst>
                  <a:ext uri="{FF2B5EF4-FFF2-40B4-BE49-F238E27FC236}">
                    <a16:creationId xmlns:a16="http://schemas.microsoft.com/office/drawing/2014/main" id="{098D0CD9-871F-CAC6-041C-60E355EC8F4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4" name="직선 연결선 323">
                <a:extLst>
                  <a:ext uri="{FF2B5EF4-FFF2-40B4-BE49-F238E27FC236}">
                    <a16:creationId xmlns:a16="http://schemas.microsoft.com/office/drawing/2014/main" id="{E5280DF1-8889-1011-8EBF-E8726B35244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5" name="직선 연결선 324">
                <a:extLst>
                  <a:ext uri="{FF2B5EF4-FFF2-40B4-BE49-F238E27FC236}">
                    <a16:creationId xmlns:a16="http://schemas.microsoft.com/office/drawing/2014/main" id="{457683F3-9A3E-E4E1-A653-E71557C3059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1" name="직선 연결선 326">
              <a:extLst>
                <a:ext uri="{FF2B5EF4-FFF2-40B4-BE49-F238E27FC236}">
                  <a16:creationId xmlns:a16="http://schemas.microsoft.com/office/drawing/2014/main" id="{6FAB9CA1-2E54-A71A-B11C-78A9A87B793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2" name="타원 1471">
              <a:extLst>
                <a:ext uri="{FF2B5EF4-FFF2-40B4-BE49-F238E27FC236}">
                  <a16:creationId xmlns:a16="http://schemas.microsoft.com/office/drawing/2014/main" id="{6EF0FE2B-6511-57D6-EF3B-EF65BF00184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76" name="그룹 1475">
            <a:extLst>
              <a:ext uri="{FF2B5EF4-FFF2-40B4-BE49-F238E27FC236}">
                <a16:creationId xmlns:a16="http://schemas.microsoft.com/office/drawing/2014/main" id="{0E99732F-D60D-27A8-03B5-5B6DB768BA9A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3884" y="4477068"/>
            <a:ext cx="148067" cy="108000"/>
            <a:chOff x="7409659" y="2902132"/>
            <a:chExt cx="317047" cy="239471"/>
          </a:xfrm>
        </p:grpSpPr>
        <p:grpSp>
          <p:nvGrpSpPr>
            <p:cNvPr id="1477" name="그룹 1476">
              <a:extLst>
                <a:ext uri="{FF2B5EF4-FFF2-40B4-BE49-F238E27FC236}">
                  <a16:creationId xmlns:a16="http://schemas.microsoft.com/office/drawing/2014/main" id="{2AF2C51A-F423-EFBD-D671-994420B02FD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0" name="직선 연결선 322">
                <a:extLst>
                  <a:ext uri="{FF2B5EF4-FFF2-40B4-BE49-F238E27FC236}">
                    <a16:creationId xmlns:a16="http://schemas.microsoft.com/office/drawing/2014/main" id="{63D80EA8-85D9-7435-1214-3310D6AC209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1" name="직선 연결선 323">
                <a:extLst>
                  <a:ext uri="{FF2B5EF4-FFF2-40B4-BE49-F238E27FC236}">
                    <a16:creationId xmlns:a16="http://schemas.microsoft.com/office/drawing/2014/main" id="{C775EE62-A5CD-F70C-BF58-CDB54C90A58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2" name="직선 연결선 324">
                <a:extLst>
                  <a:ext uri="{FF2B5EF4-FFF2-40B4-BE49-F238E27FC236}">
                    <a16:creationId xmlns:a16="http://schemas.microsoft.com/office/drawing/2014/main" id="{C268E2FE-0296-E230-EC05-528F0F63ECC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8" name="직선 연결선 326">
              <a:extLst>
                <a:ext uri="{FF2B5EF4-FFF2-40B4-BE49-F238E27FC236}">
                  <a16:creationId xmlns:a16="http://schemas.microsoft.com/office/drawing/2014/main" id="{14B4EE3B-AF0B-6CB0-37F9-CF2E6647B7E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9" name="타원 1478">
              <a:extLst>
                <a:ext uri="{FF2B5EF4-FFF2-40B4-BE49-F238E27FC236}">
                  <a16:creationId xmlns:a16="http://schemas.microsoft.com/office/drawing/2014/main" id="{F2099C77-D76B-F37C-9DD9-839806BF031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83" name="그룹 1482">
            <a:extLst>
              <a:ext uri="{FF2B5EF4-FFF2-40B4-BE49-F238E27FC236}">
                <a16:creationId xmlns:a16="http://schemas.microsoft.com/office/drawing/2014/main" id="{715F90A2-0E40-1340-8403-D49144A9E36A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5" y="5374879"/>
            <a:ext cx="148067" cy="108000"/>
            <a:chOff x="7409659" y="2902132"/>
            <a:chExt cx="317047" cy="239471"/>
          </a:xfrm>
        </p:grpSpPr>
        <p:grpSp>
          <p:nvGrpSpPr>
            <p:cNvPr id="1484" name="그룹 1483">
              <a:extLst>
                <a:ext uri="{FF2B5EF4-FFF2-40B4-BE49-F238E27FC236}">
                  <a16:creationId xmlns:a16="http://schemas.microsoft.com/office/drawing/2014/main" id="{AF282257-893C-1B59-53A7-F57614443F6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7" name="직선 연결선 322">
                <a:extLst>
                  <a:ext uri="{FF2B5EF4-FFF2-40B4-BE49-F238E27FC236}">
                    <a16:creationId xmlns:a16="http://schemas.microsoft.com/office/drawing/2014/main" id="{BE0742AA-F732-989B-708F-7C66FEC8B67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8" name="직선 연결선 323">
                <a:extLst>
                  <a:ext uri="{FF2B5EF4-FFF2-40B4-BE49-F238E27FC236}">
                    <a16:creationId xmlns:a16="http://schemas.microsoft.com/office/drawing/2014/main" id="{7BFF92CF-E598-B190-E11E-0337DA73895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9" name="직선 연결선 324">
                <a:extLst>
                  <a:ext uri="{FF2B5EF4-FFF2-40B4-BE49-F238E27FC236}">
                    <a16:creationId xmlns:a16="http://schemas.microsoft.com/office/drawing/2014/main" id="{4F09A302-9EB2-51B1-0020-D1574158C6F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85" name="직선 연결선 326">
              <a:extLst>
                <a:ext uri="{FF2B5EF4-FFF2-40B4-BE49-F238E27FC236}">
                  <a16:creationId xmlns:a16="http://schemas.microsoft.com/office/drawing/2014/main" id="{7F6A1FB4-972A-FE43-F693-7BBF5071BD2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86" name="타원 1485">
              <a:extLst>
                <a:ext uri="{FF2B5EF4-FFF2-40B4-BE49-F238E27FC236}">
                  <a16:creationId xmlns:a16="http://schemas.microsoft.com/office/drawing/2014/main" id="{F4C5BC24-E448-A0C1-66C1-D91E1B093B3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1" name="그룹 1490">
            <a:extLst>
              <a:ext uri="{FF2B5EF4-FFF2-40B4-BE49-F238E27FC236}">
                <a16:creationId xmlns:a16="http://schemas.microsoft.com/office/drawing/2014/main" id="{BACD671A-75E6-D3EB-CD49-779AD2F4144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5663052"/>
            <a:ext cx="148067" cy="108000"/>
            <a:chOff x="7409659" y="2902132"/>
            <a:chExt cx="317047" cy="239471"/>
          </a:xfrm>
        </p:grpSpPr>
        <p:grpSp>
          <p:nvGrpSpPr>
            <p:cNvPr id="1492" name="그룹 1491">
              <a:extLst>
                <a:ext uri="{FF2B5EF4-FFF2-40B4-BE49-F238E27FC236}">
                  <a16:creationId xmlns:a16="http://schemas.microsoft.com/office/drawing/2014/main" id="{7AEA1776-8634-1487-B98C-791CBD095A8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95" name="직선 연결선 322">
                <a:extLst>
                  <a:ext uri="{FF2B5EF4-FFF2-40B4-BE49-F238E27FC236}">
                    <a16:creationId xmlns:a16="http://schemas.microsoft.com/office/drawing/2014/main" id="{A4AB576F-3E6D-1119-7D1C-73393609D21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6" name="직선 연결선 323">
                <a:extLst>
                  <a:ext uri="{FF2B5EF4-FFF2-40B4-BE49-F238E27FC236}">
                    <a16:creationId xmlns:a16="http://schemas.microsoft.com/office/drawing/2014/main" id="{2970B0BE-6E18-B401-9E1A-2F58388FEAE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7" name="직선 연결선 324">
                <a:extLst>
                  <a:ext uri="{FF2B5EF4-FFF2-40B4-BE49-F238E27FC236}">
                    <a16:creationId xmlns:a16="http://schemas.microsoft.com/office/drawing/2014/main" id="{A55466A6-F3BA-C94D-D4EF-FC5005CC1F0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93" name="직선 연결선 326">
              <a:extLst>
                <a:ext uri="{FF2B5EF4-FFF2-40B4-BE49-F238E27FC236}">
                  <a16:creationId xmlns:a16="http://schemas.microsoft.com/office/drawing/2014/main" id="{7EE72CAB-F512-030C-CB71-08170F5B0C3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94" name="타원 1493">
              <a:extLst>
                <a:ext uri="{FF2B5EF4-FFF2-40B4-BE49-F238E27FC236}">
                  <a16:creationId xmlns:a16="http://schemas.microsoft.com/office/drawing/2014/main" id="{FA17169D-EB16-9AEC-CD26-9197B85586E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8" name="그룹 1497">
            <a:extLst>
              <a:ext uri="{FF2B5EF4-FFF2-40B4-BE49-F238E27FC236}">
                <a16:creationId xmlns:a16="http://schemas.microsoft.com/office/drawing/2014/main" id="{73230BFB-7977-0A01-7A69-4D6BC0BA2D7C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5780852"/>
            <a:ext cx="148067" cy="108000"/>
            <a:chOff x="7409659" y="2902132"/>
            <a:chExt cx="317047" cy="239471"/>
          </a:xfrm>
        </p:grpSpPr>
        <p:grpSp>
          <p:nvGrpSpPr>
            <p:cNvPr id="1499" name="그룹 1498">
              <a:extLst>
                <a:ext uri="{FF2B5EF4-FFF2-40B4-BE49-F238E27FC236}">
                  <a16:creationId xmlns:a16="http://schemas.microsoft.com/office/drawing/2014/main" id="{D028CA61-4F7F-1184-088C-0406D336C72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02" name="직선 연결선 322">
                <a:extLst>
                  <a:ext uri="{FF2B5EF4-FFF2-40B4-BE49-F238E27FC236}">
                    <a16:creationId xmlns:a16="http://schemas.microsoft.com/office/drawing/2014/main" id="{AC5DA5AF-4E4A-AE52-FC14-2DAB46B044E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3" name="직선 연결선 323">
                <a:extLst>
                  <a:ext uri="{FF2B5EF4-FFF2-40B4-BE49-F238E27FC236}">
                    <a16:creationId xmlns:a16="http://schemas.microsoft.com/office/drawing/2014/main" id="{1DCB572D-A7B3-D37D-72D1-3062CDD64A8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4" name="직선 연결선 324">
                <a:extLst>
                  <a:ext uri="{FF2B5EF4-FFF2-40B4-BE49-F238E27FC236}">
                    <a16:creationId xmlns:a16="http://schemas.microsoft.com/office/drawing/2014/main" id="{13DE7C72-3262-106D-C12F-8E1A4F0128E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00" name="직선 연결선 326">
              <a:extLst>
                <a:ext uri="{FF2B5EF4-FFF2-40B4-BE49-F238E27FC236}">
                  <a16:creationId xmlns:a16="http://schemas.microsoft.com/office/drawing/2014/main" id="{2BEB20DA-E2C6-693A-A9AF-4882DAF4925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1" name="타원 1500">
              <a:extLst>
                <a:ext uri="{FF2B5EF4-FFF2-40B4-BE49-F238E27FC236}">
                  <a16:creationId xmlns:a16="http://schemas.microsoft.com/office/drawing/2014/main" id="{B4CA07F9-7FEA-C8E7-C45B-749922B559C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3" name="그룹 1512">
            <a:extLst>
              <a:ext uri="{FF2B5EF4-FFF2-40B4-BE49-F238E27FC236}">
                <a16:creationId xmlns:a16="http://schemas.microsoft.com/office/drawing/2014/main" id="{D21D1787-C664-9C4E-CC36-2A6C44AA1B87}"/>
              </a:ext>
            </a:extLst>
          </p:cNvPr>
          <p:cNvGrpSpPr/>
          <p:nvPr/>
        </p:nvGrpSpPr>
        <p:grpSpPr>
          <a:xfrm>
            <a:off x="5166275" y="3864653"/>
            <a:ext cx="90979" cy="106796"/>
            <a:chOff x="4947906" y="3396192"/>
            <a:chExt cx="90979" cy="106796"/>
          </a:xfrm>
        </p:grpSpPr>
        <p:cxnSp>
          <p:nvCxnSpPr>
            <p:cNvPr id="1508" name="직선 연결선 326">
              <a:extLst>
                <a:ext uri="{FF2B5EF4-FFF2-40B4-BE49-F238E27FC236}">
                  <a16:creationId xmlns:a16="http://schemas.microsoft.com/office/drawing/2014/main" id="{B13673D4-05D2-E983-D61E-FDBFC9ACF5D7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9" name="타원 1508">
              <a:extLst>
                <a:ext uri="{FF2B5EF4-FFF2-40B4-BE49-F238E27FC236}">
                  <a16:creationId xmlns:a16="http://schemas.microsoft.com/office/drawing/2014/main" id="{4D4079CC-7A58-4EE3-8C90-BBC9F7B4152D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7" name="그룹 1516">
            <a:extLst>
              <a:ext uri="{FF2B5EF4-FFF2-40B4-BE49-F238E27FC236}">
                <a16:creationId xmlns:a16="http://schemas.microsoft.com/office/drawing/2014/main" id="{8D1158CD-9F96-A4CF-FA0A-3B282F3FA73F}"/>
              </a:ext>
            </a:extLst>
          </p:cNvPr>
          <p:cNvGrpSpPr/>
          <p:nvPr/>
        </p:nvGrpSpPr>
        <p:grpSpPr>
          <a:xfrm rot="16200000">
            <a:off x="7983722" y="582314"/>
            <a:ext cx="90979" cy="106796"/>
            <a:chOff x="4947906" y="3396192"/>
            <a:chExt cx="90979" cy="106796"/>
          </a:xfrm>
        </p:grpSpPr>
        <p:cxnSp>
          <p:nvCxnSpPr>
            <p:cNvPr id="1518" name="직선 연결선 326">
              <a:extLst>
                <a:ext uri="{FF2B5EF4-FFF2-40B4-BE49-F238E27FC236}">
                  <a16:creationId xmlns:a16="http://schemas.microsoft.com/office/drawing/2014/main" id="{A1C6B1BA-1541-B88A-8F4B-A706B69BFBD7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19" name="타원 1518">
              <a:extLst>
                <a:ext uri="{FF2B5EF4-FFF2-40B4-BE49-F238E27FC236}">
                  <a16:creationId xmlns:a16="http://schemas.microsoft.com/office/drawing/2014/main" id="{B3B1A9EE-2D1A-33A3-A521-53479D6CBF17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0" name="그룹 1519">
            <a:extLst>
              <a:ext uri="{FF2B5EF4-FFF2-40B4-BE49-F238E27FC236}">
                <a16:creationId xmlns:a16="http://schemas.microsoft.com/office/drawing/2014/main" id="{5717FFD1-3D1B-1318-1A3B-EB063A34322E}"/>
              </a:ext>
            </a:extLst>
          </p:cNvPr>
          <p:cNvGrpSpPr/>
          <p:nvPr/>
        </p:nvGrpSpPr>
        <p:grpSpPr>
          <a:xfrm rot="16200000">
            <a:off x="8396342" y="587799"/>
            <a:ext cx="90979" cy="106796"/>
            <a:chOff x="4947906" y="3396192"/>
            <a:chExt cx="90979" cy="106796"/>
          </a:xfrm>
        </p:grpSpPr>
        <p:cxnSp>
          <p:nvCxnSpPr>
            <p:cNvPr id="1521" name="직선 연결선 326">
              <a:extLst>
                <a:ext uri="{FF2B5EF4-FFF2-40B4-BE49-F238E27FC236}">
                  <a16:creationId xmlns:a16="http://schemas.microsoft.com/office/drawing/2014/main" id="{BCEEA6DA-D01A-A1A1-06F7-54619381F6B9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2" name="타원 1521">
              <a:extLst>
                <a:ext uri="{FF2B5EF4-FFF2-40B4-BE49-F238E27FC236}">
                  <a16:creationId xmlns:a16="http://schemas.microsoft.com/office/drawing/2014/main" id="{CC70EA24-DD13-F8CD-AC60-F2FF000BAC14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3" name="그룹 1522">
            <a:extLst>
              <a:ext uri="{FF2B5EF4-FFF2-40B4-BE49-F238E27FC236}">
                <a16:creationId xmlns:a16="http://schemas.microsoft.com/office/drawing/2014/main" id="{ABF32DC1-6E05-4604-3B34-C8556E6B3888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1775186"/>
            <a:ext cx="148067" cy="108000"/>
            <a:chOff x="7409659" y="2902132"/>
            <a:chExt cx="317047" cy="239471"/>
          </a:xfrm>
        </p:grpSpPr>
        <p:grpSp>
          <p:nvGrpSpPr>
            <p:cNvPr id="1524" name="그룹 1523">
              <a:extLst>
                <a:ext uri="{FF2B5EF4-FFF2-40B4-BE49-F238E27FC236}">
                  <a16:creationId xmlns:a16="http://schemas.microsoft.com/office/drawing/2014/main" id="{4160F314-A4AE-8861-BBEC-B1E8266D9B5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27" name="직선 연결선 322">
                <a:extLst>
                  <a:ext uri="{FF2B5EF4-FFF2-40B4-BE49-F238E27FC236}">
                    <a16:creationId xmlns:a16="http://schemas.microsoft.com/office/drawing/2014/main" id="{090BD05F-E9B9-12F3-38CB-BFE439165F8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8" name="직선 연결선 323">
                <a:extLst>
                  <a:ext uri="{FF2B5EF4-FFF2-40B4-BE49-F238E27FC236}">
                    <a16:creationId xmlns:a16="http://schemas.microsoft.com/office/drawing/2014/main" id="{12265479-7EFF-6E52-D527-8479496A2B2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9" name="직선 연결선 324">
                <a:extLst>
                  <a:ext uri="{FF2B5EF4-FFF2-40B4-BE49-F238E27FC236}">
                    <a16:creationId xmlns:a16="http://schemas.microsoft.com/office/drawing/2014/main" id="{0297D19F-666E-E976-F0B3-CB4CBF3BCD8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25" name="직선 연결선 326">
              <a:extLst>
                <a:ext uri="{FF2B5EF4-FFF2-40B4-BE49-F238E27FC236}">
                  <a16:creationId xmlns:a16="http://schemas.microsoft.com/office/drawing/2014/main" id="{62CFA1AB-54B6-278E-1F14-687BAD1A371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6" name="타원 1525">
              <a:extLst>
                <a:ext uri="{FF2B5EF4-FFF2-40B4-BE49-F238E27FC236}">
                  <a16:creationId xmlns:a16="http://schemas.microsoft.com/office/drawing/2014/main" id="{9FF9B451-94F6-6F02-5B9F-6C9F54CC2A8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0" name="그룹 1529">
            <a:extLst>
              <a:ext uri="{FF2B5EF4-FFF2-40B4-BE49-F238E27FC236}">
                <a16:creationId xmlns:a16="http://schemas.microsoft.com/office/drawing/2014/main" id="{AA426DE3-E334-27FF-9C59-264DA066CCE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95620" y="1938529"/>
            <a:ext cx="148067" cy="108000"/>
            <a:chOff x="7409659" y="2902132"/>
            <a:chExt cx="317047" cy="239471"/>
          </a:xfrm>
        </p:grpSpPr>
        <p:grpSp>
          <p:nvGrpSpPr>
            <p:cNvPr id="1531" name="그룹 1530">
              <a:extLst>
                <a:ext uri="{FF2B5EF4-FFF2-40B4-BE49-F238E27FC236}">
                  <a16:creationId xmlns:a16="http://schemas.microsoft.com/office/drawing/2014/main" id="{9988B4C6-39EA-2689-0EE8-46A32193643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34" name="직선 연결선 322">
                <a:extLst>
                  <a:ext uri="{FF2B5EF4-FFF2-40B4-BE49-F238E27FC236}">
                    <a16:creationId xmlns:a16="http://schemas.microsoft.com/office/drawing/2014/main" id="{9047160C-4E81-F48C-9025-FA4C8D47434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5" name="직선 연결선 323">
                <a:extLst>
                  <a:ext uri="{FF2B5EF4-FFF2-40B4-BE49-F238E27FC236}">
                    <a16:creationId xmlns:a16="http://schemas.microsoft.com/office/drawing/2014/main" id="{A0D812F4-B389-0434-0711-6DB72882599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6" name="직선 연결선 324">
                <a:extLst>
                  <a:ext uri="{FF2B5EF4-FFF2-40B4-BE49-F238E27FC236}">
                    <a16:creationId xmlns:a16="http://schemas.microsoft.com/office/drawing/2014/main" id="{76123CB4-C56F-DEE7-5E8A-4798421ABBE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2" name="직선 연결선 326">
              <a:extLst>
                <a:ext uri="{FF2B5EF4-FFF2-40B4-BE49-F238E27FC236}">
                  <a16:creationId xmlns:a16="http://schemas.microsoft.com/office/drawing/2014/main" id="{EC362A3F-1A64-320D-42AE-08526916EBF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33" name="타원 1532">
              <a:extLst>
                <a:ext uri="{FF2B5EF4-FFF2-40B4-BE49-F238E27FC236}">
                  <a16:creationId xmlns:a16="http://schemas.microsoft.com/office/drawing/2014/main" id="{1A8074E0-C943-93E5-FD3E-F4781719E6B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7" name="그룹 1536">
            <a:extLst>
              <a:ext uri="{FF2B5EF4-FFF2-40B4-BE49-F238E27FC236}">
                <a16:creationId xmlns:a16="http://schemas.microsoft.com/office/drawing/2014/main" id="{7BE14207-0724-9344-24C2-7C9EB5D8A4E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2181733"/>
            <a:ext cx="148067" cy="108000"/>
            <a:chOff x="7409659" y="2902132"/>
            <a:chExt cx="317047" cy="239471"/>
          </a:xfrm>
        </p:grpSpPr>
        <p:grpSp>
          <p:nvGrpSpPr>
            <p:cNvPr id="1538" name="그룹 1537">
              <a:extLst>
                <a:ext uri="{FF2B5EF4-FFF2-40B4-BE49-F238E27FC236}">
                  <a16:creationId xmlns:a16="http://schemas.microsoft.com/office/drawing/2014/main" id="{32AFD2AF-5465-5AA3-E50A-9F8C777C1DB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1" name="직선 연결선 322">
                <a:extLst>
                  <a:ext uri="{FF2B5EF4-FFF2-40B4-BE49-F238E27FC236}">
                    <a16:creationId xmlns:a16="http://schemas.microsoft.com/office/drawing/2014/main" id="{4EB59C6A-6F02-0DB7-F1D4-FF00D9268DC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2" name="직선 연결선 323">
                <a:extLst>
                  <a:ext uri="{FF2B5EF4-FFF2-40B4-BE49-F238E27FC236}">
                    <a16:creationId xmlns:a16="http://schemas.microsoft.com/office/drawing/2014/main" id="{BC06AD8D-B810-639B-8305-1D9074ECC80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3" name="직선 연결선 324">
                <a:extLst>
                  <a:ext uri="{FF2B5EF4-FFF2-40B4-BE49-F238E27FC236}">
                    <a16:creationId xmlns:a16="http://schemas.microsoft.com/office/drawing/2014/main" id="{04E9A0E0-90E3-DBC0-FA60-4761778492E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9" name="직선 연결선 326">
              <a:extLst>
                <a:ext uri="{FF2B5EF4-FFF2-40B4-BE49-F238E27FC236}">
                  <a16:creationId xmlns:a16="http://schemas.microsoft.com/office/drawing/2014/main" id="{A3FFC8D2-BA20-EB56-A6A4-38DF0C79F47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0" name="타원 1539">
              <a:extLst>
                <a:ext uri="{FF2B5EF4-FFF2-40B4-BE49-F238E27FC236}">
                  <a16:creationId xmlns:a16="http://schemas.microsoft.com/office/drawing/2014/main" id="{A51C5C9F-E496-DF6D-CBFD-782785BC607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44" name="그룹 1543">
            <a:extLst>
              <a:ext uri="{FF2B5EF4-FFF2-40B4-BE49-F238E27FC236}">
                <a16:creationId xmlns:a16="http://schemas.microsoft.com/office/drawing/2014/main" id="{1CA2FA0E-4F32-528C-6B5B-0D11669AAC0D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7" y="2677602"/>
            <a:ext cx="148067" cy="108000"/>
            <a:chOff x="7409659" y="2902132"/>
            <a:chExt cx="317047" cy="239471"/>
          </a:xfrm>
        </p:grpSpPr>
        <p:grpSp>
          <p:nvGrpSpPr>
            <p:cNvPr id="1545" name="그룹 1544">
              <a:extLst>
                <a:ext uri="{FF2B5EF4-FFF2-40B4-BE49-F238E27FC236}">
                  <a16:creationId xmlns:a16="http://schemas.microsoft.com/office/drawing/2014/main" id="{A4FC69F5-2A7A-7189-3D88-1182FFAD206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8" name="직선 연결선 322">
                <a:extLst>
                  <a:ext uri="{FF2B5EF4-FFF2-40B4-BE49-F238E27FC236}">
                    <a16:creationId xmlns:a16="http://schemas.microsoft.com/office/drawing/2014/main" id="{1F1BB202-D362-B4DC-422B-C8E547C39B6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9" name="직선 연결선 323">
                <a:extLst>
                  <a:ext uri="{FF2B5EF4-FFF2-40B4-BE49-F238E27FC236}">
                    <a16:creationId xmlns:a16="http://schemas.microsoft.com/office/drawing/2014/main" id="{8EE9BB34-EA71-E90A-7AF6-235BFF0DE24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0" name="직선 연결선 324">
                <a:extLst>
                  <a:ext uri="{FF2B5EF4-FFF2-40B4-BE49-F238E27FC236}">
                    <a16:creationId xmlns:a16="http://schemas.microsoft.com/office/drawing/2014/main" id="{EDA48F3D-7FF6-9507-90FD-0C4C8E281A5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46" name="직선 연결선 326">
              <a:extLst>
                <a:ext uri="{FF2B5EF4-FFF2-40B4-BE49-F238E27FC236}">
                  <a16:creationId xmlns:a16="http://schemas.microsoft.com/office/drawing/2014/main" id="{24677826-3984-C111-BB90-294A80F0255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7" name="타원 1546">
              <a:extLst>
                <a:ext uri="{FF2B5EF4-FFF2-40B4-BE49-F238E27FC236}">
                  <a16:creationId xmlns:a16="http://schemas.microsoft.com/office/drawing/2014/main" id="{DA23BE0E-B216-2F36-1AD0-440EC052C9E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1" name="그룹 1550">
            <a:extLst>
              <a:ext uri="{FF2B5EF4-FFF2-40B4-BE49-F238E27FC236}">
                <a16:creationId xmlns:a16="http://schemas.microsoft.com/office/drawing/2014/main" id="{17798790-0652-9EC7-05A3-7331968668F4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8153334" y="3263219"/>
            <a:ext cx="148067" cy="108000"/>
            <a:chOff x="7409659" y="2902132"/>
            <a:chExt cx="317047" cy="239471"/>
          </a:xfrm>
        </p:grpSpPr>
        <p:grpSp>
          <p:nvGrpSpPr>
            <p:cNvPr id="1552" name="그룹 1551">
              <a:extLst>
                <a:ext uri="{FF2B5EF4-FFF2-40B4-BE49-F238E27FC236}">
                  <a16:creationId xmlns:a16="http://schemas.microsoft.com/office/drawing/2014/main" id="{061FCF13-F28D-0D2D-A1B1-AB327901665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55" name="직선 연결선 322">
                <a:extLst>
                  <a:ext uri="{FF2B5EF4-FFF2-40B4-BE49-F238E27FC236}">
                    <a16:creationId xmlns:a16="http://schemas.microsoft.com/office/drawing/2014/main" id="{5B49D99B-3C9B-A6BF-2B1C-2E16333E8F5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6" name="직선 연결선 323">
                <a:extLst>
                  <a:ext uri="{FF2B5EF4-FFF2-40B4-BE49-F238E27FC236}">
                    <a16:creationId xmlns:a16="http://schemas.microsoft.com/office/drawing/2014/main" id="{E1C6ABA2-2573-6096-966C-D9DC7273AA6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7" name="직선 연결선 324">
                <a:extLst>
                  <a:ext uri="{FF2B5EF4-FFF2-40B4-BE49-F238E27FC236}">
                    <a16:creationId xmlns:a16="http://schemas.microsoft.com/office/drawing/2014/main" id="{76DE46A4-3C6F-567C-29E9-778A91F9E36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53" name="직선 연결선 326">
              <a:extLst>
                <a:ext uri="{FF2B5EF4-FFF2-40B4-BE49-F238E27FC236}">
                  <a16:creationId xmlns:a16="http://schemas.microsoft.com/office/drawing/2014/main" id="{80252181-21E5-C41B-6D00-6A729693364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54" name="타원 1553">
              <a:extLst>
                <a:ext uri="{FF2B5EF4-FFF2-40B4-BE49-F238E27FC236}">
                  <a16:creationId xmlns:a16="http://schemas.microsoft.com/office/drawing/2014/main" id="{7DFF69A3-CC39-1E47-AA1B-43F3767F172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9" name="그룹 1558">
            <a:extLst>
              <a:ext uri="{FF2B5EF4-FFF2-40B4-BE49-F238E27FC236}">
                <a16:creationId xmlns:a16="http://schemas.microsoft.com/office/drawing/2014/main" id="{217DDFDA-AE95-A760-0E81-7204ED619739}"/>
              </a:ext>
            </a:extLst>
          </p:cNvPr>
          <p:cNvGrpSpPr>
            <a:grpSpLocks noChangeAspect="1"/>
          </p:cNvGrpSpPr>
          <p:nvPr/>
        </p:nvGrpSpPr>
        <p:grpSpPr>
          <a:xfrm>
            <a:off x="7721117" y="2969185"/>
            <a:ext cx="148067" cy="108000"/>
            <a:chOff x="7409659" y="2902132"/>
            <a:chExt cx="317047" cy="239471"/>
          </a:xfrm>
        </p:grpSpPr>
        <p:grpSp>
          <p:nvGrpSpPr>
            <p:cNvPr id="1560" name="그룹 1559">
              <a:extLst>
                <a:ext uri="{FF2B5EF4-FFF2-40B4-BE49-F238E27FC236}">
                  <a16:creationId xmlns:a16="http://schemas.microsoft.com/office/drawing/2014/main" id="{01CCD438-0E26-D846-821A-14CB0D2A34E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63" name="직선 연결선 322">
                <a:extLst>
                  <a:ext uri="{FF2B5EF4-FFF2-40B4-BE49-F238E27FC236}">
                    <a16:creationId xmlns:a16="http://schemas.microsoft.com/office/drawing/2014/main" id="{06D3DA67-B4C6-A7B7-6DD6-70BEE447B5E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4" name="직선 연결선 323">
                <a:extLst>
                  <a:ext uri="{FF2B5EF4-FFF2-40B4-BE49-F238E27FC236}">
                    <a16:creationId xmlns:a16="http://schemas.microsoft.com/office/drawing/2014/main" id="{4FDC6B6D-6974-C131-373D-FCAC76C2122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5" name="직선 연결선 324">
                <a:extLst>
                  <a:ext uri="{FF2B5EF4-FFF2-40B4-BE49-F238E27FC236}">
                    <a16:creationId xmlns:a16="http://schemas.microsoft.com/office/drawing/2014/main" id="{0A6EBB32-7629-B20E-2676-B312C453F25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1" name="직선 연결선 326">
              <a:extLst>
                <a:ext uri="{FF2B5EF4-FFF2-40B4-BE49-F238E27FC236}">
                  <a16:creationId xmlns:a16="http://schemas.microsoft.com/office/drawing/2014/main" id="{A88F3335-8EF3-E909-E2C2-47EF38A2967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62" name="타원 1561">
              <a:extLst>
                <a:ext uri="{FF2B5EF4-FFF2-40B4-BE49-F238E27FC236}">
                  <a16:creationId xmlns:a16="http://schemas.microsoft.com/office/drawing/2014/main" id="{388F12D1-38B1-B77F-4A85-C5FDEA4B8CB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67" name="그룹 1566">
            <a:extLst>
              <a:ext uri="{FF2B5EF4-FFF2-40B4-BE49-F238E27FC236}">
                <a16:creationId xmlns:a16="http://schemas.microsoft.com/office/drawing/2014/main" id="{E1F942EB-D755-D0CC-EEF5-AB6B31928782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425109" y="3746574"/>
            <a:ext cx="148067" cy="108000"/>
            <a:chOff x="7409659" y="2902132"/>
            <a:chExt cx="317047" cy="239471"/>
          </a:xfrm>
        </p:grpSpPr>
        <p:grpSp>
          <p:nvGrpSpPr>
            <p:cNvPr id="1568" name="그룹 1567">
              <a:extLst>
                <a:ext uri="{FF2B5EF4-FFF2-40B4-BE49-F238E27FC236}">
                  <a16:creationId xmlns:a16="http://schemas.microsoft.com/office/drawing/2014/main" id="{D15DCBD8-BEEE-B5A9-F800-4D0FC8E6082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71" name="직선 연결선 322">
                <a:extLst>
                  <a:ext uri="{FF2B5EF4-FFF2-40B4-BE49-F238E27FC236}">
                    <a16:creationId xmlns:a16="http://schemas.microsoft.com/office/drawing/2014/main" id="{0276E609-BBC6-2C19-F7A1-8A918D3DBB0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2" name="직선 연결선 323">
                <a:extLst>
                  <a:ext uri="{FF2B5EF4-FFF2-40B4-BE49-F238E27FC236}">
                    <a16:creationId xmlns:a16="http://schemas.microsoft.com/office/drawing/2014/main" id="{178761E0-AC0B-80D1-AE7B-4FA5CAB137B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3" name="직선 연결선 324">
                <a:extLst>
                  <a:ext uri="{FF2B5EF4-FFF2-40B4-BE49-F238E27FC236}">
                    <a16:creationId xmlns:a16="http://schemas.microsoft.com/office/drawing/2014/main" id="{EE532B4D-796A-6C88-A74B-4338120F3C5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9" name="직선 연결선 326">
              <a:extLst>
                <a:ext uri="{FF2B5EF4-FFF2-40B4-BE49-F238E27FC236}">
                  <a16:creationId xmlns:a16="http://schemas.microsoft.com/office/drawing/2014/main" id="{9DD131AE-660B-6C62-7F83-B83668EED95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70" name="타원 1569">
              <a:extLst>
                <a:ext uri="{FF2B5EF4-FFF2-40B4-BE49-F238E27FC236}">
                  <a16:creationId xmlns:a16="http://schemas.microsoft.com/office/drawing/2014/main" id="{B5CC6AE0-DFE6-3309-80D1-9C3F9E1C457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88" name="그룹 1587">
            <a:extLst>
              <a:ext uri="{FF2B5EF4-FFF2-40B4-BE49-F238E27FC236}">
                <a16:creationId xmlns:a16="http://schemas.microsoft.com/office/drawing/2014/main" id="{CDACC337-06EF-FB7B-D3E6-337D9FF49013}"/>
              </a:ext>
            </a:extLst>
          </p:cNvPr>
          <p:cNvGrpSpPr/>
          <p:nvPr/>
        </p:nvGrpSpPr>
        <p:grpSpPr>
          <a:xfrm rot="5400000">
            <a:off x="5810780" y="3550809"/>
            <a:ext cx="90979" cy="106796"/>
            <a:chOff x="4947906" y="3396192"/>
            <a:chExt cx="90979" cy="106796"/>
          </a:xfrm>
        </p:grpSpPr>
        <p:cxnSp>
          <p:nvCxnSpPr>
            <p:cNvPr id="1589" name="직선 연결선 326">
              <a:extLst>
                <a:ext uri="{FF2B5EF4-FFF2-40B4-BE49-F238E27FC236}">
                  <a16:creationId xmlns:a16="http://schemas.microsoft.com/office/drawing/2014/main" id="{7BCF1A38-0DF5-F5E6-C3C2-1F2ED37A89B7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0" name="타원 1589">
              <a:extLst>
                <a:ext uri="{FF2B5EF4-FFF2-40B4-BE49-F238E27FC236}">
                  <a16:creationId xmlns:a16="http://schemas.microsoft.com/office/drawing/2014/main" id="{F7463C5A-763E-1D13-E0E3-BDE1514E7270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5" name="그룹 1594">
            <a:extLst>
              <a:ext uri="{FF2B5EF4-FFF2-40B4-BE49-F238E27FC236}">
                <a16:creationId xmlns:a16="http://schemas.microsoft.com/office/drawing/2014/main" id="{0361E426-82F1-6BFE-A753-3E079E946AC5}"/>
              </a:ext>
            </a:extLst>
          </p:cNvPr>
          <p:cNvGrpSpPr/>
          <p:nvPr/>
        </p:nvGrpSpPr>
        <p:grpSpPr>
          <a:xfrm rot="5400000">
            <a:off x="8396340" y="3550430"/>
            <a:ext cx="90979" cy="106796"/>
            <a:chOff x="4947906" y="3396192"/>
            <a:chExt cx="90979" cy="106796"/>
          </a:xfrm>
        </p:grpSpPr>
        <p:cxnSp>
          <p:nvCxnSpPr>
            <p:cNvPr id="1596" name="직선 연결선 326">
              <a:extLst>
                <a:ext uri="{FF2B5EF4-FFF2-40B4-BE49-F238E27FC236}">
                  <a16:creationId xmlns:a16="http://schemas.microsoft.com/office/drawing/2014/main" id="{10DC2463-4CF6-0CBE-42B0-43BB7B9F698F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7" name="타원 1596">
              <a:extLst>
                <a:ext uri="{FF2B5EF4-FFF2-40B4-BE49-F238E27FC236}">
                  <a16:creationId xmlns:a16="http://schemas.microsoft.com/office/drawing/2014/main" id="{7E320C8C-58C3-90C9-9619-2A9C9B2BBAB9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8" name="그룹 1597">
            <a:extLst>
              <a:ext uri="{FF2B5EF4-FFF2-40B4-BE49-F238E27FC236}">
                <a16:creationId xmlns:a16="http://schemas.microsoft.com/office/drawing/2014/main" id="{832A1FE0-40E0-2DC9-EBC3-DB6E5A701FB9}"/>
              </a:ext>
            </a:extLst>
          </p:cNvPr>
          <p:cNvGrpSpPr/>
          <p:nvPr/>
        </p:nvGrpSpPr>
        <p:grpSpPr>
          <a:xfrm rot="10800000">
            <a:off x="10633348" y="3876737"/>
            <a:ext cx="90979" cy="106796"/>
            <a:chOff x="4947906" y="3396192"/>
            <a:chExt cx="90979" cy="106796"/>
          </a:xfrm>
        </p:grpSpPr>
        <p:cxnSp>
          <p:nvCxnSpPr>
            <p:cNvPr id="1599" name="직선 연결선 326">
              <a:extLst>
                <a:ext uri="{FF2B5EF4-FFF2-40B4-BE49-F238E27FC236}">
                  <a16:creationId xmlns:a16="http://schemas.microsoft.com/office/drawing/2014/main" id="{E6E64F00-3927-D0EF-4F7A-30519EF48BA9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0" name="타원 1599">
              <a:extLst>
                <a:ext uri="{FF2B5EF4-FFF2-40B4-BE49-F238E27FC236}">
                  <a16:creationId xmlns:a16="http://schemas.microsoft.com/office/drawing/2014/main" id="{8227981C-E9C9-4E69-2BA7-53F913C685A4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01" name="그룹 1600">
            <a:extLst>
              <a:ext uri="{FF2B5EF4-FFF2-40B4-BE49-F238E27FC236}">
                <a16:creationId xmlns:a16="http://schemas.microsoft.com/office/drawing/2014/main" id="{E7917168-1E85-4D18-7E1B-65FA8F9628CF}"/>
              </a:ext>
            </a:extLst>
          </p:cNvPr>
          <p:cNvGrpSpPr>
            <a:grpSpLocks noChangeAspect="1"/>
          </p:cNvGrpSpPr>
          <p:nvPr/>
        </p:nvGrpSpPr>
        <p:grpSpPr>
          <a:xfrm>
            <a:off x="9707482" y="2973943"/>
            <a:ext cx="148067" cy="108000"/>
            <a:chOff x="7409659" y="2902132"/>
            <a:chExt cx="317047" cy="239471"/>
          </a:xfrm>
        </p:grpSpPr>
        <p:grpSp>
          <p:nvGrpSpPr>
            <p:cNvPr id="1602" name="그룹 1601">
              <a:extLst>
                <a:ext uri="{FF2B5EF4-FFF2-40B4-BE49-F238E27FC236}">
                  <a16:creationId xmlns:a16="http://schemas.microsoft.com/office/drawing/2014/main" id="{AC9B4950-C9C3-2AAD-7F70-9B13ABD7529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05" name="직선 연결선 322">
                <a:extLst>
                  <a:ext uri="{FF2B5EF4-FFF2-40B4-BE49-F238E27FC236}">
                    <a16:creationId xmlns:a16="http://schemas.microsoft.com/office/drawing/2014/main" id="{84AF67A9-50D4-59E8-23FF-080B2DD9583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6" name="직선 연결선 323">
                <a:extLst>
                  <a:ext uri="{FF2B5EF4-FFF2-40B4-BE49-F238E27FC236}">
                    <a16:creationId xmlns:a16="http://schemas.microsoft.com/office/drawing/2014/main" id="{8C772E16-2CFA-B9F4-79C0-2E8691A18CA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7" name="직선 연결선 324">
                <a:extLst>
                  <a:ext uri="{FF2B5EF4-FFF2-40B4-BE49-F238E27FC236}">
                    <a16:creationId xmlns:a16="http://schemas.microsoft.com/office/drawing/2014/main" id="{58A4A144-234C-4962-A939-4D6123DAF47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03" name="직선 연결선 326">
              <a:extLst>
                <a:ext uri="{FF2B5EF4-FFF2-40B4-BE49-F238E27FC236}">
                  <a16:creationId xmlns:a16="http://schemas.microsoft.com/office/drawing/2014/main" id="{4F9B6C44-13A8-EF8A-A6A1-7FE023937D2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4" name="타원 1603">
              <a:extLst>
                <a:ext uri="{FF2B5EF4-FFF2-40B4-BE49-F238E27FC236}">
                  <a16:creationId xmlns:a16="http://schemas.microsoft.com/office/drawing/2014/main" id="{C0861E3B-4384-8D6A-CFB9-90CD59DE90C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10" name="그룹 1609">
            <a:extLst>
              <a:ext uri="{FF2B5EF4-FFF2-40B4-BE49-F238E27FC236}">
                <a16:creationId xmlns:a16="http://schemas.microsoft.com/office/drawing/2014/main" id="{90108090-A1FC-4018-9908-45D692978D4A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0145378" y="3271461"/>
            <a:ext cx="148067" cy="108000"/>
            <a:chOff x="7409659" y="2902132"/>
            <a:chExt cx="317047" cy="239471"/>
          </a:xfrm>
        </p:grpSpPr>
        <p:grpSp>
          <p:nvGrpSpPr>
            <p:cNvPr id="1611" name="그룹 1610">
              <a:extLst>
                <a:ext uri="{FF2B5EF4-FFF2-40B4-BE49-F238E27FC236}">
                  <a16:creationId xmlns:a16="http://schemas.microsoft.com/office/drawing/2014/main" id="{14866D5F-3A47-A262-10D0-61397ECDFB6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14" name="직선 연결선 322">
                <a:extLst>
                  <a:ext uri="{FF2B5EF4-FFF2-40B4-BE49-F238E27FC236}">
                    <a16:creationId xmlns:a16="http://schemas.microsoft.com/office/drawing/2014/main" id="{2E242B38-B1F6-C009-09F4-C3986DE957C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5" name="직선 연결선 323">
                <a:extLst>
                  <a:ext uri="{FF2B5EF4-FFF2-40B4-BE49-F238E27FC236}">
                    <a16:creationId xmlns:a16="http://schemas.microsoft.com/office/drawing/2014/main" id="{7165A341-75FF-0D5B-4421-04143D7C8F7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6" name="직선 연결선 324">
                <a:extLst>
                  <a:ext uri="{FF2B5EF4-FFF2-40B4-BE49-F238E27FC236}">
                    <a16:creationId xmlns:a16="http://schemas.microsoft.com/office/drawing/2014/main" id="{565AF384-BE72-BA1C-F4D9-AEB614C19BC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12" name="직선 연결선 326">
              <a:extLst>
                <a:ext uri="{FF2B5EF4-FFF2-40B4-BE49-F238E27FC236}">
                  <a16:creationId xmlns:a16="http://schemas.microsoft.com/office/drawing/2014/main" id="{C681DF95-B49F-54AF-AA56-9DCD507D9A8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13" name="타원 1612">
              <a:extLst>
                <a:ext uri="{FF2B5EF4-FFF2-40B4-BE49-F238E27FC236}">
                  <a16:creationId xmlns:a16="http://schemas.microsoft.com/office/drawing/2014/main" id="{EF0A5D30-1038-CAD2-9FAA-D02246D64BF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618" name="직선 연결선[R] 1617">
            <a:extLst>
              <a:ext uri="{FF2B5EF4-FFF2-40B4-BE49-F238E27FC236}">
                <a16:creationId xmlns:a16="http://schemas.microsoft.com/office/drawing/2014/main" id="{71B70E16-8D44-D5B0-A8F3-E4B5471F47A2}"/>
              </a:ext>
            </a:extLst>
          </p:cNvPr>
          <p:cNvCxnSpPr>
            <a:cxnSpLocks/>
            <a:endCxn id="793" idx="3"/>
          </p:cNvCxnSpPr>
          <p:nvPr/>
        </p:nvCxnSpPr>
        <p:spPr>
          <a:xfrm flipH="1">
            <a:off x="10579411" y="3031397"/>
            <a:ext cx="910939" cy="14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1" name="직선 연결선[R] 1620">
            <a:extLst>
              <a:ext uri="{FF2B5EF4-FFF2-40B4-BE49-F238E27FC236}">
                <a16:creationId xmlns:a16="http://schemas.microsoft.com/office/drawing/2014/main" id="{BF9636BE-1802-1339-C2A0-5F53B324566C}"/>
              </a:ext>
            </a:extLst>
          </p:cNvPr>
          <p:cNvCxnSpPr>
            <a:cxnSpLocks/>
            <a:stCxn id="872" idx="0"/>
          </p:cNvCxnSpPr>
          <p:nvPr/>
        </p:nvCxnSpPr>
        <p:spPr>
          <a:xfrm flipV="1">
            <a:off x="11499142" y="3032833"/>
            <a:ext cx="0" cy="25535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23" name="그룹 1622">
            <a:extLst>
              <a:ext uri="{FF2B5EF4-FFF2-40B4-BE49-F238E27FC236}">
                <a16:creationId xmlns:a16="http://schemas.microsoft.com/office/drawing/2014/main" id="{95DEAAC9-1020-AD19-5A1C-1B923162C4E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0579411" y="2981329"/>
            <a:ext cx="148067" cy="108000"/>
            <a:chOff x="7409659" y="2902132"/>
            <a:chExt cx="317047" cy="239471"/>
          </a:xfrm>
        </p:grpSpPr>
        <p:grpSp>
          <p:nvGrpSpPr>
            <p:cNvPr id="1624" name="그룹 1623">
              <a:extLst>
                <a:ext uri="{FF2B5EF4-FFF2-40B4-BE49-F238E27FC236}">
                  <a16:creationId xmlns:a16="http://schemas.microsoft.com/office/drawing/2014/main" id="{FDD45A25-30B5-960C-C632-EE8B6C349ED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27" name="직선 연결선 322">
                <a:extLst>
                  <a:ext uri="{FF2B5EF4-FFF2-40B4-BE49-F238E27FC236}">
                    <a16:creationId xmlns:a16="http://schemas.microsoft.com/office/drawing/2014/main" id="{231C1949-94BC-A680-6EE0-7B593D89D4F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8" name="직선 연결선 323">
                <a:extLst>
                  <a:ext uri="{FF2B5EF4-FFF2-40B4-BE49-F238E27FC236}">
                    <a16:creationId xmlns:a16="http://schemas.microsoft.com/office/drawing/2014/main" id="{7243FF8F-8610-65BD-E3DC-6EFEABBEFE7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9" name="직선 연결선 324">
                <a:extLst>
                  <a:ext uri="{FF2B5EF4-FFF2-40B4-BE49-F238E27FC236}">
                    <a16:creationId xmlns:a16="http://schemas.microsoft.com/office/drawing/2014/main" id="{B101F6FB-8D5A-26BE-CD02-5D7AB43B353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25" name="직선 연결선 326">
              <a:extLst>
                <a:ext uri="{FF2B5EF4-FFF2-40B4-BE49-F238E27FC236}">
                  <a16:creationId xmlns:a16="http://schemas.microsoft.com/office/drawing/2014/main" id="{0177F1E7-3A53-F007-0DB6-2A7D2CA72FE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26" name="타원 1625">
              <a:extLst>
                <a:ext uri="{FF2B5EF4-FFF2-40B4-BE49-F238E27FC236}">
                  <a16:creationId xmlns:a16="http://schemas.microsoft.com/office/drawing/2014/main" id="{F23CFE05-2D5A-CE4F-B6A1-FA6C117638D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0" name="그룹 1629">
            <a:extLst>
              <a:ext uri="{FF2B5EF4-FFF2-40B4-BE49-F238E27FC236}">
                <a16:creationId xmlns:a16="http://schemas.microsoft.com/office/drawing/2014/main" id="{6122047A-FC99-732F-BC0A-E39AC746D262}"/>
              </a:ext>
            </a:extLst>
          </p:cNvPr>
          <p:cNvGrpSpPr/>
          <p:nvPr/>
        </p:nvGrpSpPr>
        <p:grpSpPr>
          <a:xfrm rot="5400000">
            <a:off x="11453652" y="3136844"/>
            <a:ext cx="90979" cy="106796"/>
            <a:chOff x="4947906" y="3396192"/>
            <a:chExt cx="90979" cy="106796"/>
          </a:xfrm>
        </p:grpSpPr>
        <p:cxnSp>
          <p:nvCxnSpPr>
            <p:cNvPr id="1631" name="직선 연결선 326">
              <a:extLst>
                <a:ext uri="{FF2B5EF4-FFF2-40B4-BE49-F238E27FC236}">
                  <a16:creationId xmlns:a16="http://schemas.microsoft.com/office/drawing/2014/main" id="{7EFC3B9E-2703-C036-4BA4-F874E3B33990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2" name="타원 1631">
              <a:extLst>
                <a:ext uri="{FF2B5EF4-FFF2-40B4-BE49-F238E27FC236}">
                  <a16:creationId xmlns:a16="http://schemas.microsoft.com/office/drawing/2014/main" id="{4DF98D05-D458-ECC3-44EB-8A7B73F245DF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3" name="그룹 1632">
            <a:extLst>
              <a:ext uri="{FF2B5EF4-FFF2-40B4-BE49-F238E27FC236}">
                <a16:creationId xmlns:a16="http://schemas.microsoft.com/office/drawing/2014/main" id="{D4D85693-3B94-98F9-126D-9B4FBAD8C5EA}"/>
              </a:ext>
            </a:extLst>
          </p:cNvPr>
          <p:cNvGrpSpPr/>
          <p:nvPr/>
        </p:nvGrpSpPr>
        <p:grpSpPr>
          <a:xfrm>
            <a:off x="5162781" y="6068181"/>
            <a:ext cx="90979" cy="106796"/>
            <a:chOff x="4947906" y="3396192"/>
            <a:chExt cx="90979" cy="106796"/>
          </a:xfrm>
        </p:grpSpPr>
        <p:cxnSp>
          <p:nvCxnSpPr>
            <p:cNvPr id="1634" name="직선 연결선 326">
              <a:extLst>
                <a:ext uri="{FF2B5EF4-FFF2-40B4-BE49-F238E27FC236}">
                  <a16:creationId xmlns:a16="http://schemas.microsoft.com/office/drawing/2014/main" id="{18DA6719-216F-B907-3B04-FFAAE4450000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5" name="타원 1634">
              <a:extLst>
                <a:ext uri="{FF2B5EF4-FFF2-40B4-BE49-F238E27FC236}">
                  <a16:creationId xmlns:a16="http://schemas.microsoft.com/office/drawing/2014/main" id="{931B4D9D-E367-25A4-91EC-8CB0DFBD7249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43" name="그룹 1642">
            <a:extLst>
              <a:ext uri="{FF2B5EF4-FFF2-40B4-BE49-F238E27FC236}">
                <a16:creationId xmlns:a16="http://schemas.microsoft.com/office/drawing/2014/main" id="{D18E4721-3016-A4ED-D0CE-A05CC38989F8}"/>
              </a:ext>
            </a:extLst>
          </p:cNvPr>
          <p:cNvGrpSpPr>
            <a:grpSpLocks noChangeAspect="1"/>
          </p:cNvGrpSpPr>
          <p:nvPr/>
        </p:nvGrpSpPr>
        <p:grpSpPr>
          <a:xfrm>
            <a:off x="6440121" y="5663535"/>
            <a:ext cx="148067" cy="108000"/>
            <a:chOff x="7409659" y="2902132"/>
            <a:chExt cx="317047" cy="239471"/>
          </a:xfrm>
        </p:grpSpPr>
        <p:grpSp>
          <p:nvGrpSpPr>
            <p:cNvPr id="1644" name="그룹 1643">
              <a:extLst>
                <a:ext uri="{FF2B5EF4-FFF2-40B4-BE49-F238E27FC236}">
                  <a16:creationId xmlns:a16="http://schemas.microsoft.com/office/drawing/2014/main" id="{0A78E77E-A5A0-4146-39C6-D04B8A790A9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47" name="직선 연결선 322">
                <a:extLst>
                  <a:ext uri="{FF2B5EF4-FFF2-40B4-BE49-F238E27FC236}">
                    <a16:creationId xmlns:a16="http://schemas.microsoft.com/office/drawing/2014/main" id="{2F9DE24B-3C9B-3E7E-DF59-9CD42D8742A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8" name="직선 연결선 323">
                <a:extLst>
                  <a:ext uri="{FF2B5EF4-FFF2-40B4-BE49-F238E27FC236}">
                    <a16:creationId xmlns:a16="http://schemas.microsoft.com/office/drawing/2014/main" id="{C52A3C07-BD3C-882D-7818-5C4FCA19F18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9" name="직선 연결선 324">
                <a:extLst>
                  <a:ext uri="{FF2B5EF4-FFF2-40B4-BE49-F238E27FC236}">
                    <a16:creationId xmlns:a16="http://schemas.microsoft.com/office/drawing/2014/main" id="{0B10E921-8082-EDA2-2C54-213CFBC5F92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45" name="직선 연결선 326">
              <a:extLst>
                <a:ext uri="{FF2B5EF4-FFF2-40B4-BE49-F238E27FC236}">
                  <a16:creationId xmlns:a16="http://schemas.microsoft.com/office/drawing/2014/main" id="{5F5D1D37-5BD4-479B-CA44-379CF16704B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6" name="타원 1645">
              <a:extLst>
                <a:ext uri="{FF2B5EF4-FFF2-40B4-BE49-F238E27FC236}">
                  <a16:creationId xmlns:a16="http://schemas.microsoft.com/office/drawing/2014/main" id="{46506AB8-453D-5B95-395D-84847761A27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0" name="그룹 1649">
            <a:extLst>
              <a:ext uri="{FF2B5EF4-FFF2-40B4-BE49-F238E27FC236}">
                <a16:creationId xmlns:a16="http://schemas.microsoft.com/office/drawing/2014/main" id="{11EA070E-9148-A67F-15DA-92FFB5C38BC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8188" y="5527249"/>
            <a:ext cx="148067" cy="108000"/>
            <a:chOff x="7409659" y="2902132"/>
            <a:chExt cx="317047" cy="239471"/>
          </a:xfrm>
        </p:grpSpPr>
        <p:grpSp>
          <p:nvGrpSpPr>
            <p:cNvPr id="1651" name="그룹 1650">
              <a:extLst>
                <a:ext uri="{FF2B5EF4-FFF2-40B4-BE49-F238E27FC236}">
                  <a16:creationId xmlns:a16="http://schemas.microsoft.com/office/drawing/2014/main" id="{4D9D41CD-2887-F2B5-0ECF-3D82792A919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54" name="직선 연결선 322">
                <a:extLst>
                  <a:ext uri="{FF2B5EF4-FFF2-40B4-BE49-F238E27FC236}">
                    <a16:creationId xmlns:a16="http://schemas.microsoft.com/office/drawing/2014/main" id="{169B77A3-F042-4670-F369-2EADC2EEA15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5" name="직선 연결선 323">
                <a:extLst>
                  <a:ext uri="{FF2B5EF4-FFF2-40B4-BE49-F238E27FC236}">
                    <a16:creationId xmlns:a16="http://schemas.microsoft.com/office/drawing/2014/main" id="{0FBAC32D-95FC-698A-0F12-523F95127A2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6" name="직선 연결선 324">
                <a:extLst>
                  <a:ext uri="{FF2B5EF4-FFF2-40B4-BE49-F238E27FC236}">
                    <a16:creationId xmlns:a16="http://schemas.microsoft.com/office/drawing/2014/main" id="{98313FEC-CA83-0BC3-B408-263227B7538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52" name="직선 연결선 326">
              <a:extLst>
                <a:ext uri="{FF2B5EF4-FFF2-40B4-BE49-F238E27FC236}">
                  <a16:creationId xmlns:a16="http://schemas.microsoft.com/office/drawing/2014/main" id="{A99E9CFE-531D-59F8-B47E-947479E54BF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53" name="타원 1652">
              <a:extLst>
                <a:ext uri="{FF2B5EF4-FFF2-40B4-BE49-F238E27FC236}">
                  <a16:creationId xmlns:a16="http://schemas.microsoft.com/office/drawing/2014/main" id="{461C9298-7E02-FAAC-9849-558381EFC6A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9" name="그룹 1658">
            <a:extLst>
              <a:ext uri="{FF2B5EF4-FFF2-40B4-BE49-F238E27FC236}">
                <a16:creationId xmlns:a16="http://schemas.microsoft.com/office/drawing/2014/main" id="{64ED6D29-5721-B02F-BE9F-28BE9255D76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7698" y="5666242"/>
            <a:ext cx="148067" cy="108000"/>
            <a:chOff x="7409659" y="2902132"/>
            <a:chExt cx="317047" cy="239471"/>
          </a:xfrm>
        </p:grpSpPr>
        <p:grpSp>
          <p:nvGrpSpPr>
            <p:cNvPr id="1660" name="그룹 1659">
              <a:extLst>
                <a:ext uri="{FF2B5EF4-FFF2-40B4-BE49-F238E27FC236}">
                  <a16:creationId xmlns:a16="http://schemas.microsoft.com/office/drawing/2014/main" id="{7277BE34-3CBB-BAA8-72CC-2BF009F1ACB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63" name="직선 연결선 322">
                <a:extLst>
                  <a:ext uri="{FF2B5EF4-FFF2-40B4-BE49-F238E27FC236}">
                    <a16:creationId xmlns:a16="http://schemas.microsoft.com/office/drawing/2014/main" id="{05BEC746-8940-00D1-5D70-CA913CEAE23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4" name="직선 연결선 323">
                <a:extLst>
                  <a:ext uri="{FF2B5EF4-FFF2-40B4-BE49-F238E27FC236}">
                    <a16:creationId xmlns:a16="http://schemas.microsoft.com/office/drawing/2014/main" id="{4EA982FF-0729-D089-1C22-658CBFF905A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5" name="직선 연결선 324">
                <a:extLst>
                  <a:ext uri="{FF2B5EF4-FFF2-40B4-BE49-F238E27FC236}">
                    <a16:creationId xmlns:a16="http://schemas.microsoft.com/office/drawing/2014/main" id="{5B86F307-93C2-55D7-C0E1-E18C64A3FB2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1" name="직선 연결선 326">
              <a:extLst>
                <a:ext uri="{FF2B5EF4-FFF2-40B4-BE49-F238E27FC236}">
                  <a16:creationId xmlns:a16="http://schemas.microsoft.com/office/drawing/2014/main" id="{F2BCA6F1-E45B-6D7B-CAEE-5D13C26F26E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2" name="타원 1661">
              <a:extLst>
                <a:ext uri="{FF2B5EF4-FFF2-40B4-BE49-F238E27FC236}">
                  <a16:creationId xmlns:a16="http://schemas.microsoft.com/office/drawing/2014/main" id="{CB7871AE-C995-5507-A9AC-0C5FEFD3817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66" name="그룹 1665">
            <a:extLst>
              <a:ext uri="{FF2B5EF4-FFF2-40B4-BE49-F238E27FC236}">
                <a16:creationId xmlns:a16="http://schemas.microsoft.com/office/drawing/2014/main" id="{9C2EA073-D7B7-887D-DCED-2BA4A4A40B62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40272" y="2791543"/>
            <a:ext cx="148067" cy="108000"/>
            <a:chOff x="7409659" y="2902132"/>
            <a:chExt cx="317047" cy="239471"/>
          </a:xfrm>
        </p:grpSpPr>
        <p:grpSp>
          <p:nvGrpSpPr>
            <p:cNvPr id="1667" name="그룹 1666">
              <a:extLst>
                <a:ext uri="{FF2B5EF4-FFF2-40B4-BE49-F238E27FC236}">
                  <a16:creationId xmlns:a16="http://schemas.microsoft.com/office/drawing/2014/main" id="{8A34EAFC-3E1C-DFEF-E56D-50ABDBBC31B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70" name="직선 연결선 322">
                <a:extLst>
                  <a:ext uri="{FF2B5EF4-FFF2-40B4-BE49-F238E27FC236}">
                    <a16:creationId xmlns:a16="http://schemas.microsoft.com/office/drawing/2014/main" id="{CD5EE6B9-FF58-E8C2-E9BC-5D85F827212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1" name="직선 연결선 323">
                <a:extLst>
                  <a:ext uri="{FF2B5EF4-FFF2-40B4-BE49-F238E27FC236}">
                    <a16:creationId xmlns:a16="http://schemas.microsoft.com/office/drawing/2014/main" id="{E8982D5B-3487-3AA0-748E-6481BDC0532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2" name="직선 연결선 324">
                <a:extLst>
                  <a:ext uri="{FF2B5EF4-FFF2-40B4-BE49-F238E27FC236}">
                    <a16:creationId xmlns:a16="http://schemas.microsoft.com/office/drawing/2014/main" id="{8E25AEE5-BA18-520F-539A-064EE4DE1F4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8" name="직선 연결선 326">
              <a:extLst>
                <a:ext uri="{FF2B5EF4-FFF2-40B4-BE49-F238E27FC236}">
                  <a16:creationId xmlns:a16="http://schemas.microsoft.com/office/drawing/2014/main" id="{FC9A7C87-585F-14BD-66FE-973289C8F5B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9" name="타원 1668">
              <a:extLst>
                <a:ext uri="{FF2B5EF4-FFF2-40B4-BE49-F238E27FC236}">
                  <a16:creationId xmlns:a16="http://schemas.microsoft.com/office/drawing/2014/main" id="{247467FA-F881-0AB5-C3BA-0E0A8760867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76" name="그룹 1675">
            <a:extLst>
              <a:ext uri="{FF2B5EF4-FFF2-40B4-BE49-F238E27FC236}">
                <a16:creationId xmlns:a16="http://schemas.microsoft.com/office/drawing/2014/main" id="{D620CC08-72FE-E18E-8F96-C48BDEC9F90F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587906" y="2503450"/>
            <a:ext cx="148067" cy="108000"/>
            <a:chOff x="7409659" y="2902132"/>
            <a:chExt cx="317047" cy="239471"/>
          </a:xfrm>
        </p:grpSpPr>
        <p:grpSp>
          <p:nvGrpSpPr>
            <p:cNvPr id="1677" name="그룹 1676">
              <a:extLst>
                <a:ext uri="{FF2B5EF4-FFF2-40B4-BE49-F238E27FC236}">
                  <a16:creationId xmlns:a16="http://schemas.microsoft.com/office/drawing/2014/main" id="{B0733B23-C8FD-2D00-9D26-037DF95C085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0" name="직선 연결선 322">
                <a:extLst>
                  <a:ext uri="{FF2B5EF4-FFF2-40B4-BE49-F238E27FC236}">
                    <a16:creationId xmlns:a16="http://schemas.microsoft.com/office/drawing/2014/main" id="{85BC6EBE-3F61-E546-3421-4D137B19692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1" name="직선 연결선 323">
                <a:extLst>
                  <a:ext uri="{FF2B5EF4-FFF2-40B4-BE49-F238E27FC236}">
                    <a16:creationId xmlns:a16="http://schemas.microsoft.com/office/drawing/2014/main" id="{7FB7439C-0436-4B0F-4D18-F93972B1A4F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2" name="직선 연결선 324">
                <a:extLst>
                  <a:ext uri="{FF2B5EF4-FFF2-40B4-BE49-F238E27FC236}">
                    <a16:creationId xmlns:a16="http://schemas.microsoft.com/office/drawing/2014/main" id="{5281DA84-917F-DF0F-6286-D68C8A41051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78" name="직선 연결선 326">
              <a:extLst>
                <a:ext uri="{FF2B5EF4-FFF2-40B4-BE49-F238E27FC236}">
                  <a16:creationId xmlns:a16="http://schemas.microsoft.com/office/drawing/2014/main" id="{48D3999D-2D4F-1683-C72D-6601EBC584B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79" name="타원 1678">
              <a:extLst>
                <a:ext uri="{FF2B5EF4-FFF2-40B4-BE49-F238E27FC236}">
                  <a16:creationId xmlns:a16="http://schemas.microsoft.com/office/drawing/2014/main" id="{029DBB4D-B0A0-F66F-1105-AF222D2F630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83" name="그룹 1682">
            <a:extLst>
              <a:ext uri="{FF2B5EF4-FFF2-40B4-BE49-F238E27FC236}">
                <a16:creationId xmlns:a16="http://schemas.microsoft.com/office/drawing/2014/main" id="{CC97BF6D-069D-E752-EF19-F34935BB5ABA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6874155" y="5068900"/>
            <a:ext cx="148067" cy="108000"/>
            <a:chOff x="7409659" y="2902132"/>
            <a:chExt cx="317047" cy="239471"/>
          </a:xfrm>
        </p:grpSpPr>
        <p:grpSp>
          <p:nvGrpSpPr>
            <p:cNvPr id="1684" name="그룹 1683">
              <a:extLst>
                <a:ext uri="{FF2B5EF4-FFF2-40B4-BE49-F238E27FC236}">
                  <a16:creationId xmlns:a16="http://schemas.microsoft.com/office/drawing/2014/main" id="{69BF19BB-2851-2BA0-C774-0A801A97790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7" name="직선 연결선 322">
                <a:extLst>
                  <a:ext uri="{FF2B5EF4-FFF2-40B4-BE49-F238E27FC236}">
                    <a16:creationId xmlns:a16="http://schemas.microsoft.com/office/drawing/2014/main" id="{FB5CDA19-9B59-428C-8B4B-37D395EF607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8" name="직선 연결선 323">
                <a:extLst>
                  <a:ext uri="{FF2B5EF4-FFF2-40B4-BE49-F238E27FC236}">
                    <a16:creationId xmlns:a16="http://schemas.microsoft.com/office/drawing/2014/main" id="{9E8A9735-6328-AD7C-6539-75EEAF1E41D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9" name="직선 연결선 324">
                <a:extLst>
                  <a:ext uri="{FF2B5EF4-FFF2-40B4-BE49-F238E27FC236}">
                    <a16:creationId xmlns:a16="http://schemas.microsoft.com/office/drawing/2014/main" id="{D5005F9C-3E82-1C27-BC48-7AC97F92C64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85" name="직선 연결선 326">
              <a:extLst>
                <a:ext uri="{FF2B5EF4-FFF2-40B4-BE49-F238E27FC236}">
                  <a16:creationId xmlns:a16="http://schemas.microsoft.com/office/drawing/2014/main" id="{94DD82F1-5E4E-BBE9-3EEF-DA05EA7A066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86" name="타원 1685">
              <a:extLst>
                <a:ext uri="{FF2B5EF4-FFF2-40B4-BE49-F238E27FC236}">
                  <a16:creationId xmlns:a16="http://schemas.microsoft.com/office/drawing/2014/main" id="{DDD173D3-256E-6720-6807-970FB4D0323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92" name="그룹 1691">
            <a:extLst>
              <a:ext uri="{FF2B5EF4-FFF2-40B4-BE49-F238E27FC236}">
                <a16:creationId xmlns:a16="http://schemas.microsoft.com/office/drawing/2014/main" id="{99985F3F-6C7E-E8CF-FC90-F71FE2E280B6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041082" y="4482009"/>
            <a:ext cx="148067" cy="108000"/>
            <a:chOff x="7409659" y="2902132"/>
            <a:chExt cx="317047" cy="239471"/>
          </a:xfrm>
        </p:grpSpPr>
        <p:grpSp>
          <p:nvGrpSpPr>
            <p:cNvPr id="1693" name="그룹 1692">
              <a:extLst>
                <a:ext uri="{FF2B5EF4-FFF2-40B4-BE49-F238E27FC236}">
                  <a16:creationId xmlns:a16="http://schemas.microsoft.com/office/drawing/2014/main" id="{E97BD919-D291-E8BB-8BDF-73A4B168A3F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96" name="직선 연결선 322">
                <a:extLst>
                  <a:ext uri="{FF2B5EF4-FFF2-40B4-BE49-F238E27FC236}">
                    <a16:creationId xmlns:a16="http://schemas.microsoft.com/office/drawing/2014/main" id="{612D9D5C-7D6D-DFCC-BC67-CCC8DAD1FE2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7" name="직선 연결선 323">
                <a:extLst>
                  <a:ext uri="{FF2B5EF4-FFF2-40B4-BE49-F238E27FC236}">
                    <a16:creationId xmlns:a16="http://schemas.microsoft.com/office/drawing/2014/main" id="{F3CEB03A-A265-CCD3-EDA6-E3CD0CA9C01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8" name="직선 연결선 324">
                <a:extLst>
                  <a:ext uri="{FF2B5EF4-FFF2-40B4-BE49-F238E27FC236}">
                    <a16:creationId xmlns:a16="http://schemas.microsoft.com/office/drawing/2014/main" id="{4B8E3BA6-CDEE-849B-F9BE-91BF21FC97E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94" name="직선 연결선 326">
              <a:extLst>
                <a:ext uri="{FF2B5EF4-FFF2-40B4-BE49-F238E27FC236}">
                  <a16:creationId xmlns:a16="http://schemas.microsoft.com/office/drawing/2014/main" id="{97DE411A-BDA7-DAA0-E1E8-51E460327C2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95" name="타원 1694">
              <a:extLst>
                <a:ext uri="{FF2B5EF4-FFF2-40B4-BE49-F238E27FC236}">
                  <a16:creationId xmlns:a16="http://schemas.microsoft.com/office/drawing/2014/main" id="{6AAD3D8F-811E-776A-7C48-FD77146647E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2" name="그룹 1701">
            <a:extLst>
              <a:ext uri="{FF2B5EF4-FFF2-40B4-BE49-F238E27FC236}">
                <a16:creationId xmlns:a16="http://schemas.microsoft.com/office/drawing/2014/main" id="{5612F9C1-C1EA-2E18-A187-26A1D0BFE45B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800274" y="2792513"/>
            <a:ext cx="148067" cy="108000"/>
            <a:chOff x="7409659" y="2902132"/>
            <a:chExt cx="317047" cy="239471"/>
          </a:xfrm>
        </p:grpSpPr>
        <p:grpSp>
          <p:nvGrpSpPr>
            <p:cNvPr id="1703" name="그룹 1702">
              <a:extLst>
                <a:ext uri="{FF2B5EF4-FFF2-40B4-BE49-F238E27FC236}">
                  <a16:creationId xmlns:a16="http://schemas.microsoft.com/office/drawing/2014/main" id="{85EBED81-D1B4-931A-60F5-A0ABB2ADE76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06" name="직선 연결선 322">
                <a:extLst>
                  <a:ext uri="{FF2B5EF4-FFF2-40B4-BE49-F238E27FC236}">
                    <a16:creationId xmlns:a16="http://schemas.microsoft.com/office/drawing/2014/main" id="{77489528-B09D-52E5-4EAE-AB68AFF6FF9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7" name="직선 연결선 323">
                <a:extLst>
                  <a:ext uri="{FF2B5EF4-FFF2-40B4-BE49-F238E27FC236}">
                    <a16:creationId xmlns:a16="http://schemas.microsoft.com/office/drawing/2014/main" id="{5B9E83E3-5BA5-9963-DFA5-7DF82C73DE4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8" name="직선 연결선 324">
                <a:extLst>
                  <a:ext uri="{FF2B5EF4-FFF2-40B4-BE49-F238E27FC236}">
                    <a16:creationId xmlns:a16="http://schemas.microsoft.com/office/drawing/2014/main" id="{7570E0B4-8AEB-2CA1-C867-3A368E8056F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04" name="직선 연결선 326">
              <a:extLst>
                <a:ext uri="{FF2B5EF4-FFF2-40B4-BE49-F238E27FC236}">
                  <a16:creationId xmlns:a16="http://schemas.microsoft.com/office/drawing/2014/main" id="{A5A35F1C-37D1-B848-CE2E-D91B3F0BC3A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05" name="타원 1704">
              <a:extLst>
                <a:ext uri="{FF2B5EF4-FFF2-40B4-BE49-F238E27FC236}">
                  <a16:creationId xmlns:a16="http://schemas.microsoft.com/office/drawing/2014/main" id="{8BA52D83-0810-7070-B88E-F82597B7852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9" name="그룹 1708">
            <a:extLst>
              <a:ext uri="{FF2B5EF4-FFF2-40B4-BE49-F238E27FC236}">
                <a16:creationId xmlns:a16="http://schemas.microsoft.com/office/drawing/2014/main" id="{C86F57CA-E6AF-4574-3154-4BA3FBB4CEF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2503450"/>
            <a:ext cx="148067" cy="108000"/>
            <a:chOff x="7409659" y="2902132"/>
            <a:chExt cx="317047" cy="239471"/>
          </a:xfrm>
        </p:grpSpPr>
        <p:grpSp>
          <p:nvGrpSpPr>
            <p:cNvPr id="1710" name="그룹 1709">
              <a:extLst>
                <a:ext uri="{FF2B5EF4-FFF2-40B4-BE49-F238E27FC236}">
                  <a16:creationId xmlns:a16="http://schemas.microsoft.com/office/drawing/2014/main" id="{2F1FBFBE-902B-6CB5-C589-C7A966A2571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13" name="직선 연결선 322">
                <a:extLst>
                  <a:ext uri="{FF2B5EF4-FFF2-40B4-BE49-F238E27FC236}">
                    <a16:creationId xmlns:a16="http://schemas.microsoft.com/office/drawing/2014/main" id="{8EBCA9D2-3125-6C44-C71C-6E901DDE1B8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4" name="직선 연결선 323">
                <a:extLst>
                  <a:ext uri="{FF2B5EF4-FFF2-40B4-BE49-F238E27FC236}">
                    <a16:creationId xmlns:a16="http://schemas.microsoft.com/office/drawing/2014/main" id="{924E39AB-DA87-CD4D-5829-2DCBC16AA95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5" name="직선 연결선 324">
                <a:extLst>
                  <a:ext uri="{FF2B5EF4-FFF2-40B4-BE49-F238E27FC236}">
                    <a16:creationId xmlns:a16="http://schemas.microsoft.com/office/drawing/2014/main" id="{474520C5-882D-6228-3217-D942DC9D2E8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1" name="직선 연결선 326">
              <a:extLst>
                <a:ext uri="{FF2B5EF4-FFF2-40B4-BE49-F238E27FC236}">
                  <a16:creationId xmlns:a16="http://schemas.microsoft.com/office/drawing/2014/main" id="{53D23C15-97A7-5B5F-315B-7E80B4DEE5D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2" name="타원 1711">
              <a:extLst>
                <a:ext uri="{FF2B5EF4-FFF2-40B4-BE49-F238E27FC236}">
                  <a16:creationId xmlns:a16="http://schemas.microsoft.com/office/drawing/2014/main" id="{460B78CA-8DB9-A35D-257D-565C9CAF5F7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16" name="그룹 1715">
            <a:extLst>
              <a:ext uri="{FF2B5EF4-FFF2-40B4-BE49-F238E27FC236}">
                <a16:creationId xmlns:a16="http://schemas.microsoft.com/office/drawing/2014/main" id="{63080170-11D6-6AB1-E882-86E46FF5F95E}"/>
              </a:ext>
            </a:extLst>
          </p:cNvPr>
          <p:cNvGrpSpPr>
            <a:grpSpLocks noChangeAspect="1"/>
          </p:cNvGrpSpPr>
          <p:nvPr/>
        </p:nvGrpSpPr>
        <p:grpSpPr>
          <a:xfrm>
            <a:off x="2359423" y="1948443"/>
            <a:ext cx="148067" cy="108000"/>
            <a:chOff x="7409659" y="2902132"/>
            <a:chExt cx="317047" cy="239471"/>
          </a:xfrm>
        </p:grpSpPr>
        <p:grpSp>
          <p:nvGrpSpPr>
            <p:cNvPr id="1717" name="그룹 1716">
              <a:extLst>
                <a:ext uri="{FF2B5EF4-FFF2-40B4-BE49-F238E27FC236}">
                  <a16:creationId xmlns:a16="http://schemas.microsoft.com/office/drawing/2014/main" id="{9088FF45-4A0B-3172-09C8-BF1B99C6216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0" name="직선 연결선 322">
                <a:extLst>
                  <a:ext uri="{FF2B5EF4-FFF2-40B4-BE49-F238E27FC236}">
                    <a16:creationId xmlns:a16="http://schemas.microsoft.com/office/drawing/2014/main" id="{414A64D0-B2C5-5B90-0000-C72030466CD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1" name="직선 연결선 323">
                <a:extLst>
                  <a:ext uri="{FF2B5EF4-FFF2-40B4-BE49-F238E27FC236}">
                    <a16:creationId xmlns:a16="http://schemas.microsoft.com/office/drawing/2014/main" id="{E30D9AF0-523D-CCD1-4E71-A0252892A46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2" name="직선 연결선 324">
                <a:extLst>
                  <a:ext uri="{FF2B5EF4-FFF2-40B4-BE49-F238E27FC236}">
                    <a16:creationId xmlns:a16="http://schemas.microsoft.com/office/drawing/2014/main" id="{AD03848F-8BFB-41FD-1C9B-DF2F3699427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8" name="직선 연결선 326">
              <a:extLst>
                <a:ext uri="{FF2B5EF4-FFF2-40B4-BE49-F238E27FC236}">
                  <a16:creationId xmlns:a16="http://schemas.microsoft.com/office/drawing/2014/main" id="{15CEE612-22F6-5E67-44E6-03085F7C474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9" name="타원 1718">
              <a:extLst>
                <a:ext uri="{FF2B5EF4-FFF2-40B4-BE49-F238E27FC236}">
                  <a16:creationId xmlns:a16="http://schemas.microsoft.com/office/drawing/2014/main" id="{C21CCFE4-AE1D-E84B-A7AA-0D4B7B78075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23" name="그룹 1722">
            <a:extLst>
              <a:ext uri="{FF2B5EF4-FFF2-40B4-BE49-F238E27FC236}">
                <a16:creationId xmlns:a16="http://schemas.microsoft.com/office/drawing/2014/main" id="{79736454-E9B6-619A-F182-55EF08E75AC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1959431"/>
            <a:ext cx="148067" cy="108000"/>
            <a:chOff x="7409659" y="2902132"/>
            <a:chExt cx="317047" cy="239471"/>
          </a:xfrm>
        </p:grpSpPr>
        <p:grpSp>
          <p:nvGrpSpPr>
            <p:cNvPr id="1724" name="그룹 1723">
              <a:extLst>
                <a:ext uri="{FF2B5EF4-FFF2-40B4-BE49-F238E27FC236}">
                  <a16:creationId xmlns:a16="http://schemas.microsoft.com/office/drawing/2014/main" id="{14ED3E1B-CC57-CAF3-D67B-7F727DA8F89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7" name="직선 연결선 322">
                <a:extLst>
                  <a:ext uri="{FF2B5EF4-FFF2-40B4-BE49-F238E27FC236}">
                    <a16:creationId xmlns:a16="http://schemas.microsoft.com/office/drawing/2014/main" id="{E5B8A0B7-6558-F3EC-8482-224D54C7727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8" name="직선 연결선 323">
                <a:extLst>
                  <a:ext uri="{FF2B5EF4-FFF2-40B4-BE49-F238E27FC236}">
                    <a16:creationId xmlns:a16="http://schemas.microsoft.com/office/drawing/2014/main" id="{E7175283-9A25-DA26-B8DD-36E9B5DD6DC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9" name="직선 연결선 324">
                <a:extLst>
                  <a:ext uri="{FF2B5EF4-FFF2-40B4-BE49-F238E27FC236}">
                    <a16:creationId xmlns:a16="http://schemas.microsoft.com/office/drawing/2014/main" id="{0F1A98B8-2E44-52A5-EEF4-651801B286E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25" name="직선 연결선 326">
              <a:extLst>
                <a:ext uri="{FF2B5EF4-FFF2-40B4-BE49-F238E27FC236}">
                  <a16:creationId xmlns:a16="http://schemas.microsoft.com/office/drawing/2014/main" id="{9C25895E-1266-8C6D-31DA-D4824040A2F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26" name="타원 1725">
              <a:extLst>
                <a:ext uri="{FF2B5EF4-FFF2-40B4-BE49-F238E27FC236}">
                  <a16:creationId xmlns:a16="http://schemas.microsoft.com/office/drawing/2014/main" id="{E2CEE88D-D2B7-A476-E34E-17F79C46875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32" name="직선 연결선[R] 1731">
            <a:extLst>
              <a:ext uri="{FF2B5EF4-FFF2-40B4-BE49-F238E27FC236}">
                <a16:creationId xmlns:a16="http://schemas.microsoft.com/office/drawing/2014/main" id="{5EDDD839-427A-5F56-22A4-E1FDECB21152}"/>
              </a:ext>
            </a:extLst>
          </p:cNvPr>
          <p:cNvCxnSpPr>
            <a:cxnSpLocks/>
            <a:stCxn id="1387" idx="1"/>
          </p:cNvCxnSpPr>
          <p:nvPr/>
        </p:nvCxnSpPr>
        <p:spPr>
          <a:xfrm flipH="1">
            <a:off x="879231" y="1502765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7" name="직선 연결선[R] 1736">
            <a:extLst>
              <a:ext uri="{FF2B5EF4-FFF2-40B4-BE49-F238E27FC236}">
                <a16:creationId xmlns:a16="http://schemas.microsoft.com/office/drawing/2014/main" id="{C27DCF61-3107-8587-E9B5-27DCACD2A041}"/>
              </a:ext>
            </a:extLst>
          </p:cNvPr>
          <p:cNvCxnSpPr>
            <a:cxnSpLocks/>
          </p:cNvCxnSpPr>
          <p:nvPr/>
        </p:nvCxnSpPr>
        <p:spPr>
          <a:xfrm flipH="1">
            <a:off x="879231" y="2921257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8" name="직선 연결선[R] 1737">
            <a:extLst>
              <a:ext uri="{FF2B5EF4-FFF2-40B4-BE49-F238E27FC236}">
                <a16:creationId xmlns:a16="http://schemas.microsoft.com/office/drawing/2014/main" id="{6F64E40B-BB7E-C228-5289-566451309E52}"/>
              </a:ext>
            </a:extLst>
          </p:cNvPr>
          <p:cNvCxnSpPr>
            <a:cxnSpLocks/>
          </p:cNvCxnSpPr>
          <p:nvPr/>
        </p:nvCxnSpPr>
        <p:spPr>
          <a:xfrm flipV="1">
            <a:off x="885704" y="1506415"/>
            <a:ext cx="0" cy="141849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1" name="그룹 1740">
            <a:extLst>
              <a:ext uri="{FF2B5EF4-FFF2-40B4-BE49-F238E27FC236}">
                <a16:creationId xmlns:a16="http://schemas.microsoft.com/office/drawing/2014/main" id="{9AE1B7D4-BB3D-119C-5993-679805821FFD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1453377"/>
            <a:ext cx="148067" cy="108000"/>
            <a:chOff x="7409659" y="2902132"/>
            <a:chExt cx="317047" cy="239471"/>
          </a:xfrm>
        </p:grpSpPr>
        <p:grpSp>
          <p:nvGrpSpPr>
            <p:cNvPr id="1742" name="그룹 1741">
              <a:extLst>
                <a:ext uri="{FF2B5EF4-FFF2-40B4-BE49-F238E27FC236}">
                  <a16:creationId xmlns:a16="http://schemas.microsoft.com/office/drawing/2014/main" id="{00A37666-D04C-843C-B559-CD041ADED3E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45" name="직선 연결선 322">
                <a:extLst>
                  <a:ext uri="{FF2B5EF4-FFF2-40B4-BE49-F238E27FC236}">
                    <a16:creationId xmlns:a16="http://schemas.microsoft.com/office/drawing/2014/main" id="{D4BA5365-EB98-5D14-0492-56FBFF26492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6" name="직선 연결선 323">
                <a:extLst>
                  <a:ext uri="{FF2B5EF4-FFF2-40B4-BE49-F238E27FC236}">
                    <a16:creationId xmlns:a16="http://schemas.microsoft.com/office/drawing/2014/main" id="{489CC4B5-CC98-0FDA-196F-3EB7FAD748E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7" name="직선 연결선 324">
                <a:extLst>
                  <a:ext uri="{FF2B5EF4-FFF2-40B4-BE49-F238E27FC236}">
                    <a16:creationId xmlns:a16="http://schemas.microsoft.com/office/drawing/2014/main" id="{27EE6565-1642-1126-4574-65AB4EB9774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43" name="직선 연결선 326">
              <a:extLst>
                <a:ext uri="{FF2B5EF4-FFF2-40B4-BE49-F238E27FC236}">
                  <a16:creationId xmlns:a16="http://schemas.microsoft.com/office/drawing/2014/main" id="{39283163-0B97-D2BD-D75B-A9EBE273605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44" name="타원 1743">
              <a:extLst>
                <a:ext uri="{FF2B5EF4-FFF2-40B4-BE49-F238E27FC236}">
                  <a16:creationId xmlns:a16="http://schemas.microsoft.com/office/drawing/2014/main" id="{C2EF0335-BD18-CCE8-08CA-81CBF59DF47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48" name="직선 연결선 351">
            <a:extLst>
              <a:ext uri="{FF2B5EF4-FFF2-40B4-BE49-F238E27FC236}">
                <a16:creationId xmlns:a16="http://schemas.microsoft.com/office/drawing/2014/main" id="{12B6A234-5B40-4429-BEF9-E00D31CFDCC6}"/>
              </a:ext>
            </a:extLst>
          </p:cNvPr>
          <p:cNvCxnSpPr>
            <a:cxnSpLocks/>
          </p:cNvCxnSpPr>
          <p:nvPr/>
        </p:nvCxnSpPr>
        <p:spPr>
          <a:xfrm>
            <a:off x="1082227" y="2868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749" name="그룹 1748">
            <a:extLst>
              <a:ext uri="{FF2B5EF4-FFF2-40B4-BE49-F238E27FC236}">
                <a16:creationId xmlns:a16="http://schemas.microsoft.com/office/drawing/2014/main" id="{890A56B4-426E-0A85-975D-8CDC5E1D05D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544830"/>
            <a:ext cx="148067" cy="108000"/>
            <a:chOff x="7409659" y="2902132"/>
            <a:chExt cx="317047" cy="239471"/>
          </a:xfrm>
        </p:grpSpPr>
        <p:grpSp>
          <p:nvGrpSpPr>
            <p:cNvPr id="1750" name="그룹 1749">
              <a:extLst>
                <a:ext uri="{FF2B5EF4-FFF2-40B4-BE49-F238E27FC236}">
                  <a16:creationId xmlns:a16="http://schemas.microsoft.com/office/drawing/2014/main" id="{6DACD4C3-A24E-0542-AD94-0EF7DB107DD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53" name="직선 연결선 322">
                <a:extLst>
                  <a:ext uri="{FF2B5EF4-FFF2-40B4-BE49-F238E27FC236}">
                    <a16:creationId xmlns:a16="http://schemas.microsoft.com/office/drawing/2014/main" id="{64B45DF6-4BA7-CD81-157D-AA5FB812955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4" name="직선 연결선 323">
                <a:extLst>
                  <a:ext uri="{FF2B5EF4-FFF2-40B4-BE49-F238E27FC236}">
                    <a16:creationId xmlns:a16="http://schemas.microsoft.com/office/drawing/2014/main" id="{6A6643FE-8437-A10D-63D7-83BF7B2A79F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5" name="직선 연결선 324">
                <a:extLst>
                  <a:ext uri="{FF2B5EF4-FFF2-40B4-BE49-F238E27FC236}">
                    <a16:creationId xmlns:a16="http://schemas.microsoft.com/office/drawing/2014/main" id="{B7530654-1A5E-E046-C2A5-B64E1D1500E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51" name="직선 연결선 326">
              <a:extLst>
                <a:ext uri="{FF2B5EF4-FFF2-40B4-BE49-F238E27FC236}">
                  <a16:creationId xmlns:a16="http://schemas.microsoft.com/office/drawing/2014/main" id="{B8882EE8-0108-C836-CC3B-3A1C5A04F7F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2" name="타원 1751">
              <a:extLst>
                <a:ext uri="{FF2B5EF4-FFF2-40B4-BE49-F238E27FC236}">
                  <a16:creationId xmlns:a16="http://schemas.microsoft.com/office/drawing/2014/main" id="{AF4C398A-E9EE-CF93-D6B8-31AD7392D3A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6" name="그룹 1755">
            <a:extLst>
              <a:ext uri="{FF2B5EF4-FFF2-40B4-BE49-F238E27FC236}">
                <a16:creationId xmlns:a16="http://schemas.microsoft.com/office/drawing/2014/main" id="{1F35AEF0-4D35-FB55-7A7F-46645E68859E}"/>
              </a:ext>
            </a:extLst>
          </p:cNvPr>
          <p:cNvGrpSpPr/>
          <p:nvPr/>
        </p:nvGrpSpPr>
        <p:grpSpPr>
          <a:xfrm rot="5400000">
            <a:off x="2822000" y="1644696"/>
            <a:ext cx="90979" cy="106796"/>
            <a:chOff x="4947906" y="3396192"/>
            <a:chExt cx="90979" cy="106796"/>
          </a:xfrm>
        </p:grpSpPr>
        <p:cxnSp>
          <p:nvCxnSpPr>
            <p:cNvPr id="1757" name="직선 연결선 326">
              <a:extLst>
                <a:ext uri="{FF2B5EF4-FFF2-40B4-BE49-F238E27FC236}">
                  <a16:creationId xmlns:a16="http://schemas.microsoft.com/office/drawing/2014/main" id="{57FEA789-8DE9-6B0D-8226-119338098644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8" name="타원 1757">
              <a:extLst>
                <a:ext uri="{FF2B5EF4-FFF2-40B4-BE49-F238E27FC236}">
                  <a16:creationId xmlns:a16="http://schemas.microsoft.com/office/drawing/2014/main" id="{94E498DD-6054-B823-F413-88F91B42455C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9" name="그룹 1758">
            <a:extLst>
              <a:ext uri="{FF2B5EF4-FFF2-40B4-BE49-F238E27FC236}">
                <a16:creationId xmlns:a16="http://schemas.microsoft.com/office/drawing/2014/main" id="{39B20332-A47F-ED1B-E168-A5AC6636D04E}"/>
              </a:ext>
            </a:extLst>
          </p:cNvPr>
          <p:cNvGrpSpPr/>
          <p:nvPr/>
        </p:nvGrpSpPr>
        <p:grpSpPr>
          <a:xfrm rot="5400000">
            <a:off x="1462134" y="1136243"/>
            <a:ext cx="90979" cy="106796"/>
            <a:chOff x="4947906" y="3396192"/>
            <a:chExt cx="90979" cy="106796"/>
          </a:xfrm>
        </p:grpSpPr>
        <p:cxnSp>
          <p:nvCxnSpPr>
            <p:cNvPr id="1760" name="직선 연결선 326">
              <a:extLst>
                <a:ext uri="{FF2B5EF4-FFF2-40B4-BE49-F238E27FC236}">
                  <a16:creationId xmlns:a16="http://schemas.microsoft.com/office/drawing/2014/main" id="{440447AF-DEA2-4E91-0614-C8729B0399F7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1" name="타원 1760">
              <a:extLst>
                <a:ext uri="{FF2B5EF4-FFF2-40B4-BE49-F238E27FC236}">
                  <a16:creationId xmlns:a16="http://schemas.microsoft.com/office/drawing/2014/main" id="{4B386F5B-F92B-AE66-F5F6-4C0618DF0199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2" name="그룹 1761">
            <a:extLst>
              <a:ext uri="{FF2B5EF4-FFF2-40B4-BE49-F238E27FC236}">
                <a16:creationId xmlns:a16="http://schemas.microsoft.com/office/drawing/2014/main" id="{69021DF6-5D64-D020-0455-7C25BE21AF0F}"/>
              </a:ext>
            </a:extLst>
          </p:cNvPr>
          <p:cNvGrpSpPr/>
          <p:nvPr/>
        </p:nvGrpSpPr>
        <p:grpSpPr>
          <a:xfrm rot="5400000">
            <a:off x="5622416" y="861248"/>
            <a:ext cx="90979" cy="106796"/>
            <a:chOff x="4947906" y="3396192"/>
            <a:chExt cx="90979" cy="106796"/>
          </a:xfrm>
        </p:grpSpPr>
        <p:cxnSp>
          <p:nvCxnSpPr>
            <p:cNvPr id="1763" name="직선 연결선 326">
              <a:extLst>
                <a:ext uri="{FF2B5EF4-FFF2-40B4-BE49-F238E27FC236}">
                  <a16:creationId xmlns:a16="http://schemas.microsoft.com/office/drawing/2014/main" id="{DC44AB22-290D-96C5-7DC9-B4EE77F562CB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4" name="타원 1763">
              <a:extLst>
                <a:ext uri="{FF2B5EF4-FFF2-40B4-BE49-F238E27FC236}">
                  <a16:creationId xmlns:a16="http://schemas.microsoft.com/office/drawing/2014/main" id="{97819FEF-96ED-15CC-8A11-A69300ADA2B7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7" name="그룹 1766">
            <a:extLst>
              <a:ext uri="{FF2B5EF4-FFF2-40B4-BE49-F238E27FC236}">
                <a16:creationId xmlns:a16="http://schemas.microsoft.com/office/drawing/2014/main" id="{2076140F-7FFA-CA79-B0E0-67A795E688F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875343" y="266461"/>
            <a:ext cx="148067" cy="108000"/>
            <a:chOff x="7409659" y="2902132"/>
            <a:chExt cx="317047" cy="239471"/>
          </a:xfrm>
        </p:grpSpPr>
        <p:grpSp>
          <p:nvGrpSpPr>
            <p:cNvPr id="1768" name="그룹 1767">
              <a:extLst>
                <a:ext uri="{FF2B5EF4-FFF2-40B4-BE49-F238E27FC236}">
                  <a16:creationId xmlns:a16="http://schemas.microsoft.com/office/drawing/2014/main" id="{E06EC58E-C622-46C3-EA63-D5FBD71F930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1" name="직선 연결선 322">
                <a:extLst>
                  <a:ext uri="{FF2B5EF4-FFF2-40B4-BE49-F238E27FC236}">
                    <a16:creationId xmlns:a16="http://schemas.microsoft.com/office/drawing/2014/main" id="{E9459685-2B27-2E95-F30A-B3B180079E8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2" name="직선 연결선 323">
                <a:extLst>
                  <a:ext uri="{FF2B5EF4-FFF2-40B4-BE49-F238E27FC236}">
                    <a16:creationId xmlns:a16="http://schemas.microsoft.com/office/drawing/2014/main" id="{252FBF5C-EFB3-400B-7178-9A055A6EA24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3" name="직선 연결선 324">
                <a:extLst>
                  <a:ext uri="{FF2B5EF4-FFF2-40B4-BE49-F238E27FC236}">
                    <a16:creationId xmlns:a16="http://schemas.microsoft.com/office/drawing/2014/main" id="{75DA5704-8AE9-936A-A3F1-99B6BB3B2E5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69" name="직선 연결선 326">
              <a:extLst>
                <a:ext uri="{FF2B5EF4-FFF2-40B4-BE49-F238E27FC236}">
                  <a16:creationId xmlns:a16="http://schemas.microsoft.com/office/drawing/2014/main" id="{A4F966B8-6799-AD0A-2A35-E2E42188760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0" name="타원 1769">
              <a:extLst>
                <a:ext uri="{FF2B5EF4-FFF2-40B4-BE49-F238E27FC236}">
                  <a16:creationId xmlns:a16="http://schemas.microsoft.com/office/drawing/2014/main" id="{BB2D35BF-2855-A615-5FCE-A02E2680A0E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74" name="그룹 1773">
            <a:extLst>
              <a:ext uri="{FF2B5EF4-FFF2-40B4-BE49-F238E27FC236}">
                <a16:creationId xmlns:a16="http://schemas.microsoft.com/office/drawing/2014/main" id="{EDE49AF3-AD29-6704-B686-FAA0C38FAEFD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35813" y="556494"/>
            <a:ext cx="148067" cy="108000"/>
            <a:chOff x="7409659" y="2902132"/>
            <a:chExt cx="317047" cy="239471"/>
          </a:xfrm>
        </p:grpSpPr>
        <p:grpSp>
          <p:nvGrpSpPr>
            <p:cNvPr id="1775" name="그룹 1774">
              <a:extLst>
                <a:ext uri="{FF2B5EF4-FFF2-40B4-BE49-F238E27FC236}">
                  <a16:creationId xmlns:a16="http://schemas.microsoft.com/office/drawing/2014/main" id="{8DFD197F-1594-DF34-9B7F-4DB1F54882C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8" name="직선 연결선 322">
                <a:extLst>
                  <a:ext uri="{FF2B5EF4-FFF2-40B4-BE49-F238E27FC236}">
                    <a16:creationId xmlns:a16="http://schemas.microsoft.com/office/drawing/2014/main" id="{E30B28B5-2156-1AE6-8130-25F438B0F58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9" name="직선 연결선 323">
                <a:extLst>
                  <a:ext uri="{FF2B5EF4-FFF2-40B4-BE49-F238E27FC236}">
                    <a16:creationId xmlns:a16="http://schemas.microsoft.com/office/drawing/2014/main" id="{B3F8AA34-D680-1A1F-85F3-47C7F8A3C2D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0" name="직선 연결선 324">
                <a:extLst>
                  <a:ext uri="{FF2B5EF4-FFF2-40B4-BE49-F238E27FC236}">
                    <a16:creationId xmlns:a16="http://schemas.microsoft.com/office/drawing/2014/main" id="{45CCFDB4-F72E-D5C8-8980-0BCFB06B51E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76" name="직선 연결선 326">
              <a:extLst>
                <a:ext uri="{FF2B5EF4-FFF2-40B4-BE49-F238E27FC236}">
                  <a16:creationId xmlns:a16="http://schemas.microsoft.com/office/drawing/2014/main" id="{3C98E187-DEBE-9CF6-5A77-D58E085AF1E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7" name="타원 1776">
              <a:extLst>
                <a:ext uri="{FF2B5EF4-FFF2-40B4-BE49-F238E27FC236}">
                  <a16:creationId xmlns:a16="http://schemas.microsoft.com/office/drawing/2014/main" id="{330795EE-F339-0C53-F233-7FBD0019EAE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1" name="그룹 1780">
            <a:extLst>
              <a:ext uri="{FF2B5EF4-FFF2-40B4-BE49-F238E27FC236}">
                <a16:creationId xmlns:a16="http://schemas.microsoft.com/office/drawing/2014/main" id="{43C5B0A0-1BB7-8610-EB59-44F451F2EB0F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91607" y="1461750"/>
            <a:ext cx="148067" cy="108000"/>
            <a:chOff x="7409659" y="2902132"/>
            <a:chExt cx="317047" cy="239471"/>
          </a:xfrm>
        </p:grpSpPr>
        <p:grpSp>
          <p:nvGrpSpPr>
            <p:cNvPr id="1782" name="그룹 1781">
              <a:extLst>
                <a:ext uri="{FF2B5EF4-FFF2-40B4-BE49-F238E27FC236}">
                  <a16:creationId xmlns:a16="http://schemas.microsoft.com/office/drawing/2014/main" id="{9670238B-265F-635E-1A4D-59DAEAE5C5B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85" name="직선 연결선 322">
                <a:extLst>
                  <a:ext uri="{FF2B5EF4-FFF2-40B4-BE49-F238E27FC236}">
                    <a16:creationId xmlns:a16="http://schemas.microsoft.com/office/drawing/2014/main" id="{873DABC6-2D1A-E6DD-453F-EE2DCD87524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6" name="직선 연결선 323">
                <a:extLst>
                  <a:ext uri="{FF2B5EF4-FFF2-40B4-BE49-F238E27FC236}">
                    <a16:creationId xmlns:a16="http://schemas.microsoft.com/office/drawing/2014/main" id="{8CB222A8-2BD7-BB1B-3B3C-9FCC542C8F0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7" name="직선 연결선 324">
                <a:extLst>
                  <a:ext uri="{FF2B5EF4-FFF2-40B4-BE49-F238E27FC236}">
                    <a16:creationId xmlns:a16="http://schemas.microsoft.com/office/drawing/2014/main" id="{E7F68BFA-8C98-E61B-6A8D-27042FE910C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83" name="직선 연결선 326">
              <a:extLst>
                <a:ext uri="{FF2B5EF4-FFF2-40B4-BE49-F238E27FC236}">
                  <a16:creationId xmlns:a16="http://schemas.microsoft.com/office/drawing/2014/main" id="{210A2213-4731-3628-0817-8F3B40FC361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84" name="타원 1783">
              <a:extLst>
                <a:ext uri="{FF2B5EF4-FFF2-40B4-BE49-F238E27FC236}">
                  <a16:creationId xmlns:a16="http://schemas.microsoft.com/office/drawing/2014/main" id="{7CCAD30B-8E38-891C-0042-F1442CAE700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8" name="그룹 1787">
            <a:extLst>
              <a:ext uri="{FF2B5EF4-FFF2-40B4-BE49-F238E27FC236}">
                <a16:creationId xmlns:a16="http://schemas.microsoft.com/office/drawing/2014/main" id="{75882053-0BF9-26EE-EC0A-293A9744725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8499" y="5658592"/>
            <a:ext cx="148067" cy="108000"/>
            <a:chOff x="7409659" y="2902132"/>
            <a:chExt cx="317047" cy="239471"/>
          </a:xfrm>
        </p:grpSpPr>
        <p:grpSp>
          <p:nvGrpSpPr>
            <p:cNvPr id="1789" name="그룹 1788">
              <a:extLst>
                <a:ext uri="{FF2B5EF4-FFF2-40B4-BE49-F238E27FC236}">
                  <a16:creationId xmlns:a16="http://schemas.microsoft.com/office/drawing/2014/main" id="{2B44E86B-D324-2314-D371-A791593CDC0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2" name="직선 연결선 322">
                <a:extLst>
                  <a:ext uri="{FF2B5EF4-FFF2-40B4-BE49-F238E27FC236}">
                    <a16:creationId xmlns:a16="http://schemas.microsoft.com/office/drawing/2014/main" id="{C9E82910-6E0A-9C9C-4187-887ECA468B5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3" name="직선 연결선 323">
                <a:extLst>
                  <a:ext uri="{FF2B5EF4-FFF2-40B4-BE49-F238E27FC236}">
                    <a16:creationId xmlns:a16="http://schemas.microsoft.com/office/drawing/2014/main" id="{DD57EB00-465D-D8C6-B69D-C1C3ADD95F8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4" name="직선 연결선 324">
                <a:extLst>
                  <a:ext uri="{FF2B5EF4-FFF2-40B4-BE49-F238E27FC236}">
                    <a16:creationId xmlns:a16="http://schemas.microsoft.com/office/drawing/2014/main" id="{38B117E5-1F50-3A18-27D9-5E46DCFF32F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0" name="직선 연결선 326">
              <a:extLst>
                <a:ext uri="{FF2B5EF4-FFF2-40B4-BE49-F238E27FC236}">
                  <a16:creationId xmlns:a16="http://schemas.microsoft.com/office/drawing/2014/main" id="{4092477E-5C60-2A1C-922C-8F77F3DE423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1" name="타원 1790">
              <a:extLst>
                <a:ext uri="{FF2B5EF4-FFF2-40B4-BE49-F238E27FC236}">
                  <a16:creationId xmlns:a16="http://schemas.microsoft.com/office/drawing/2014/main" id="{F4655EAD-7481-697A-9DFA-DEB24D3C346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95" name="그룹 1794">
            <a:extLst>
              <a:ext uri="{FF2B5EF4-FFF2-40B4-BE49-F238E27FC236}">
                <a16:creationId xmlns:a16="http://schemas.microsoft.com/office/drawing/2014/main" id="{7307E1F4-FF2D-E42D-64D8-D672CF33B9FE}"/>
              </a:ext>
            </a:extLst>
          </p:cNvPr>
          <p:cNvGrpSpPr>
            <a:grpSpLocks noChangeAspect="1"/>
          </p:cNvGrpSpPr>
          <p:nvPr/>
        </p:nvGrpSpPr>
        <p:grpSpPr>
          <a:xfrm>
            <a:off x="5590097" y="4759125"/>
            <a:ext cx="148067" cy="108000"/>
            <a:chOff x="7409659" y="2902132"/>
            <a:chExt cx="317047" cy="239471"/>
          </a:xfrm>
        </p:grpSpPr>
        <p:grpSp>
          <p:nvGrpSpPr>
            <p:cNvPr id="1796" name="그룹 1795">
              <a:extLst>
                <a:ext uri="{FF2B5EF4-FFF2-40B4-BE49-F238E27FC236}">
                  <a16:creationId xmlns:a16="http://schemas.microsoft.com/office/drawing/2014/main" id="{197CC3BD-B6C9-53B6-22BC-C7CE3ACDE8D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9" name="직선 연결선 322">
                <a:extLst>
                  <a:ext uri="{FF2B5EF4-FFF2-40B4-BE49-F238E27FC236}">
                    <a16:creationId xmlns:a16="http://schemas.microsoft.com/office/drawing/2014/main" id="{75AA42C5-A33D-E35C-EC81-F2BE4C01A27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0" name="직선 연결선 323">
                <a:extLst>
                  <a:ext uri="{FF2B5EF4-FFF2-40B4-BE49-F238E27FC236}">
                    <a16:creationId xmlns:a16="http://schemas.microsoft.com/office/drawing/2014/main" id="{11AE24BB-20A0-8258-917D-944DB946C1D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1" name="직선 연결선 324">
                <a:extLst>
                  <a:ext uri="{FF2B5EF4-FFF2-40B4-BE49-F238E27FC236}">
                    <a16:creationId xmlns:a16="http://schemas.microsoft.com/office/drawing/2014/main" id="{72B981E1-1C6D-41B3-8719-37CAF2EFBD5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7" name="직선 연결선 326">
              <a:extLst>
                <a:ext uri="{FF2B5EF4-FFF2-40B4-BE49-F238E27FC236}">
                  <a16:creationId xmlns:a16="http://schemas.microsoft.com/office/drawing/2014/main" id="{56C51347-821A-2F48-6144-A330B6B9F91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8" name="타원 1797">
              <a:extLst>
                <a:ext uri="{FF2B5EF4-FFF2-40B4-BE49-F238E27FC236}">
                  <a16:creationId xmlns:a16="http://schemas.microsoft.com/office/drawing/2014/main" id="{79F6BF93-0547-59C7-CA13-AF38FF0CEA0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2" name="그룹 1801">
            <a:extLst>
              <a:ext uri="{FF2B5EF4-FFF2-40B4-BE49-F238E27FC236}">
                <a16:creationId xmlns:a16="http://schemas.microsoft.com/office/drawing/2014/main" id="{F4B7AA91-DC4E-7E7C-5B3E-C2D59CFDC971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143906" y="4468826"/>
            <a:ext cx="148067" cy="108000"/>
            <a:chOff x="7409659" y="2902132"/>
            <a:chExt cx="317047" cy="239471"/>
          </a:xfrm>
        </p:grpSpPr>
        <p:grpSp>
          <p:nvGrpSpPr>
            <p:cNvPr id="1803" name="그룹 1802">
              <a:extLst>
                <a:ext uri="{FF2B5EF4-FFF2-40B4-BE49-F238E27FC236}">
                  <a16:creationId xmlns:a16="http://schemas.microsoft.com/office/drawing/2014/main" id="{42FD462C-41CF-5869-4A99-0AF9392392C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06" name="직선 연결선 322">
                <a:extLst>
                  <a:ext uri="{FF2B5EF4-FFF2-40B4-BE49-F238E27FC236}">
                    <a16:creationId xmlns:a16="http://schemas.microsoft.com/office/drawing/2014/main" id="{BB5CB84B-5F87-76C5-EAFD-41842149A49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7" name="직선 연결선 323">
                <a:extLst>
                  <a:ext uri="{FF2B5EF4-FFF2-40B4-BE49-F238E27FC236}">
                    <a16:creationId xmlns:a16="http://schemas.microsoft.com/office/drawing/2014/main" id="{592C6C87-0CC1-97C5-F528-45F0C6E56FF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8" name="직선 연결선 324">
                <a:extLst>
                  <a:ext uri="{FF2B5EF4-FFF2-40B4-BE49-F238E27FC236}">
                    <a16:creationId xmlns:a16="http://schemas.microsoft.com/office/drawing/2014/main" id="{861889BD-DD96-5A93-F0E8-24C3D1B2D20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04" name="직선 연결선 326">
              <a:extLst>
                <a:ext uri="{FF2B5EF4-FFF2-40B4-BE49-F238E27FC236}">
                  <a16:creationId xmlns:a16="http://schemas.microsoft.com/office/drawing/2014/main" id="{6379293D-B9AE-F33F-F1DE-4D41D1A77D9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05" name="타원 1804">
              <a:extLst>
                <a:ext uri="{FF2B5EF4-FFF2-40B4-BE49-F238E27FC236}">
                  <a16:creationId xmlns:a16="http://schemas.microsoft.com/office/drawing/2014/main" id="{07851762-CC6E-F292-9839-6137746E375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9" name="그룹 1808">
            <a:extLst>
              <a:ext uri="{FF2B5EF4-FFF2-40B4-BE49-F238E27FC236}">
                <a16:creationId xmlns:a16="http://schemas.microsoft.com/office/drawing/2014/main" id="{573A864D-6E2C-82DC-B8A4-3E7809BFA8A3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20071" y="5332821"/>
            <a:ext cx="148067" cy="108000"/>
            <a:chOff x="7409659" y="2902132"/>
            <a:chExt cx="317047" cy="239471"/>
          </a:xfrm>
        </p:grpSpPr>
        <p:grpSp>
          <p:nvGrpSpPr>
            <p:cNvPr id="1810" name="그룹 1809">
              <a:extLst>
                <a:ext uri="{FF2B5EF4-FFF2-40B4-BE49-F238E27FC236}">
                  <a16:creationId xmlns:a16="http://schemas.microsoft.com/office/drawing/2014/main" id="{DBBF9E38-2C9C-F868-35F3-5B11A5C5D78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13" name="직선 연결선 322">
                <a:extLst>
                  <a:ext uri="{FF2B5EF4-FFF2-40B4-BE49-F238E27FC236}">
                    <a16:creationId xmlns:a16="http://schemas.microsoft.com/office/drawing/2014/main" id="{BBEB399F-695B-DB4B-A9E9-F1A017CA6C1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4" name="직선 연결선 323">
                <a:extLst>
                  <a:ext uri="{FF2B5EF4-FFF2-40B4-BE49-F238E27FC236}">
                    <a16:creationId xmlns:a16="http://schemas.microsoft.com/office/drawing/2014/main" id="{AEE64B5E-DC31-2F1C-600F-81B2ABA85F5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5" name="직선 연결선 324">
                <a:extLst>
                  <a:ext uri="{FF2B5EF4-FFF2-40B4-BE49-F238E27FC236}">
                    <a16:creationId xmlns:a16="http://schemas.microsoft.com/office/drawing/2014/main" id="{6D0C2851-993F-AD02-979D-536966CE1BA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1" name="직선 연결선 326">
              <a:extLst>
                <a:ext uri="{FF2B5EF4-FFF2-40B4-BE49-F238E27FC236}">
                  <a16:creationId xmlns:a16="http://schemas.microsoft.com/office/drawing/2014/main" id="{120E853F-DF63-A47F-65A4-815009C45C4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2" name="타원 1811">
              <a:extLst>
                <a:ext uri="{FF2B5EF4-FFF2-40B4-BE49-F238E27FC236}">
                  <a16:creationId xmlns:a16="http://schemas.microsoft.com/office/drawing/2014/main" id="{C0BD75F5-3532-128B-3FA3-14E70C3B457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16" name="그룹 1815">
            <a:extLst>
              <a:ext uri="{FF2B5EF4-FFF2-40B4-BE49-F238E27FC236}">
                <a16:creationId xmlns:a16="http://schemas.microsoft.com/office/drawing/2014/main" id="{180532D1-D062-27B0-6454-77DEBF63E454}"/>
              </a:ext>
            </a:extLst>
          </p:cNvPr>
          <p:cNvGrpSpPr>
            <a:grpSpLocks noChangeAspect="1"/>
          </p:cNvGrpSpPr>
          <p:nvPr/>
        </p:nvGrpSpPr>
        <p:grpSpPr>
          <a:xfrm>
            <a:off x="4843039" y="5500842"/>
            <a:ext cx="148067" cy="108000"/>
            <a:chOff x="7409659" y="2902132"/>
            <a:chExt cx="317047" cy="239471"/>
          </a:xfrm>
        </p:grpSpPr>
        <p:grpSp>
          <p:nvGrpSpPr>
            <p:cNvPr id="1817" name="그룹 1816">
              <a:extLst>
                <a:ext uri="{FF2B5EF4-FFF2-40B4-BE49-F238E27FC236}">
                  <a16:creationId xmlns:a16="http://schemas.microsoft.com/office/drawing/2014/main" id="{EBB439EB-BD4A-E5C6-975F-8661EA10D57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0" name="직선 연결선 322">
                <a:extLst>
                  <a:ext uri="{FF2B5EF4-FFF2-40B4-BE49-F238E27FC236}">
                    <a16:creationId xmlns:a16="http://schemas.microsoft.com/office/drawing/2014/main" id="{8FEA8D20-22BA-8D21-18A4-AFAC43ED7AA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1" name="직선 연결선 323">
                <a:extLst>
                  <a:ext uri="{FF2B5EF4-FFF2-40B4-BE49-F238E27FC236}">
                    <a16:creationId xmlns:a16="http://schemas.microsoft.com/office/drawing/2014/main" id="{9497AE02-521A-8D92-538A-D01B311A103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2" name="직선 연결선 324">
                <a:extLst>
                  <a:ext uri="{FF2B5EF4-FFF2-40B4-BE49-F238E27FC236}">
                    <a16:creationId xmlns:a16="http://schemas.microsoft.com/office/drawing/2014/main" id="{D783BA72-FE02-2BF2-FA59-C815034D6A4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8" name="직선 연결선 326">
              <a:extLst>
                <a:ext uri="{FF2B5EF4-FFF2-40B4-BE49-F238E27FC236}">
                  <a16:creationId xmlns:a16="http://schemas.microsoft.com/office/drawing/2014/main" id="{68A9997A-E129-9D82-ABAF-118FC7CF5AE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9" name="타원 1818">
              <a:extLst>
                <a:ext uri="{FF2B5EF4-FFF2-40B4-BE49-F238E27FC236}">
                  <a16:creationId xmlns:a16="http://schemas.microsoft.com/office/drawing/2014/main" id="{C85775DC-AC3D-CBAC-31E4-777030B280A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23" name="그룹 1822">
            <a:extLst>
              <a:ext uri="{FF2B5EF4-FFF2-40B4-BE49-F238E27FC236}">
                <a16:creationId xmlns:a16="http://schemas.microsoft.com/office/drawing/2014/main" id="{A2E06609-97D2-6DAF-EE77-512C29BB847E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19239" y="4155496"/>
            <a:ext cx="148067" cy="108000"/>
            <a:chOff x="7409659" y="2902132"/>
            <a:chExt cx="317047" cy="239471"/>
          </a:xfrm>
        </p:grpSpPr>
        <p:grpSp>
          <p:nvGrpSpPr>
            <p:cNvPr id="1824" name="그룹 1823">
              <a:extLst>
                <a:ext uri="{FF2B5EF4-FFF2-40B4-BE49-F238E27FC236}">
                  <a16:creationId xmlns:a16="http://schemas.microsoft.com/office/drawing/2014/main" id="{4EA5BF3F-861E-00AB-D9D1-F57FC4F3041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7" name="직선 연결선 322">
                <a:extLst>
                  <a:ext uri="{FF2B5EF4-FFF2-40B4-BE49-F238E27FC236}">
                    <a16:creationId xmlns:a16="http://schemas.microsoft.com/office/drawing/2014/main" id="{E899D536-0DC6-0EBB-5C8F-DC4A865DF1C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8" name="직선 연결선 323">
                <a:extLst>
                  <a:ext uri="{FF2B5EF4-FFF2-40B4-BE49-F238E27FC236}">
                    <a16:creationId xmlns:a16="http://schemas.microsoft.com/office/drawing/2014/main" id="{D3D2C723-469B-B6DB-5217-E8AE6DC9CC5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9" name="직선 연결선 324">
                <a:extLst>
                  <a:ext uri="{FF2B5EF4-FFF2-40B4-BE49-F238E27FC236}">
                    <a16:creationId xmlns:a16="http://schemas.microsoft.com/office/drawing/2014/main" id="{61214258-AE71-B4A6-0068-FBB857F1245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25" name="직선 연결선 326">
              <a:extLst>
                <a:ext uri="{FF2B5EF4-FFF2-40B4-BE49-F238E27FC236}">
                  <a16:creationId xmlns:a16="http://schemas.microsoft.com/office/drawing/2014/main" id="{C17F045B-BFFC-B84C-62EB-4CE89EA1346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26" name="타원 1825">
              <a:extLst>
                <a:ext uri="{FF2B5EF4-FFF2-40B4-BE49-F238E27FC236}">
                  <a16:creationId xmlns:a16="http://schemas.microsoft.com/office/drawing/2014/main" id="{E4448198-79AE-BCBA-23A2-70265A2D15B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0" name="그룹 1829">
            <a:extLst>
              <a:ext uri="{FF2B5EF4-FFF2-40B4-BE49-F238E27FC236}">
                <a16:creationId xmlns:a16="http://schemas.microsoft.com/office/drawing/2014/main" id="{8D8A25B8-25CA-534F-4372-447B405C0FE6}"/>
              </a:ext>
            </a:extLst>
          </p:cNvPr>
          <p:cNvGrpSpPr>
            <a:grpSpLocks noChangeAspect="1"/>
          </p:cNvGrpSpPr>
          <p:nvPr/>
        </p:nvGrpSpPr>
        <p:grpSpPr>
          <a:xfrm>
            <a:off x="9004861" y="1086714"/>
            <a:ext cx="148067" cy="108000"/>
            <a:chOff x="7409659" y="2902132"/>
            <a:chExt cx="317047" cy="239471"/>
          </a:xfrm>
        </p:grpSpPr>
        <p:grpSp>
          <p:nvGrpSpPr>
            <p:cNvPr id="1831" name="그룹 1830">
              <a:extLst>
                <a:ext uri="{FF2B5EF4-FFF2-40B4-BE49-F238E27FC236}">
                  <a16:creationId xmlns:a16="http://schemas.microsoft.com/office/drawing/2014/main" id="{25F218DB-2CA2-091B-605C-160451DE143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34" name="직선 연결선 322">
                <a:extLst>
                  <a:ext uri="{FF2B5EF4-FFF2-40B4-BE49-F238E27FC236}">
                    <a16:creationId xmlns:a16="http://schemas.microsoft.com/office/drawing/2014/main" id="{BBD5095B-3A96-0470-EA19-88A5B00FE69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5" name="직선 연결선 323">
                <a:extLst>
                  <a:ext uri="{FF2B5EF4-FFF2-40B4-BE49-F238E27FC236}">
                    <a16:creationId xmlns:a16="http://schemas.microsoft.com/office/drawing/2014/main" id="{2CDB7071-88AC-86E7-5428-BC738EF02D8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6" name="직선 연결선 324">
                <a:extLst>
                  <a:ext uri="{FF2B5EF4-FFF2-40B4-BE49-F238E27FC236}">
                    <a16:creationId xmlns:a16="http://schemas.microsoft.com/office/drawing/2014/main" id="{6945ED92-2C32-8C1A-AC6F-7ADF072973C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2" name="직선 연결선 326">
              <a:extLst>
                <a:ext uri="{FF2B5EF4-FFF2-40B4-BE49-F238E27FC236}">
                  <a16:creationId xmlns:a16="http://schemas.microsoft.com/office/drawing/2014/main" id="{051FE62A-9165-497C-61C4-CCFB9C05541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33" name="타원 1832">
              <a:extLst>
                <a:ext uri="{FF2B5EF4-FFF2-40B4-BE49-F238E27FC236}">
                  <a16:creationId xmlns:a16="http://schemas.microsoft.com/office/drawing/2014/main" id="{EC7A775C-5E22-6109-586F-5A9CE3B54A9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7" name="그룹 1836">
            <a:extLst>
              <a:ext uri="{FF2B5EF4-FFF2-40B4-BE49-F238E27FC236}">
                <a16:creationId xmlns:a16="http://schemas.microsoft.com/office/drawing/2014/main" id="{1CDD7CD7-49DA-B118-B52E-67858F9B5CDA}"/>
              </a:ext>
            </a:extLst>
          </p:cNvPr>
          <p:cNvGrpSpPr>
            <a:grpSpLocks noChangeAspect="1"/>
          </p:cNvGrpSpPr>
          <p:nvPr/>
        </p:nvGrpSpPr>
        <p:grpSpPr>
          <a:xfrm>
            <a:off x="9000094" y="1243877"/>
            <a:ext cx="148067" cy="108000"/>
            <a:chOff x="7409659" y="2902132"/>
            <a:chExt cx="317047" cy="239471"/>
          </a:xfrm>
        </p:grpSpPr>
        <p:grpSp>
          <p:nvGrpSpPr>
            <p:cNvPr id="1838" name="그룹 1837">
              <a:extLst>
                <a:ext uri="{FF2B5EF4-FFF2-40B4-BE49-F238E27FC236}">
                  <a16:creationId xmlns:a16="http://schemas.microsoft.com/office/drawing/2014/main" id="{97125CDC-BA2D-773B-6B3B-CD26C72A4E2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1" name="직선 연결선 322">
                <a:extLst>
                  <a:ext uri="{FF2B5EF4-FFF2-40B4-BE49-F238E27FC236}">
                    <a16:creationId xmlns:a16="http://schemas.microsoft.com/office/drawing/2014/main" id="{493584F7-3930-DA9F-82D7-E7FE107587E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2" name="직선 연결선 323">
                <a:extLst>
                  <a:ext uri="{FF2B5EF4-FFF2-40B4-BE49-F238E27FC236}">
                    <a16:creationId xmlns:a16="http://schemas.microsoft.com/office/drawing/2014/main" id="{F31F41C4-DD05-B6A7-12AD-EACFA7039CE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3" name="직선 연결선 324">
                <a:extLst>
                  <a:ext uri="{FF2B5EF4-FFF2-40B4-BE49-F238E27FC236}">
                    <a16:creationId xmlns:a16="http://schemas.microsoft.com/office/drawing/2014/main" id="{B506B57B-F757-1EAD-202F-2EAEE36E182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9" name="직선 연결선 326">
              <a:extLst>
                <a:ext uri="{FF2B5EF4-FFF2-40B4-BE49-F238E27FC236}">
                  <a16:creationId xmlns:a16="http://schemas.microsoft.com/office/drawing/2014/main" id="{4F7CC3EF-F065-7B07-47C0-2F82E3C0AAB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0" name="타원 1839">
              <a:extLst>
                <a:ext uri="{FF2B5EF4-FFF2-40B4-BE49-F238E27FC236}">
                  <a16:creationId xmlns:a16="http://schemas.microsoft.com/office/drawing/2014/main" id="{2F8189FD-C1A4-48AD-A393-907E49033D5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44" name="그룹 1843">
            <a:extLst>
              <a:ext uri="{FF2B5EF4-FFF2-40B4-BE49-F238E27FC236}">
                <a16:creationId xmlns:a16="http://schemas.microsoft.com/office/drawing/2014/main" id="{30CBC18C-F70F-21C2-BED6-B9B3B135A0E7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747310" y="2361483"/>
            <a:ext cx="148067" cy="108000"/>
            <a:chOff x="7409659" y="2902132"/>
            <a:chExt cx="317047" cy="239471"/>
          </a:xfrm>
        </p:grpSpPr>
        <p:grpSp>
          <p:nvGrpSpPr>
            <p:cNvPr id="1845" name="그룹 1844">
              <a:extLst>
                <a:ext uri="{FF2B5EF4-FFF2-40B4-BE49-F238E27FC236}">
                  <a16:creationId xmlns:a16="http://schemas.microsoft.com/office/drawing/2014/main" id="{6CB0C38A-1D26-D221-F787-749BC4A87A6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8" name="직선 연결선 322">
                <a:extLst>
                  <a:ext uri="{FF2B5EF4-FFF2-40B4-BE49-F238E27FC236}">
                    <a16:creationId xmlns:a16="http://schemas.microsoft.com/office/drawing/2014/main" id="{5A78F0A6-B19D-6C81-232D-13419FB37EA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9" name="직선 연결선 323">
                <a:extLst>
                  <a:ext uri="{FF2B5EF4-FFF2-40B4-BE49-F238E27FC236}">
                    <a16:creationId xmlns:a16="http://schemas.microsoft.com/office/drawing/2014/main" id="{7285DF41-249A-3D11-E9E4-36108C54679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0" name="직선 연결선 324">
                <a:extLst>
                  <a:ext uri="{FF2B5EF4-FFF2-40B4-BE49-F238E27FC236}">
                    <a16:creationId xmlns:a16="http://schemas.microsoft.com/office/drawing/2014/main" id="{BD6E761C-C48D-8BD6-5875-A89B5703237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46" name="직선 연결선 326">
              <a:extLst>
                <a:ext uri="{FF2B5EF4-FFF2-40B4-BE49-F238E27FC236}">
                  <a16:creationId xmlns:a16="http://schemas.microsoft.com/office/drawing/2014/main" id="{0705BAE3-18DE-174F-CD41-F1F19C12CC4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7" name="타원 1846">
              <a:extLst>
                <a:ext uri="{FF2B5EF4-FFF2-40B4-BE49-F238E27FC236}">
                  <a16:creationId xmlns:a16="http://schemas.microsoft.com/office/drawing/2014/main" id="{FB9B35C0-3802-8F7C-31A1-35237822FD5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1" name="그룹 1850">
            <a:extLst>
              <a:ext uri="{FF2B5EF4-FFF2-40B4-BE49-F238E27FC236}">
                <a16:creationId xmlns:a16="http://schemas.microsoft.com/office/drawing/2014/main" id="{AAEDA50B-6E8F-D593-EE07-AD630F5F2919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934856" y="1781417"/>
            <a:ext cx="148067" cy="108000"/>
            <a:chOff x="7409659" y="2902132"/>
            <a:chExt cx="317047" cy="239471"/>
          </a:xfrm>
        </p:grpSpPr>
        <p:grpSp>
          <p:nvGrpSpPr>
            <p:cNvPr id="1852" name="그룹 1851">
              <a:extLst>
                <a:ext uri="{FF2B5EF4-FFF2-40B4-BE49-F238E27FC236}">
                  <a16:creationId xmlns:a16="http://schemas.microsoft.com/office/drawing/2014/main" id="{97CBEB83-C556-B5BB-1459-428104B5BA8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55" name="직선 연결선 322">
                <a:extLst>
                  <a:ext uri="{FF2B5EF4-FFF2-40B4-BE49-F238E27FC236}">
                    <a16:creationId xmlns:a16="http://schemas.microsoft.com/office/drawing/2014/main" id="{6DD1DC98-DF8F-CB90-B417-2A29ADB6074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6" name="직선 연결선 323">
                <a:extLst>
                  <a:ext uri="{FF2B5EF4-FFF2-40B4-BE49-F238E27FC236}">
                    <a16:creationId xmlns:a16="http://schemas.microsoft.com/office/drawing/2014/main" id="{32AF42E0-0AC1-D44D-1BC8-E3174918054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7" name="직선 연결선 324">
                <a:extLst>
                  <a:ext uri="{FF2B5EF4-FFF2-40B4-BE49-F238E27FC236}">
                    <a16:creationId xmlns:a16="http://schemas.microsoft.com/office/drawing/2014/main" id="{385D234A-40B0-3B8F-F4E9-601A61ED9A7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53" name="직선 연결선 326">
              <a:extLst>
                <a:ext uri="{FF2B5EF4-FFF2-40B4-BE49-F238E27FC236}">
                  <a16:creationId xmlns:a16="http://schemas.microsoft.com/office/drawing/2014/main" id="{E5CBA5B7-E97D-594D-86FB-9D67B789F4D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54" name="타원 1853">
              <a:extLst>
                <a:ext uri="{FF2B5EF4-FFF2-40B4-BE49-F238E27FC236}">
                  <a16:creationId xmlns:a16="http://schemas.microsoft.com/office/drawing/2014/main" id="{D7F4D3C2-0F0A-5EAE-D6B5-634A6A29A04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8" name="그룹 1857">
            <a:extLst>
              <a:ext uri="{FF2B5EF4-FFF2-40B4-BE49-F238E27FC236}">
                <a16:creationId xmlns:a16="http://schemas.microsoft.com/office/drawing/2014/main" id="{15787F8A-BF73-AB21-2683-ADB67745BE19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153872" y="6207475"/>
            <a:ext cx="148067" cy="108000"/>
            <a:chOff x="7409659" y="2902132"/>
            <a:chExt cx="317047" cy="239471"/>
          </a:xfrm>
        </p:grpSpPr>
        <p:grpSp>
          <p:nvGrpSpPr>
            <p:cNvPr id="1859" name="그룹 1858">
              <a:extLst>
                <a:ext uri="{FF2B5EF4-FFF2-40B4-BE49-F238E27FC236}">
                  <a16:creationId xmlns:a16="http://schemas.microsoft.com/office/drawing/2014/main" id="{D2201F85-3DFB-5A79-AC98-5D58661DAA7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2" name="직선 연결선 322">
                <a:extLst>
                  <a:ext uri="{FF2B5EF4-FFF2-40B4-BE49-F238E27FC236}">
                    <a16:creationId xmlns:a16="http://schemas.microsoft.com/office/drawing/2014/main" id="{C7821DC7-D5D1-A785-E783-A583699616D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3" name="직선 연결선 323">
                <a:extLst>
                  <a:ext uri="{FF2B5EF4-FFF2-40B4-BE49-F238E27FC236}">
                    <a16:creationId xmlns:a16="http://schemas.microsoft.com/office/drawing/2014/main" id="{96F8F2CD-A47F-5319-314C-D943E1B1493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4" name="직선 연결선 324">
                <a:extLst>
                  <a:ext uri="{FF2B5EF4-FFF2-40B4-BE49-F238E27FC236}">
                    <a16:creationId xmlns:a16="http://schemas.microsoft.com/office/drawing/2014/main" id="{44E2FA2A-3300-606D-EC20-B0C911414B4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0" name="직선 연결선 326">
              <a:extLst>
                <a:ext uri="{FF2B5EF4-FFF2-40B4-BE49-F238E27FC236}">
                  <a16:creationId xmlns:a16="http://schemas.microsoft.com/office/drawing/2014/main" id="{417ECC92-EC2B-5500-B916-E31588DFB0C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1" name="타원 1860">
              <a:extLst>
                <a:ext uri="{FF2B5EF4-FFF2-40B4-BE49-F238E27FC236}">
                  <a16:creationId xmlns:a16="http://schemas.microsoft.com/office/drawing/2014/main" id="{51EA4D40-E9F7-1E71-EA5F-A44D49AFCFD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65" name="그룹 1864">
            <a:extLst>
              <a:ext uri="{FF2B5EF4-FFF2-40B4-BE49-F238E27FC236}">
                <a16:creationId xmlns:a16="http://schemas.microsoft.com/office/drawing/2014/main" id="{BA70898E-406B-B1B3-49F4-B275CE70109B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6019" y="6073546"/>
            <a:ext cx="148067" cy="108000"/>
            <a:chOff x="7409659" y="2902132"/>
            <a:chExt cx="317047" cy="239471"/>
          </a:xfrm>
        </p:grpSpPr>
        <p:grpSp>
          <p:nvGrpSpPr>
            <p:cNvPr id="1866" name="그룹 1865">
              <a:extLst>
                <a:ext uri="{FF2B5EF4-FFF2-40B4-BE49-F238E27FC236}">
                  <a16:creationId xmlns:a16="http://schemas.microsoft.com/office/drawing/2014/main" id="{EB8CCED6-85AC-4307-6951-3E19B79BF47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9" name="직선 연결선 322">
                <a:extLst>
                  <a:ext uri="{FF2B5EF4-FFF2-40B4-BE49-F238E27FC236}">
                    <a16:creationId xmlns:a16="http://schemas.microsoft.com/office/drawing/2014/main" id="{5EFD3BEC-8F47-5E2B-29AE-44C4B69D57A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0" name="직선 연결선 323">
                <a:extLst>
                  <a:ext uri="{FF2B5EF4-FFF2-40B4-BE49-F238E27FC236}">
                    <a16:creationId xmlns:a16="http://schemas.microsoft.com/office/drawing/2014/main" id="{85899B76-60AC-7155-BA86-D8611DAAABE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1" name="직선 연결선 324">
                <a:extLst>
                  <a:ext uri="{FF2B5EF4-FFF2-40B4-BE49-F238E27FC236}">
                    <a16:creationId xmlns:a16="http://schemas.microsoft.com/office/drawing/2014/main" id="{0815CDC6-2885-027C-C930-8FFBB665DB2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7" name="직선 연결선 326">
              <a:extLst>
                <a:ext uri="{FF2B5EF4-FFF2-40B4-BE49-F238E27FC236}">
                  <a16:creationId xmlns:a16="http://schemas.microsoft.com/office/drawing/2014/main" id="{101751B9-D9C6-579D-1968-32223678A3C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8" name="타원 1867">
              <a:extLst>
                <a:ext uri="{FF2B5EF4-FFF2-40B4-BE49-F238E27FC236}">
                  <a16:creationId xmlns:a16="http://schemas.microsoft.com/office/drawing/2014/main" id="{D78F20C5-BBBF-B32D-60F2-00938E69F32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2" name="그룹 1871">
            <a:extLst>
              <a:ext uri="{FF2B5EF4-FFF2-40B4-BE49-F238E27FC236}">
                <a16:creationId xmlns:a16="http://schemas.microsoft.com/office/drawing/2014/main" id="{9BE08FA8-1BA7-D75C-7A58-868FB6C7B8F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5506" y="5072535"/>
            <a:ext cx="148067" cy="108000"/>
            <a:chOff x="7409659" y="2902132"/>
            <a:chExt cx="317047" cy="239471"/>
          </a:xfrm>
        </p:grpSpPr>
        <p:grpSp>
          <p:nvGrpSpPr>
            <p:cNvPr id="1873" name="그룹 1872">
              <a:extLst>
                <a:ext uri="{FF2B5EF4-FFF2-40B4-BE49-F238E27FC236}">
                  <a16:creationId xmlns:a16="http://schemas.microsoft.com/office/drawing/2014/main" id="{9344EFA5-A636-7FE5-0351-FD9954A4D62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76" name="직선 연결선 322">
                <a:extLst>
                  <a:ext uri="{FF2B5EF4-FFF2-40B4-BE49-F238E27FC236}">
                    <a16:creationId xmlns:a16="http://schemas.microsoft.com/office/drawing/2014/main" id="{ACB8C9DB-6DC6-5E6B-79A7-369EB476EDA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7" name="직선 연결선 323">
                <a:extLst>
                  <a:ext uri="{FF2B5EF4-FFF2-40B4-BE49-F238E27FC236}">
                    <a16:creationId xmlns:a16="http://schemas.microsoft.com/office/drawing/2014/main" id="{41D4AE29-A1FC-7DE1-F18D-D7507566D74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8" name="직선 연결선 324">
                <a:extLst>
                  <a:ext uri="{FF2B5EF4-FFF2-40B4-BE49-F238E27FC236}">
                    <a16:creationId xmlns:a16="http://schemas.microsoft.com/office/drawing/2014/main" id="{11B208A7-AB40-E651-C39A-AA4AE69CBE4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74" name="직선 연결선 326">
              <a:extLst>
                <a:ext uri="{FF2B5EF4-FFF2-40B4-BE49-F238E27FC236}">
                  <a16:creationId xmlns:a16="http://schemas.microsoft.com/office/drawing/2014/main" id="{5DB06FA9-9620-DDFB-7E1C-13217C9F5DA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75" name="타원 1874">
              <a:extLst>
                <a:ext uri="{FF2B5EF4-FFF2-40B4-BE49-F238E27FC236}">
                  <a16:creationId xmlns:a16="http://schemas.microsoft.com/office/drawing/2014/main" id="{50BC9045-EEBC-4ADC-961C-966BC21E61F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9" name="그룹 1878">
            <a:extLst>
              <a:ext uri="{FF2B5EF4-FFF2-40B4-BE49-F238E27FC236}">
                <a16:creationId xmlns:a16="http://schemas.microsoft.com/office/drawing/2014/main" id="{7ADA9857-60D1-7C4E-B757-A4CCAA34004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33590" y="4456295"/>
            <a:ext cx="148067" cy="108000"/>
            <a:chOff x="7409659" y="2902132"/>
            <a:chExt cx="317047" cy="239471"/>
          </a:xfrm>
        </p:grpSpPr>
        <p:grpSp>
          <p:nvGrpSpPr>
            <p:cNvPr id="1880" name="그룹 1879">
              <a:extLst>
                <a:ext uri="{FF2B5EF4-FFF2-40B4-BE49-F238E27FC236}">
                  <a16:creationId xmlns:a16="http://schemas.microsoft.com/office/drawing/2014/main" id="{83D91DFB-4C81-F2D4-A425-6077FCC2032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83" name="직선 연결선 322">
                <a:extLst>
                  <a:ext uri="{FF2B5EF4-FFF2-40B4-BE49-F238E27FC236}">
                    <a16:creationId xmlns:a16="http://schemas.microsoft.com/office/drawing/2014/main" id="{FAA50646-F2C6-466E-6388-9089CCDDDAB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4" name="직선 연결선 323">
                <a:extLst>
                  <a:ext uri="{FF2B5EF4-FFF2-40B4-BE49-F238E27FC236}">
                    <a16:creationId xmlns:a16="http://schemas.microsoft.com/office/drawing/2014/main" id="{DE7C3790-64F0-28FE-94F3-39CF831C435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5" name="직선 연결선 324">
                <a:extLst>
                  <a:ext uri="{FF2B5EF4-FFF2-40B4-BE49-F238E27FC236}">
                    <a16:creationId xmlns:a16="http://schemas.microsoft.com/office/drawing/2014/main" id="{93E0D138-DE6C-36DE-1135-BE22A76B075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81" name="직선 연결선 326">
              <a:extLst>
                <a:ext uri="{FF2B5EF4-FFF2-40B4-BE49-F238E27FC236}">
                  <a16:creationId xmlns:a16="http://schemas.microsoft.com/office/drawing/2014/main" id="{47A1A194-A65E-2696-29E1-32CD06F5B0F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2" name="타원 1881">
              <a:extLst>
                <a:ext uri="{FF2B5EF4-FFF2-40B4-BE49-F238E27FC236}">
                  <a16:creationId xmlns:a16="http://schemas.microsoft.com/office/drawing/2014/main" id="{B8E5D6D4-695F-8CB6-EBB8-FCFA08A59F5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6" name="그룹 1885">
            <a:extLst>
              <a:ext uri="{FF2B5EF4-FFF2-40B4-BE49-F238E27FC236}">
                <a16:creationId xmlns:a16="http://schemas.microsoft.com/office/drawing/2014/main" id="{EBA50AD9-B5D3-61D5-D667-F2E2B40F896A}"/>
              </a:ext>
            </a:extLst>
          </p:cNvPr>
          <p:cNvGrpSpPr/>
          <p:nvPr/>
        </p:nvGrpSpPr>
        <p:grpSpPr>
          <a:xfrm rot="5400000">
            <a:off x="3962074" y="5338573"/>
            <a:ext cx="90979" cy="106796"/>
            <a:chOff x="4947906" y="3396192"/>
            <a:chExt cx="90979" cy="106796"/>
          </a:xfrm>
        </p:grpSpPr>
        <p:cxnSp>
          <p:nvCxnSpPr>
            <p:cNvPr id="1887" name="직선 연결선 326">
              <a:extLst>
                <a:ext uri="{FF2B5EF4-FFF2-40B4-BE49-F238E27FC236}">
                  <a16:creationId xmlns:a16="http://schemas.microsoft.com/office/drawing/2014/main" id="{61843872-4FFA-43E5-D301-6517CC468414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8" name="타원 1887">
              <a:extLst>
                <a:ext uri="{FF2B5EF4-FFF2-40B4-BE49-F238E27FC236}">
                  <a16:creationId xmlns:a16="http://schemas.microsoft.com/office/drawing/2014/main" id="{41BB611E-9769-DFF3-F713-6992E01778E9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9" name="그룹 1888">
            <a:extLst>
              <a:ext uri="{FF2B5EF4-FFF2-40B4-BE49-F238E27FC236}">
                <a16:creationId xmlns:a16="http://schemas.microsoft.com/office/drawing/2014/main" id="{A471C850-3A27-0C4A-B77C-25F2F5FA412B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041" y="5948625"/>
            <a:ext cx="148067" cy="108000"/>
            <a:chOff x="7409659" y="2902132"/>
            <a:chExt cx="317047" cy="239471"/>
          </a:xfrm>
        </p:grpSpPr>
        <p:grpSp>
          <p:nvGrpSpPr>
            <p:cNvPr id="1890" name="그룹 1889">
              <a:extLst>
                <a:ext uri="{FF2B5EF4-FFF2-40B4-BE49-F238E27FC236}">
                  <a16:creationId xmlns:a16="http://schemas.microsoft.com/office/drawing/2014/main" id="{1DE6EDCE-60BC-B983-00CC-366C6BA7C73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93" name="직선 연결선 322">
                <a:extLst>
                  <a:ext uri="{FF2B5EF4-FFF2-40B4-BE49-F238E27FC236}">
                    <a16:creationId xmlns:a16="http://schemas.microsoft.com/office/drawing/2014/main" id="{F399AE29-50CC-42F6-3FC6-6DC8995EB93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4" name="직선 연결선 323">
                <a:extLst>
                  <a:ext uri="{FF2B5EF4-FFF2-40B4-BE49-F238E27FC236}">
                    <a16:creationId xmlns:a16="http://schemas.microsoft.com/office/drawing/2014/main" id="{44996D3C-8DA7-BF64-C334-F55F167F190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5" name="직선 연결선 324">
                <a:extLst>
                  <a:ext uri="{FF2B5EF4-FFF2-40B4-BE49-F238E27FC236}">
                    <a16:creationId xmlns:a16="http://schemas.microsoft.com/office/drawing/2014/main" id="{C7E4663B-DEAA-11F5-8D28-F51BA4133DF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91" name="직선 연결선 326">
              <a:extLst>
                <a:ext uri="{FF2B5EF4-FFF2-40B4-BE49-F238E27FC236}">
                  <a16:creationId xmlns:a16="http://schemas.microsoft.com/office/drawing/2014/main" id="{66736B84-6CA6-E865-4421-AC58B7678DF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92" name="타원 1891">
              <a:extLst>
                <a:ext uri="{FF2B5EF4-FFF2-40B4-BE49-F238E27FC236}">
                  <a16:creationId xmlns:a16="http://schemas.microsoft.com/office/drawing/2014/main" id="{880907F3-0130-BC6B-43A3-4A23EA7DCDA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97372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E79B7-8704-B041-81A3-555AF4B3A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직사각형 785">
            <a:extLst>
              <a:ext uri="{FF2B5EF4-FFF2-40B4-BE49-F238E27FC236}">
                <a16:creationId xmlns:a16="http://schemas.microsoft.com/office/drawing/2014/main" id="{D1078C7A-C8DD-E5DB-2FAC-1C39AA6E2A16}"/>
              </a:ext>
            </a:extLst>
          </p:cNvPr>
          <p:cNvSpPr>
            <a:spLocks noChangeAspect="1"/>
          </p:cNvSpPr>
          <p:nvPr/>
        </p:nvSpPr>
        <p:spPr>
          <a:xfrm>
            <a:off x="7868471" y="1009717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87" name="직사각형 786">
            <a:extLst>
              <a:ext uri="{FF2B5EF4-FFF2-40B4-BE49-F238E27FC236}">
                <a16:creationId xmlns:a16="http://schemas.microsoft.com/office/drawing/2014/main" id="{DE933819-214D-CE31-99EA-02DB41E50CE4}"/>
              </a:ext>
            </a:extLst>
          </p:cNvPr>
          <p:cNvSpPr>
            <a:spLocks/>
          </p:cNvSpPr>
          <p:nvPr/>
        </p:nvSpPr>
        <p:spPr>
          <a:xfrm>
            <a:off x="7868471" y="1909450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2" name="직사각형 791">
            <a:extLst>
              <a:ext uri="{FF2B5EF4-FFF2-40B4-BE49-F238E27FC236}">
                <a16:creationId xmlns:a16="http://schemas.microsoft.com/office/drawing/2014/main" id="{E213E45C-2706-327D-F9F6-44B692D053D7}"/>
              </a:ext>
            </a:extLst>
          </p:cNvPr>
          <p:cNvSpPr>
            <a:spLocks/>
          </p:cNvSpPr>
          <p:nvPr/>
        </p:nvSpPr>
        <p:spPr>
          <a:xfrm>
            <a:off x="7868471" y="2809183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3" name="직사각형 792">
            <a:extLst>
              <a:ext uri="{FF2B5EF4-FFF2-40B4-BE49-F238E27FC236}">
                <a16:creationId xmlns:a16="http://schemas.microsoft.com/office/drawing/2014/main" id="{CCD776AD-17E6-990D-AC03-EBD0E0D09570}"/>
              </a:ext>
            </a:extLst>
          </p:cNvPr>
          <p:cNvSpPr>
            <a:spLocks/>
          </p:cNvSpPr>
          <p:nvPr/>
        </p:nvSpPr>
        <p:spPr>
          <a:xfrm>
            <a:off x="9859411" y="2816833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794" name="직사각형 793">
            <a:extLst>
              <a:ext uri="{FF2B5EF4-FFF2-40B4-BE49-F238E27FC236}">
                <a16:creationId xmlns:a16="http://schemas.microsoft.com/office/drawing/2014/main" id="{BA1B0F50-EC62-525D-C4E4-0F8595675881}"/>
              </a:ext>
            </a:extLst>
          </p:cNvPr>
          <p:cNvSpPr>
            <a:spLocks/>
          </p:cNvSpPr>
          <p:nvPr/>
        </p:nvSpPr>
        <p:spPr>
          <a:xfrm>
            <a:off x="7868471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5" name="직사각형 794">
            <a:extLst>
              <a:ext uri="{FF2B5EF4-FFF2-40B4-BE49-F238E27FC236}">
                <a16:creationId xmlns:a16="http://schemas.microsoft.com/office/drawing/2014/main" id="{5E0EAB69-9159-A0B9-0479-CABC39A38331}"/>
              </a:ext>
            </a:extLst>
          </p:cNvPr>
          <p:cNvSpPr>
            <a:spLocks/>
          </p:cNvSpPr>
          <p:nvPr/>
        </p:nvSpPr>
        <p:spPr>
          <a:xfrm>
            <a:off x="7868471" y="550128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6" name="직사각형 795">
            <a:extLst>
              <a:ext uri="{FF2B5EF4-FFF2-40B4-BE49-F238E27FC236}">
                <a16:creationId xmlns:a16="http://schemas.microsoft.com/office/drawing/2014/main" id="{0E05579E-C23C-7EE1-0C10-78C8B0CD3807}"/>
              </a:ext>
            </a:extLst>
          </p:cNvPr>
          <p:cNvSpPr>
            <a:spLocks/>
          </p:cNvSpPr>
          <p:nvPr/>
        </p:nvSpPr>
        <p:spPr>
          <a:xfrm>
            <a:off x="7868471" y="4605101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8" name="직사각형 797">
            <a:extLst>
              <a:ext uri="{FF2B5EF4-FFF2-40B4-BE49-F238E27FC236}">
                <a16:creationId xmlns:a16="http://schemas.microsoft.com/office/drawing/2014/main" id="{886E046C-5A1A-3930-0DC9-507D636F34C8}"/>
              </a:ext>
            </a:extLst>
          </p:cNvPr>
          <p:cNvSpPr>
            <a:spLocks/>
          </p:cNvSpPr>
          <p:nvPr/>
        </p:nvSpPr>
        <p:spPr>
          <a:xfrm>
            <a:off x="9859411" y="3716566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799" name="직선 연결선[R] 798">
            <a:extLst>
              <a:ext uri="{FF2B5EF4-FFF2-40B4-BE49-F238E27FC236}">
                <a16:creationId xmlns:a16="http://schemas.microsoft.com/office/drawing/2014/main" id="{AD2940A9-54C3-E76E-6C46-85EFA34EE26C}"/>
              </a:ext>
            </a:extLst>
          </p:cNvPr>
          <p:cNvCxnSpPr>
            <a:cxnSpLocks/>
          </p:cNvCxnSpPr>
          <p:nvPr/>
        </p:nvCxnSpPr>
        <p:spPr>
          <a:xfrm flipV="1">
            <a:off x="8441831" y="144171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직선 연결선[R] 801">
            <a:extLst>
              <a:ext uri="{FF2B5EF4-FFF2-40B4-BE49-F238E27FC236}">
                <a16:creationId xmlns:a16="http://schemas.microsoft.com/office/drawing/2014/main" id="{04D03235-AEA3-A208-A0EB-24A1626096C7}"/>
              </a:ext>
            </a:extLst>
          </p:cNvPr>
          <p:cNvCxnSpPr>
            <a:cxnSpLocks/>
          </p:cNvCxnSpPr>
          <p:nvPr/>
        </p:nvCxnSpPr>
        <p:spPr>
          <a:xfrm flipV="1">
            <a:off x="8229573" y="2341450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직선 연결선[R] 802">
            <a:extLst>
              <a:ext uri="{FF2B5EF4-FFF2-40B4-BE49-F238E27FC236}">
                <a16:creationId xmlns:a16="http://schemas.microsoft.com/office/drawing/2014/main" id="{436016EF-3DF3-E88D-EA59-B05ED16EC4E2}"/>
              </a:ext>
            </a:extLst>
          </p:cNvPr>
          <p:cNvCxnSpPr>
            <a:cxnSpLocks/>
          </p:cNvCxnSpPr>
          <p:nvPr/>
        </p:nvCxnSpPr>
        <p:spPr>
          <a:xfrm flipV="1">
            <a:off x="8228471" y="324118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직선 연결선[R] 803">
            <a:extLst>
              <a:ext uri="{FF2B5EF4-FFF2-40B4-BE49-F238E27FC236}">
                <a16:creationId xmlns:a16="http://schemas.microsoft.com/office/drawing/2014/main" id="{A6867007-F7BE-0CBF-0ADE-B95545D36553}"/>
              </a:ext>
            </a:extLst>
          </p:cNvPr>
          <p:cNvCxnSpPr>
            <a:cxnSpLocks/>
          </p:cNvCxnSpPr>
          <p:nvPr/>
        </p:nvCxnSpPr>
        <p:spPr>
          <a:xfrm flipV="1">
            <a:off x="8228471" y="4140916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직선 연결선[R] 804">
            <a:extLst>
              <a:ext uri="{FF2B5EF4-FFF2-40B4-BE49-F238E27FC236}">
                <a16:creationId xmlns:a16="http://schemas.microsoft.com/office/drawing/2014/main" id="{9E8A7B50-8CE7-9A25-C8B5-F0A796F695C5}"/>
              </a:ext>
            </a:extLst>
          </p:cNvPr>
          <p:cNvCxnSpPr>
            <a:cxnSpLocks/>
          </p:cNvCxnSpPr>
          <p:nvPr/>
        </p:nvCxnSpPr>
        <p:spPr>
          <a:xfrm flipV="1">
            <a:off x="8228471" y="503710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직선 연결선[R] 805">
            <a:extLst>
              <a:ext uri="{FF2B5EF4-FFF2-40B4-BE49-F238E27FC236}">
                <a16:creationId xmlns:a16="http://schemas.microsoft.com/office/drawing/2014/main" id="{750AFAE2-465D-8067-AF6A-4DE47054BC07}"/>
              </a:ext>
            </a:extLst>
          </p:cNvPr>
          <p:cNvCxnSpPr>
            <a:cxnSpLocks/>
            <a:stCxn id="793" idx="1"/>
            <a:endCxn id="792" idx="3"/>
          </p:cNvCxnSpPr>
          <p:nvPr/>
        </p:nvCxnSpPr>
        <p:spPr>
          <a:xfrm flipH="1" flipV="1">
            <a:off x="8588471" y="3025183"/>
            <a:ext cx="1270940" cy="76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직선 연결선[R] 808">
            <a:extLst>
              <a:ext uri="{FF2B5EF4-FFF2-40B4-BE49-F238E27FC236}">
                <a16:creationId xmlns:a16="http://schemas.microsoft.com/office/drawing/2014/main" id="{3CAE4E5B-1986-5DD7-B13A-DEC17B419D18}"/>
              </a:ext>
            </a:extLst>
          </p:cNvPr>
          <p:cNvCxnSpPr>
            <a:cxnSpLocks/>
          </p:cNvCxnSpPr>
          <p:nvPr/>
        </p:nvCxnSpPr>
        <p:spPr>
          <a:xfrm flipH="1">
            <a:off x="8588471" y="5712592"/>
            <a:ext cx="1630940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직선 연결선[R] 809">
            <a:extLst>
              <a:ext uri="{FF2B5EF4-FFF2-40B4-BE49-F238E27FC236}">
                <a16:creationId xmlns:a16="http://schemas.microsoft.com/office/drawing/2014/main" id="{B72904D6-F64F-403A-8856-E24D4ED19EBE}"/>
              </a:ext>
            </a:extLst>
          </p:cNvPr>
          <p:cNvCxnSpPr>
            <a:cxnSpLocks/>
          </p:cNvCxnSpPr>
          <p:nvPr/>
        </p:nvCxnSpPr>
        <p:spPr>
          <a:xfrm flipV="1">
            <a:off x="10220513" y="324883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직선 연결선[R] 810">
            <a:extLst>
              <a:ext uri="{FF2B5EF4-FFF2-40B4-BE49-F238E27FC236}">
                <a16:creationId xmlns:a16="http://schemas.microsoft.com/office/drawing/2014/main" id="{1E04726D-EB44-3555-DD2C-0CBD5857EF6F}"/>
              </a:ext>
            </a:extLst>
          </p:cNvPr>
          <p:cNvCxnSpPr>
            <a:cxnSpLocks/>
            <a:endCxn id="798" idx="2"/>
          </p:cNvCxnSpPr>
          <p:nvPr/>
        </p:nvCxnSpPr>
        <p:spPr>
          <a:xfrm flipV="1">
            <a:off x="10219411" y="4148566"/>
            <a:ext cx="0" cy="157637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5" name="직사각형 814">
            <a:extLst>
              <a:ext uri="{FF2B5EF4-FFF2-40B4-BE49-F238E27FC236}">
                <a16:creationId xmlns:a16="http://schemas.microsoft.com/office/drawing/2014/main" id="{04C271D5-97E1-E2BF-E851-0254612D0514}"/>
              </a:ext>
            </a:extLst>
          </p:cNvPr>
          <p:cNvSpPr/>
          <p:nvPr/>
        </p:nvSpPr>
        <p:spPr>
          <a:xfrm>
            <a:off x="6588739" y="2809183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status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7" name="직사각형 816">
            <a:extLst>
              <a:ext uri="{FF2B5EF4-FFF2-40B4-BE49-F238E27FC236}">
                <a16:creationId xmlns:a16="http://schemas.microsoft.com/office/drawing/2014/main" id="{68127833-1769-DF80-298D-FBAF61FF6426}"/>
              </a:ext>
            </a:extLst>
          </p:cNvPr>
          <p:cNvSpPr>
            <a:spLocks/>
          </p:cNvSpPr>
          <p:nvPr/>
        </p:nvSpPr>
        <p:spPr>
          <a:xfrm>
            <a:off x="7435151" y="10446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rating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8" name="직사각형 817">
            <a:extLst>
              <a:ext uri="{FF2B5EF4-FFF2-40B4-BE49-F238E27FC236}">
                <a16:creationId xmlns:a16="http://schemas.microsoft.com/office/drawing/2014/main" id="{7EB09D4F-9E1C-B4F8-B274-A5A8132FB183}"/>
              </a:ext>
            </a:extLst>
          </p:cNvPr>
          <p:cNvSpPr>
            <a:spLocks/>
          </p:cNvSpPr>
          <p:nvPr/>
        </p:nvSpPr>
        <p:spPr>
          <a:xfrm>
            <a:off x="8316939" y="104461"/>
            <a:ext cx="830835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distributor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9" name="직사각형 818">
            <a:extLst>
              <a:ext uri="{FF2B5EF4-FFF2-40B4-BE49-F238E27FC236}">
                <a16:creationId xmlns:a16="http://schemas.microsoft.com/office/drawing/2014/main" id="{39DE630F-3FAB-074D-8B2F-7A02AB67F611}"/>
              </a:ext>
            </a:extLst>
          </p:cNvPr>
          <p:cNvSpPr>
            <a:spLocks/>
          </p:cNvSpPr>
          <p:nvPr/>
        </p:nvSpPr>
        <p:spPr>
          <a:xfrm>
            <a:off x="9859411" y="2154515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language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0" name="직사각형 819">
            <a:extLst>
              <a:ext uri="{FF2B5EF4-FFF2-40B4-BE49-F238E27FC236}">
                <a16:creationId xmlns:a16="http://schemas.microsoft.com/office/drawing/2014/main" id="{3E5032EA-B41F-6E5B-CD73-C2F96727F4FF}"/>
              </a:ext>
            </a:extLst>
          </p:cNvPr>
          <p:cNvSpPr>
            <a:spLocks/>
          </p:cNvSpPr>
          <p:nvPr/>
        </p:nvSpPr>
        <p:spPr>
          <a:xfrm>
            <a:off x="9859411" y="166254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subtitle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A9B2C1B2-5840-BFC2-C9FE-02E0A19D4AA1}"/>
              </a:ext>
            </a:extLst>
          </p:cNvPr>
          <p:cNvSpPr>
            <a:spLocks/>
          </p:cNvSpPr>
          <p:nvPr/>
        </p:nvSpPr>
        <p:spPr>
          <a:xfrm>
            <a:off x="9147778" y="1003791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similarity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22" name="직선 연결선[R] 821">
            <a:extLst>
              <a:ext uri="{FF2B5EF4-FFF2-40B4-BE49-F238E27FC236}">
                <a16:creationId xmlns:a16="http://schemas.microsoft.com/office/drawing/2014/main" id="{6255C0C1-2790-F5BD-E10B-74DADE1E936A}"/>
              </a:ext>
            </a:extLst>
          </p:cNvPr>
          <p:cNvCxnSpPr>
            <a:cxnSpLocks/>
          </p:cNvCxnSpPr>
          <p:nvPr/>
        </p:nvCxnSpPr>
        <p:spPr>
          <a:xfrm flipH="1">
            <a:off x="8588471" y="1995052"/>
            <a:ext cx="12709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직선 연결선[R] 825">
            <a:extLst>
              <a:ext uri="{FF2B5EF4-FFF2-40B4-BE49-F238E27FC236}">
                <a16:creationId xmlns:a16="http://schemas.microsoft.com/office/drawing/2014/main" id="{418CAA40-C0E4-E2E7-8BA2-2391FEF27A92}"/>
              </a:ext>
            </a:extLst>
          </p:cNvPr>
          <p:cNvCxnSpPr>
            <a:cxnSpLocks/>
          </p:cNvCxnSpPr>
          <p:nvPr/>
        </p:nvCxnSpPr>
        <p:spPr>
          <a:xfrm flipH="1">
            <a:off x="7308739" y="3024037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직선 연결선[R] 827">
            <a:extLst>
              <a:ext uri="{FF2B5EF4-FFF2-40B4-BE49-F238E27FC236}">
                <a16:creationId xmlns:a16="http://schemas.microsoft.com/office/drawing/2014/main" id="{637A9BD1-5585-02F9-CDDB-CCF8C11C2763}"/>
              </a:ext>
            </a:extLst>
          </p:cNvPr>
          <p:cNvCxnSpPr>
            <a:cxnSpLocks/>
          </p:cNvCxnSpPr>
          <p:nvPr/>
        </p:nvCxnSpPr>
        <p:spPr>
          <a:xfrm flipH="1">
            <a:off x="8588471" y="2229431"/>
            <a:ext cx="1270940" cy="53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직선 연결선[R] 828">
            <a:extLst>
              <a:ext uri="{FF2B5EF4-FFF2-40B4-BE49-F238E27FC236}">
                <a16:creationId xmlns:a16="http://schemas.microsoft.com/office/drawing/2014/main" id="{DAE0828C-CB9E-0634-F150-CF1AA8ED048B}"/>
              </a:ext>
            </a:extLst>
          </p:cNvPr>
          <p:cNvCxnSpPr>
            <a:cxnSpLocks/>
          </p:cNvCxnSpPr>
          <p:nvPr/>
        </p:nvCxnSpPr>
        <p:spPr>
          <a:xfrm flipH="1">
            <a:off x="8588046" y="1144151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3" name="직사각형 832">
            <a:extLst>
              <a:ext uri="{FF2B5EF4-FFF2-40B4-BE49-F238E27FC236}">
                <a16:creationId xmlns:a16="http://schemas.microsoft.com/office/drawing/2014/main" id="{CDCA08D5-5F1D-5374-3644-DEFEA136A618}"/>
              </a:ext>
            </a:extLst>
          </p:cNvPr>
          <p:cNvSpPr>
            <a:spLocks/>
          </p:cNvSpPr>
          <p:nvPr/>
        </p:nvSpPr>
        <p:spPr>
          <a:xfrm>
            <a:off x="5307906" y="3704222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4" name="직사각형 833">
            <a:extLst>
              <a:ext uri="{FF2B5EF4-FFF2-40B4-BE49-F238E27FC236}">
                <a16:creationId xmlns:a16="http://schemas.microsoft.com/office/drawing/2014/main" id="{775963DE-2A87-3401-8128-09FA975D46EC}"/>
              </a:ext>
            </a:extLst>
          </p:cNvPr>
          <p:cNvSpPr>
            <a:spLocks/>
          </p:cNvSpPr>
          <p:nvPr/>
        </p:nvSpPr>
        <p:spPr>
          <a:xfrm>
            <a:off x="1147624" y="370205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store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271405AF-338F-53AB-FE2B-BFEC84179845}"/>
              </a:ext>
            </a:extLst>
          </p:cNvPr>
          <p:cNvSpPr>
            <a:spLocks/>
          </p:cNvSpPr>
          <p:nvPr/>
        </p:nvSpPr>
        <p:spPr>
          <a:xfrm>
            <a:off x="5307906" y="2808037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city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region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6" name="직사각형 835">
            <a:extLst>
              <a:ext uri="{FF2B5EF4-FFF2-40B4-BE49-F238E27FC236}">
                <a16:creationId xmlns:a16="http://schemas.microsoft.com/office/drawing/2014/main" id="{7DC2C94F-60FF-A9FC-2598-24C5733A51D5}"/>
              </a:ext>
            </a:extLst>
          </p:cNvPr>
          <p:cNvSpPr>
            <a:spLocks/>
          </p:cNvSpPr>
          <p:nvPr/>
        </p:nvSpPr>
        <p:spPr>
          <a:xfrm>
            <a:off x="6588739" y="5501286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5606B3AF-767C-AED4-712A-017A2599FBF5}"/>
              </a:ext>
            </a:extLst>
          </p:cNvPr>
          <p:cNvSpPr>
            <a:spLocks/>
          </p:cNvSpPr>
          <p:nvPr/>
        </p:nvSpPr>
        <p:spPr>
          <a:xfrm>
            <a:off x="3867906" y="5496592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44D4B8CD-A2CB-0C6A-2ABF-412437ED043B}"/>
              </a:ext>
            </a:extLst>
          </p:cNvPr>
          <p:cNvSpPr>
            <a:spLocks/>
          </p:cNvSpPr>
          <p:nvPr/>
        </p:nvSpPr>
        <p:spPr>
          <a:xfrm>
            <a:off x="11139142" y="5504242"/>
            <a:ext cx="965772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ko-KR" sz="1000" b="1" dirty="0"/>
              <a:t>maintenance</a:t>
            </a:r>
          </a:p>
          <a:p>
            <a:pPr algn="ctr"/>
            <a:r>
              <a:rPr lang="en" altLang="ko-KR" sz="1000" b="1" dirty="0"/>
              <a:t>ticket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43" name="직선 연결선[R] 842">
            <a:extLst>
              <a:ext uri="{FF2B5EF4-FFF2-40B4-BE49-F238E27FC236}">
                <a16:creationId xmlns:a16="http://schemas.microsoft.com/office/drawing/2014/main" id="{15966FC4-A4E8-8111-8585-FA4B4295E5A6}"/>
              </a:ext>
            </a:extLst>
          </p:cNvPr>
          <p:cNvCxnSpPr>
            <a:cxnSpLocks/>
            <a:stCxn id="833" idx="0"/>
            <a:endCxn id="835" idx="2"/>
          </p:cNvCxnSpPr>
          <p:nvPr/>
        </p:nvCxnSpPr>
        <p:spPr>
          <a:xfrm flipV="1">
            <a:off x="5667906" y="3240037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4" name="직선 연결선[R] 843">
            <a:extLst>
              <a:ext uri="{FF2B5EF4-FFF2-40B4-BE49-F238E27FC236}">
                <a16:creationId xmlns:a16="http://schemas.microsoft.com/office/drawing/2014/main" id="{3555DFC9-8CD4-9A75-4B19-590A696BAA04}"/>
              </a:ext>
            </a:extLst>
          </p:cNvPr>
          <p:cNvCxnSpPr>
            <a:cxnSpLocks/>
            <a:stCxn id="834" idx="3"/>
            <a:endCxn id="833" idx="1"/>
          </p:cNvCxnSpPr>
          <p:nvPr/>
        </p:nvCxnSpPr>
        <p:spPr>
          <a:xfrm>
            <a:off x="1867624" y="3918051"/>
            <a:ext cx="3440282" cy="21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9" name="직선 연결선[R] 848">
            <a:extLst>
              <a:ext uri="{FF2B5EF4-FFF2-40B4-BE49-F238E27FC236}">
                <a16:creationId xmlns:a16="http://schemas.microsoft.com/office/drawing/2014/main" id="{0B6ED272-9C05-DCE9-ABBE-81D7604C25FC}"/>
              </a:ext>
            </a:extLst>
          </p:cNvPr>
          <p:cNvCxnSpPr>
            <a:cxnSpLocks/>
            <a:stCxn id="794" idx="1"/>
            <a:endCxn id="833" idx="3"/>
          </p:cNvCxnSpPr>
          <p:nvPr/>
        </p:nvCxnSpPr>
        <p:spPr>
          <a:xfrm flipH="1" flipV="1">
            <a:off x="6027906" y="3920222"/>
            <a:ext cx="1840565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2" name="직선 연결선[R] 851">
            <a:extLst>
              <a:ext uri="{FF2B5EF4-FFF2-40B4-BE49-F238E27FC236}">
                <a16:creationId xmlns:a16="http://schemas.microsoft.com/office/drawing/2014/main" id="{9F75A387-1FE0-B551-8762-C3392E524473}"/>
              </a:ext>
            </a:extLst>
          </p:cNvPr>
          <p:cNvCxnSpPr>
            <a:cxnSpLocks/>
            <a:stCxn id="836" idx="1"/>
            <a:endCxn id="840" idx="3"/>
          </p:cNvCxnSpPr>
          <p:nvPr/>
        </p:nvCxnSpPr>
        <p:spPr>
          <a:xfrm flipH="1" flipV="1">
            <a:off x="4587906" y="5712592"/>
            <a:ext cx="2000833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5" name="직선 연결선[R] 854">
            <a:extLst>
              <a:ext uri="{FF2B5EF4-FFF2-40B4-BE49-F238E27FC236}">
                <a16:creationId xmlns:a16="http://schemas.microsoft.com/office/drawing/2014/main" id="{BD8F3460-8129-F679-61F9-271C906BF92B}"/>
              </a:ext>
            </a:extLst>
          </p:cNvPr>
          <p:cNvCxnSpPr>
            <a:cxnSpLocks/>
            <a:stCxn id="795" idx="1"/>
            <a:endCxn id="836" idx="3"/>
          </p:cNvCxnSpPr>
          <p:nvPr/>
        </p:nvCxnSpPr>
        <p:spPr>
          <a:xfrm flipH="1">
            <a:off x="7308739" y="5717286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8" name="직선 연결선[R] 857">
            <a:extLst>
              <a:ext uri="{FF2B5EF4-FFF2-40B4-BE49-F238E27FC236}">
                <a16:creationId xmlns:a16="http://schemas.microsoft.com/office/drawing/2014/main" id="{B2D152C1-2BFC-1668-8087-461D7952F43A}"/>
              </a:ext>
            </a:extLst>
          </p:cNvPr>
          <p:cNvCxnSpPr>
            <a:cxnSpLocks/>
          </p:cNvCxnSpPr>
          <p:nvPr/>
        </p:nvCxnSpPr>
        <p:spPr>
          <a:xfrm flipH="1">
            <a:off x="8588471" y="5834852"/>
            <a:ext cx="255067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직선 연결선[R] 860">
            <a:extLst>
              <a:ext uri="{FF2B5EF4-FFF2-40B4-BE49-F238E27FC236}">
                <a16:creationId xmlns:a16="http://schemas.microsoft.com/office/drawing/2014/main" id="{C9E34B33-FA0B-8AC3-3686-2E86FAC928B1}"/>
              </a:ext>
            </a:extLst>
          </p:cNvPr>
          <p:cNvCxnSpPr>
            <a:cxnSpLocks/>
          </p:cNvCxnSpPr>
          <p:nvPr/>
        </p:nvCxnSpPr>
        <p:spPr>
          <a:xfrm flipH="1">
            <a:off x="7588605" y="3126486"/>
            <a:ext cx="2798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직선 연결선[R] 861">
            <a:extLst>
              <a:ext uri="{FF2B5EF4-FFF2-40B4-BE49-F238E27FC236}">
                <a16:creationId xmlns:a16="http://schemas.microsoft.com/office/drawing/2014/main" id="{A5987CA1-4FDE-2B89-44D0-6B2A9B3D3899}"/>
              </a:ext>
            </a:extLst>
          </p:cNvPr>
          <p:cNvCxnSpPr>
            <a:cxnSpLocks/>
          </p:cNvCxnSpPr>
          <p:nvPr/>
        </p:nvCxnSpPr>
        <p:spPr>
          <a:xfrm flipH="1" flipV="1">
            <a:off x="7588605" y="3126486"/>
            <a:ext cx="0" cy="24547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6" name="직선 연결선[R] 865">
            <a:extLst>
              <a:ext uri="{FF2B5EF4-FFF2-40B4-BE49-F238E27FC236}">
                <a16:creationId xmlns:a16="http://schemas.microsoft.com/office/drawing/2014/main" id="{66D55D2A-C20C-C306-BFBF-3AA99D77A0B2}"/>
              </a:ext>
            </a:extLst>
          </p:cNvPr>
          <p:cNvCxnSpPr>
            <a:cxnSpLocks/>
          </p:cNvCxnSpPr>
          <p:nvPr/>
        </p:nvCxnSpPr>
        <p:spPr>
          <a:xfrm flipH="1">
            <a:off x="7319941" y="5581249"/>
            <a:ext cx="2686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9" name="직선 연결선[R] 868">
            <a:extLst>
              <a:ext uri="{FF2B5EF4-FFF2-40B4-BE49-F238E27FC236}">
                <a16:creationId xmlns:a16="http://schemas.microsoft.com/office/drawing/2014/main" id="{4E82D1F5-5AB3-47A6-F84F-B28913D04582}"/>
              </a:ext>
            </a:extLst>
          </p:cNvPr>
          <p:cNvCxnSpPr>
            <a:cxnSpLocks/>
          </p:cNvCxnSpPr>
          <p:nvPr/>
        </p:nvCxnSpPr>
        <p:spPr>
          <a:xfrm flipV="1">
            <a:off x="8441831" y="541984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0" name="직선 연결선[R] 869">
            <a:extLst>
              <a:ext uri="{FF2B5EF4-FFF2-40B4-BE49-F238E27FC236}">
                <a16:creationId xmlns:a16="http://schemas.microsoft.com/office/drawing/2014/main" id="{D683201A-E78E-8BFE-801A-5BD4391E9F37}"/>
              </a:ext>
            </a:extLst>
          </p:cNvPr>
          <p:cNvCxnSpPr>
            <a:cxnSpLocks/>
          </p:cNvCxnSpPr>
          <p:nvPr/>
        </p:nvCxnSpPr>
        <p:spPr>
          <a:xfrm flipV="1">
            <a:off x="8030465" y="53646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1" name="직사각형 870">
            <a:extLst>
              <a:ext uri="{FF2B5EF4-FFF2-40B4-BE49-F238E27FC236}">
                <a16:creationId xmlns:a16="http://schemas.microsoft.com/office/drawing/2014/main" id="{EF3CB448-D499-CFFB-B85D-5A2358B77815}"/>
              </a:ext>
            </a:extLst>
          </p:cNvPr>
          <p:cNvSpPr>
            <a:spLocks/>
          </p:cNvSpPr>
          <p:nvPr/>
        </p:nvSpPr>
        <p:spPr>
          <a:xfrm>
            <a:off x="11139142" y="4184377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72" name="직사각형 871">
            <a:extLst>
              <a:ext uri="{FF2B5EF4-FFF2-40B4-BE49-F238E27FC236}">
                <a16:creationId xmlns:a16="http://schemas.microsoft.com/office/drawing/2014/main" id="{9BEC5AEF-C0B6-2557-3621-187EB691DB04}"/>
              </a:ext>
            </a:extLst>
          </p:cNvPr>
          <p:cNvSpPr>
            <a:spLocks/>
          </p:cNvSpPr>
          <p:nvPr/>
        </p:nvSpPr>
        <p:spPr>
          <a:xfrm>
            <a:off x="11139142" y="3288192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  <a:r>
              <a: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73" name="직선 연결선[R] 872">
            <a:extLst>
              <a:ext uri="{FF2B5EF4-FFF2-40B4-BE49-F238E27FC236}">
                <a16:creationId xmlns:a16="http://schemas.microsoft.com/office/drawing/2014/main" id="{9B57EE0A-4C95-000A-38F6-8EA6A7496D4B}"/>
              </a:ext>
            </a:extLst>
          </p:cNvPr>
          <p:cNvCxnSpPr>
            <a:cxnSpLocks/>
            <a:stCxn id="871" idx="0"/>
            <a:endCxn id="872" idx="2"/>
          </p:cNvCxnSpPr>
          <p:nvPr/>
        </p:nvCxnSpPr>
        <p:spPr>
          <a:xfrm flipV="1">
            <a:off x="11499142" y="3720192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직선 연결선[R] 875">
            <a:extLst>
              <a:ext uri="{FF2B5EF4-FFF2-40B4-BE49-F238E27FC236}">
                <a16:creationId xmlns:a16="http://schemas.microsoft.com/office/drawing/2014/main" id="{766FAC0C-E374-2EEB-2E97-D5107605C39F}"/>
              </a:ext>
            </a:extLst>
          </p:cNvPr>
          <p:cNvCxnSpPr>
            <a:cxnSpLocks/>
          </p:cNvCxnSpPr>
          <p:nvPr/>
        </p:nvCxnSpPr>
        <p:spPr>
          <a:xfrm flipV="1">
            <a:off x="5856270" y="3450825"/>
            <a:ext cx="0" cy="25339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9" name="직선 연결선[R] 878">
            <a:extLst>
              <a:ext uri="{FF2B5EF4-FFF2-40B4-BE49-F238E27FC236}">
                <a16:creationId xmlns:a16="http://schemas.microsoft.com/office/drawing/2014/main" id="{1B5B1FB9-2AFF-3C74-C16D-7D49D70C6418}"/>
              </a:ext>
            </a:extLst>
          </p:cNvPr>
          <p:cNvCxnSpPr>
            <a:cxnSpLocks/>
          </p:cNvCxnSpPr>
          <p:nvPr/>
        </p:nvCxnSpPr>
        <p:spPr>
          <a:xfrm flipH="1" flipV="1">
            <a:off x="5856270" y="3450825"/>
            <a:ext cx="5282872" cy="232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3" name="직선 연결선[R] 882">
            <a:extLst>
              <a:ext uri="{FF2B5EF4-FFF2-40B4-BE49-F238E27FC236}">
                <a16:creationId xmlns:a16="http://schemas.microsoft.com/office/drawing/2014/main" id="{D19724CD-934C-E561-9900-046951DD9B66}"/>
              </a:ext>
            </a:extLst>
          </p:cNvPr>
          <p:cNvCxnSpPr>
            <a:cxnSpLocks/>
          </p:cNvCxnSpPr>
          <p:nvPr/>
        </p:nvCxnSpPr>
        <p:spPr>
          <a:xfrm flipH="1">
            <a:off x="10579411" y="3927582"/>
            <a:ext cx="70843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6" name="직선 연결선[R] 885">
            <a:extLst>
              <a:ext uri="{FF2B5EF4-FFF2-40B4-BE49-F238E27FC236}">
                <a16:creationId xmlns:a16="http://schemas.microsoft.com/office/drawing/2014/main" id="{96462544-F452-B2C4-4D01-80EBF9CC15E9}"/>
              </a:ext>
            </a:extLst>
          </p:cNvPr>
          <p:cNvCxnSpPr>
            <a:cxnSpLocks/>
          </p:cNvCxnSpPr>
          <p:nvPr/>
        </p:nvCxnSpPr>
        <p:spPr>
          <a:xfrm>
            <a:off x="11300287" y="3726642"/>
            <a:ext cx="0" cy="2009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9" name="직선 연결선[R] 888">
            <a:extLst>
              <a:ext uri="{FF2B5EF4-FFF2-40B4-BE49-F238E27FC236}">
                <a16:creationId xmlns:a16="http://schemas.microsoft.com/office/drawing/2014/main" id="{11B9AFD8-349D-8AAB-ECC0-12877FF36AB5}"/>
              </a:ext>
            </a:extLst>
          </p:cNvPr>
          <p:cNvCxnSpPr>
            <a:cxnSpLocks/>
          </p:cNvCxnSpPr>
          <p:nvPr/>
        </p:nvCxnSpPr>
        <p:spPr>
          <a:xfrm flipV="1">
            <a:off x="8441831" y="3576751"/>
            <a:ext cx="0" cy="1197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1" name="직선 연결선[R] 890">
            <a:extLst>
              <a:ext uri="{FF2B5EF4-FFF2-40B4-BE49-F238E27FC236}">
                <a16:creationId xmlns:a16="http://schemas.microsoft.com/office/drawing/2014/main" id="{4B16EC37-197E-DB29-15B8-C4BB78C77957}"/>
              </a:ext>
            </a:extLst>
          </p:cNvPr>
          <p:cNvCxnSpPr>
            <a:cxnSpLocks/>
          </p:cNvCxnSpPr>
          <p:nvPr/>
        </p:nvCxnSpPr>
        <p:spPr>
          <a:xfrm flipH="1">
            <a:off x="8441831" y="3576751"/>
            <a:ext cx="269731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4" name="직사각형 893">
            <a:extLst>
              <a:ext uri="{FF2B5EF4-FFF2-40B4-BE49-F238E27FC236}">
                <a16:creationId xmlns:a16="http://schemas.microsoft.com/office/drawing/2014/main" id="{70940CBA-EF50-0713-A933-D6487B17AFD3}"/>
              </a:ext>
            </a:extLst>
          </p:cNvPr>
          <p:cNvSpPr>
            <a:spLocks/>
          </p:cNvSpPr>
          <p:nvPr/>
        </p:nvSpPr>
        <p:spPr>
          <a:xfrm>
            <a:off x="5307906" y="590533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5" name="직사각형 894">
            <a:extLst>
              <a:ext uri="{FF2B5EF4-FFF2-40B4-BE49-F238E27FC236}">
                <a16:creationId xmlns:a16="http://schemas.microsoft.com/office/drawing/2014/main" id="{ED1DBD0D-0B6B-2DC3-F59B-CD246502D3E5}"/>
              </a:ext>
            </a:extLst>
          </p:cNvPr>
          <p:cNvSpPr>
            <a:spLocks/>
          </p:cNvSpPr>
          <p:nvPr/>
        </p:nvSpPr>
        <p:spPr>
          <a:xfrm>
            <a:off x="2507490" y="5903508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 login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history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6" name="직사각형 895">
            <a:extLst>
              <a:ext uri="{FF2B5EF4-FFF2-40B4-BE49-F238E27FC236}">
                <a16:creationId xmlns:a16="http://schemas.microsoft.com/office/drawing/2014/main" id="{F89A1680-BE68-B3C4-B313-48E75EAE9902}"/>
              </a:ext>
            </a:extLst>
          </p:cNvPr>
          <p:cNvSpPr>
            <a:spLocks/>
          </p:cNvSpPr>
          <p:nvPr/>
        </p:nvSpPr>
        <p:spPr>
          <a:xfrm>
            <a:off x="2323367" y="5365249"/>
            <a:ext cx="904123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7" name="직사각형 896">
            <a:extLst>
              <a:ext uri="{FF2B5EF4-FFF2-40B4-BE49-F238E27FC236}">
                <a16:creationId xmlns:a16="http://schemas.microsoft.com/office/drawing/2014/main" id="{7727CBCF-1780-0E68-3DFF-782F005D84F7}"/>
              </a:ext>
            </a:extLst>
          </p:cNvPr>
          <p:cNvSpPr>
            <a:spLocks/>
          </p:cNvSpPr>
          <p:nvPr/>
        </p:nvSpPr>
        <p:spPr>
          <a:xfrm>
            <a:off x="2507490" y="4826990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block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list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8" name="직사각형 897">
            <a:extLst>
              <a:ext uri="{FF2B5EF4-FFF2-40B4-BE49-F238E27FC236}">
                <a16:creationId xmlns:a16="http://schemas.microsoft.com/office/drawing/2014/main" id="{441AC2D1-7C15-F8AF-CCD2-4FB10DE1BD17}"/>
              </a:ext>
            </a:extLst>
          </p:cNvPr>
          <p:cNvSpPr>
            <a:spLocks/>
          </p:cNvSpPr>
          <p:nvPr/>
        </p:nvSpPr>
        <p:spPr>
          <a:xfrm>
            <a:off x="2501223" y="3994735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preference</a:t>
            </a:r>
            <a:endParaRPr lang="ko-KR" altLang="en-US" sz="8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99" name="직선 연결선[R] 898">
            <a:extLst>
              <a:ext uri="{FF2B5EF4-FFF2-40B4-BE49-F238E27FC236}">
                <a16:creationId xmlns:a16="http://schemas.microsoft.com/office/drawing/2014/main" id="{F4450C2E-C989-7B16-234D-15D03FB9EE84}"/>
              </a:ext>
            </a:extLst>
          </p:cNvPr>
          <p:cNvCxnSpPr>
            <a:cxnSpLocks/>
            <a:stCxn id="894" idx="1"/>
          </p:cNvCxnSpPr>
          <p:nvPr/>
        </p:nvCxnSpPr>
        <p:spPr>
          <a:xfrm flipH="1">
            <a:off x="4442780" y="6121330"/>
            <a:ext cx="86512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3" name="직선 연결선[R] 902">
            <a:extLst>
              <a:ext uri="{FF2B5EF4-FFF2-40B4-BE49-F238E27FC236}">
                <a16:creationId xmlns:a16="http://schemas.microsoft.com/office/drawing/2014/main" id="{F0CFA2E7-1543-9738-4AE1-E0B3C9F8E1D5}"/>
              </a:ext>
            </a:extLst>
          </p:cNvPr>
          <p:cNvCxnSpPr>
            <a:cxnSpLocks/>
          </p:cNvCxnSpPr>
          <p:nvPr/>
        </p:nvCxnSpPr>
        <p:spPr>
          <a:xfrm flipV="1">
            <a:off x="4442780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6" name="직선 연결선[R] 905">
            <a:extLst>
              <a:ext uri="{FF2B5EF4-FFF2-40B4-BE49-F238E27FC236}">
                <a16:creationId xmlns:a16="http://schemas.microsoft.com/office/drawing/2014/main" id="{F12AFFC9-5106-2CED-843B-7E43EE82E3D1}"/>
              </a:ext>
            </a:extLst>
          </p:cNvPr>
          <p:cNvCxnSpPr>
            <a:cxnSpLocks/>
          </p:cNvCxnSpPr>
          <p:nvPr/>
        </p:nvCxnSpPr>
        <p:spPr>
          <a:xfrm flipH="1">
            <a:off x="3227490" y="6127546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" name="직선 연결선[R] 906">
            <a:extLst>
              <a:ext uri="{FF2B5EF4-FFF2-40B4-BE49-F238E27FC236}">
                <a16:creationId xmlns:a16="http://schemas.microsoft.com/office/drawing/2014/main" id="{725842A2-BCB3-DD2A-B3A8-1DB2513AD4C2}"/>
              </a:ext>
            </a:extLst>
          </p:cNvPr>
          <p:cNvCxnSpPr>
            <a:cxnSpLocks/>
          </p:cNvCxnSpPr>
          <p:nvPr/>
        </p:nvCxnSpPr>
        <p:spPr>
          <a:xfrm flipV="1">
            <a:off x="4010066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9" name="직선 연결선[R] 908">
            <a:extLst>
              <a:ext uri="{FF2B5EF4-FFF2-40B4-BE49-F238E27FC236}">
                <a16:creationId xmlns:a16="http://schemas.microsoft.com/office/drawing/2014/main" id="{49A7B321-6F79-E552-E25F-704B7344958D}"/>
              </a:ext>
            </a:extLst>
          </p:cNvPr>
          <p:cNvCxnSpPr>
            <a:cxnSpLocks/>
          </p:cNvCxnSpPr>
          <p:nvPr/>
        </p:nvCxnSpPr>
        <p:spPr>
          <a:xfrm flipH="1" flipV="1">
            <a:off x="3227490" y="5712592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직선 연결선[R] 910">
            <a:extLst>
              <a:ext uri="{FF2B5EF4-FFF2-40B4-BE49-F238E27FC236}">
                <a16:creationId xmlns:a16="http://schemas.microsoft.com/office/drawing/2014/main" id="{7C85BABC-F48B-4EBF-ADD2-F6263409BFDD}"/>
              </a:ext>
            </a:extLst>
          </p:cNvPr>
          <p:cNvCxnSpPr>
            <a:cxnSpLocks/>
          </p:cNvCxnSpPr>
          <p:nvPr/>
        </p:nvCxnSpPr>
        <p:spPr>
          <a:xfrm flipH="1">
            <a:off x="3227490" y="5126535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2" name="직선 연결선[R] 911">
            <a:extLst>
              <a:ext uri="{FF2B5EF4-FFF2-40B4-BE49-F238E27FC236}">
                <a16:creationId xmlns:a16="http://schemas.microsoft.com/office/drawing/2014/main" id="{5CDFF9BA-34A2-969F-E3CB-182CF7FB5F63}"/>
              </a:ext>
            </a:extLst>
          </p:cNvPr>
          <p:cNvCxnSpPr>
            <a:cxnSpLocks/>
          </p:cNvCxnSpPr>
          <p:nvPr/>
        </p:nvCxnSpPr>
        <p:spPr>
          <a:xfrm flipV="1">
            <a:off x="3547698" y="5126535"/>
            <a:ext cx="0" cy="4547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9" name="직선 연결선[R] 918">
            <a:extLst>
              <a:ext uri="{FF2B5EF4-FFF2-40B4-BE49-F238E27FC236}">
                <a16:creationId xmlns:a16="http://schemas.microsoft.com/office/drawing/2014/main" id="{8E684E55-3BC1-4478-B4BB-C4C323616C73}"/>
              </a:ext>
            </a:extLst>
          </p:cNvPr>
          <p:cNvCxnSpPr>
            <a:cxnSpLocks/>
          </p:cNvCxnSpPr>
          <p:nvPr/>
        </p:nvCxnSpPr>
        <p:spPr>
          <a:xfrm flipH="1">
            <a:off x="3547698" y="5581484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1" name="직선 연결선[R] 920">
            <a:extLst>
              <a:ext uri="{FF2B5EF4-FFF2-40B4-BE49-F238E27FC236}">
                <a16:creationId xmlns:a16="http://schemas.microsoft.com/office/drawing/2014/main" id="{1AD08AEF-EB81-51D9-370E-0D3F7684D5D1}"/>
              </a:ext>
            </a:extLst>
          </p:cNvPr>
          <p:cNvCxnSpPr>
            <a:cxnSpLocks/>
            <a:endCxn id="898" idx="3"/>
          </p:cNvCxnSpPr>
          <p:nvPr/>
        </p:nvCxnSpPr>
        <p:spPr>
          <a:xfrm flipH="1">
            <a:off x="3221223" y="4210735"/>
            <a:ext cx="92018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4" name="직선 연결선[R] 923">
            <a:extLst>
              <a:ext uri="{FF2B5EF4-FFF2-40B4-BE49-F238E27FC236}">
                <a16:creationId xmlns:a16="http://schemas.microsoft.com/office/drawing/2014/main" id="{4CB24459-AE93-F343-0F03-F9D917234BEF}"/>
              </a:ext>
            </a:extLst>
          </p:cNvPr>
          <p:cNvCxnSpPr>
            <a:cxnSpLocks/>
          </p:cNvCxnSpPr>
          <p:nvPr/>
        </p:nvCxnSpPr>
        <p:spPr>
          <a:xfrm flipH="1" flipV="1">
            <a:off x="4141406" y="4202008"/>
            <a:ext cx="6267" cy="12940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8" name="직사각형 927">
            <a:extLst>
              <a:ext uri="{FF2B5EF4-FFF2-40B4-BE49-F238E27FC236}">
                <a16:creationId xmlns:a16="http://schemas.microsoft.com/office/drawing/2014/main" id="{24D04CF5-B4BD-D02A-3ACC-507F33C4FCC3}"/>
              </a:ext>
            </a:extLst>
          </p:cNvPr>
          <p:cNvSpPr>
            <a:spLocks/>
          </p:cNvSpPr>
          <p:nvPr/>
        </p:nvSpPr>
        <p:spPr>
          <a:xfrm>
            <a:off x="3867906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29" name="직선 연결선[R] 928">
            <a:extLst>
              <a:ext uri="{FF2B5EF4-FFF2-40B4-BE49-F238E27FC236}">
                <a16:creationId xmlns:a16="http://schemas.microsoft.com/office/drawing/2014/main" id="{BA8EE776-82D2-E554-7449-E6FE02FCEE83}"/>
              </a:ext>
            </a:extLst>
          </p:cNvPr>
          <p:cNvCxnSpPr>
            <a:cxnSpLocks/>
          </p:cNvCxnSpPr>
          <p:nvPr/>
        </p:nvCxnSpPr>
        <p:spPr>
          <a:xfrm flipV="1">
            <a:off x="4314306" y="2772480"/>
            <a:ext cx="0" cy="27231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2" name="직사각형 931">
            <a:extLst>
              <a:ext uri="{FF2B5EF4-FFF2-40B4-BE49-F238E27FC236}">
                <a16:creationId xmlns:a16="http://schemas.microsoft.com/office/drawing/2014/main" id="{145FDFBF-BBA1-BFB5-041F-479E37054FED}"/>
              </a:ext>
            </a:extLst>
          </p:cNvPr>
          <p:cNvSpPr>
            <a:spLocks/>
          </p:cNvSpPr>
          <p:nvPr/>
        </p:nvSpPr>
        <p:spPr>
          <a:xfrm>
            <a:off x="2507490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3" name="직사각형 932">
            <a:extLst>
              <a:ext uri="{FF2B5EF4-FFF2-40B4-BE49-F238E27FC236}">
                <a16:creationId xmlns:a16="http://schemas.microsoft.com/office/drawing/2014/main" id="{E058DCAB-3A0F-30E6-4474-1E2D335290DC}"/>
              </a:ext>
            </a:extLst>
          </p:cNvPr>
          <p:cNvSpPr>
            <a:spLocks/>
          </p:cNvSpPr>
          <p:nvPr/>
        </p:nvSpPr>
        <p:spPr>
          <a:xfrm>
            <a:off x="2495572" y="3258117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4" name="직사각형 933">
            <a:extLst>
              <a:ext uri="{FF2B5EF4-FFF2-40B4-BE49-F238E27FC236}">
                <a16:creationId xmlns:a16="http://schemas.microsoft.com/office/drawing/2014/main" id="{A3F87359-F865-8C1C-22B4-501EC37FF864}"/>
              </a:ext>
            </a:extLst>
          </p:cNvPr>
          <p:cNvSpPr>
            <a:spLocks/>
          </p:cNvSpPr>
          <p:nvPr/>
        </p:nvSpPr>
        <p:spPr>
          <a:xfrm>
            <a:off x="3867906" y="6336791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role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35" name="직선 연결선[R] 934">
            <a:extLst>
              <a:ext uri="{FF2B5EF4-FFF2-40B4-BE49-F238E27FC236}">
                <a16:creationId xmlns:a16="http://schemas.microsoft.com/office/drawing/2014/main" id="{630DDECC-D511-3D8F-850D-C2976007036F}"/>
              </a:ext>
            </a:extLst>
          </p:cNvPr>
          <p:cNvCxnSpPr>
            <a:cxnSpLocks/>
            <a:stCxn id="934" idx="0"/>
            <a:endCxn id="840" idx="2"/>
          </p:cNvCxnSpPr>
          <p:nvPr/>
        </p:nvCxnSpPr>
        <p:spPr>
          <a:xfrm flipV="1">
            <a:off x="4227906" y="5928592"/>
            <a:ext cx="0" cy="4081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8" name="직선 연결선[R] 937">
            <a:extLst>
              <a:ext uri="{FF2B5EF4-FFF2-40B4-BE49-F238E27FC236}">
                <a16:creationId xmlns:a16="http://schemas.microsoft.com/office/drawing/2014/main" id="{6C4B74D6-B45F-047D-11E5-44BC2C0E5A7E}"/>
              </a:ext>
            </a:extLst>
          </p:cNvPr>
          <p:cNvCxnSpPr>
            <a:cxnSpLocks/>
          </p:cNvCxnSpPr>
          <p:nvPr/>
        </p:nvCxnSpPr>
        <p:spPr>
          <a:xfrm flipV="1">
            <a:off x="2873427" y="279016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9" name="직사각형 938">
            <a:extLst>
              <a:ext uri="{FF2B5EF4-FFF2-40B4-BE49-F238E27FC236}">
                <a16:creationId xmlns:a16="http://schemas.microsoft.com/office/drawing/2014/main" id="{2009E6D9-ACB0-D7E7-2AB1-2419F4A57766}"/>
              </a:ext>
            </a:extLst>
          </p:cNvPr>
          <p:cNvSpPr>
            <a:spLocks/>
          </p:cNvSpPr>
          <p:nvPr/>
        </p:nvSpPr>
        <p:spPr>
          <a:xfrm>
            <a:off x="6588188" y="460864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0" name="직사각형 939">
            <a:extLst>
              <a:ext uri="{FF2B5EF4-FFF2-40B4-BE49-F238E27FC236}">
                <a16:creationId xmlns:a16="http://schemas.microsoft.com/office/drawing/2014/main" id="{2F2237FC-5E79-5F98-CE28-6CCF267CA1AD}"/>
              </a:ext>
            </a:extLst>
          </p:cNvPr>
          <p:cNvSpPr>
            <a:spLocks/>
          </p:cNvSpPr>
          <p:nvPr/>
        </p:nvSpPr>
        <p:spPr>
          <a:xfrm>
            <a:off x="2507490" y="1797431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1" name="직사각형 940">
            <a:extLst>
              <a:ext uri="{FF2B5EF4-FFF2-40B4-BE49-F238E27FC236}">
                <a16:creationId xmlns:a16="http://schemas.microsoft.com/office/drawing/2014/main" id="{9A99A695-2911-D46D-E639-B5E43F4AFFC0}"/>
              </a:ext>
            </a:extLst>
          </p:cNvPr>
          <p:cNvSpPr>
            <a:spLocks/>
          </p:cNvSpPr>
          <p:nvPr/>
        </p:nvSpPr>
        <p:spPr>
          <a:xfrm>
            <a:off x="1147624" y="179743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2" name="직사각형 941">
            <a:extLst>
              <a:ext uri="{FF2B5EF4-FFF2-40B4-BE49-F238E27FC236}">
                <a16:creationId xmlns:a16="http://schemas.microsoft.com/office/drawing/2014/main" id="{E0F5E095-E034-5BE3-E76A-25863AFA3792}"/>
              </a:ext>
            </a:extLst>
          </p:cNvPr>
          <p:cNvSpPr>
            <a:spLocks/>
          </p:cNvSpPr>
          <p:nvPr/>
        </p:nvSpPr>
        <p:spPr>
          <a:xfrm>
            <a:off x="2513427" y="38571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3" name="직사각형 942">
            <a:extLst>
              <a:ext uri="{FF2B5EF4-FFF2-40B4-BE49-F238E27FC236}">
                <a16:creationId xmlns:a16="http://schemas.microsoft.com/office/drawing/2014/main" id="{7A680049-B3A6-5FAE-0523-6BF49B127A8C}"/>
              </a:ext>
            </a:extLst>
          </p:cNvPr>
          <p:cNvSpPr>
            <a:spLocks/>
          </p:cNvSpPr>
          <p:nvPr/>
        </p:nvSpPr>
        <p:spPr>
          <a:xfrm>
            <a:off x="4363194" y="1009717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ticket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4" name="직사각형 943">
            <a:extLst>
              <a:ext uri="{FF2B5EF4-FFF2-40B4-BE49-F238E27FC236}">
                <a16:creationId xmlns:a16="http://schemas.microsoft.com/office/drawing/2014/main" id="{DF34578B-50F9-B10E-214C-4B346CEC6CC6}"/>
              </a:ext>
            </a:extLst>
          </p:cNvPr>
          <p:cNvSpPr>
            <a:spLocks/>
          </p:cNvSpPr>
          <p:nvPr/>
        </p:nvSpPr>
        <p:spPr>
          <a:xfrm>
            <a:off x="4155343" y="105669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5" name="직사각형 944">
            <a:extLst>
              <a:ext uri="{FF2B5EF4-FFF2-40B4-BE49-F238E27FC236}">
                <a16:creationId xmlns:a16="http://schemas.microsoft.com/office/drawing/2014/main" id="{B6447061-9E0A-9C9C-AE08-F1CC29FE7D92}"/>
              </a:ext>
            </a:extLst>
          </p:cNvPr>
          <p:cNvSpPr>
            <a:spLocks/>
          </p:cNvSpPr>
          <p:nvPr/>
        </p:nvSpPr>
        <p:spPr>
          <a:xfrm>
            <a:off x="5307906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6" name="직사각형 945">
            <a:extLst>
              <a:ext uri="{FF2B5EF4-FFF2-40B4-BE49-F238E27FC236}">
                <a16:creationId xmlns:a16="http://schemas.microsoft.com/office/drawing/2014/main" id="{A518A162-AAA5-C920-5C37-E41AAC888F7D}"/>
              </a:ext>
            </a:extLst>
          </p:cNvPr>
          <p:cNvSpPr>
            <a:spLocks/>
          </p:cNvSpPr>
          <p:nvPr/>
        </p:nvSpPr>
        <p:spPr>
          <a:xfrm>
            <a:off x="5273859" y="1015667"/>
            <a:ext cx="788093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47" name="직선 연결선[R] 946">
            <a:extLst>
              <a:ext uri="{FF2B5EF4-FFF2-40B4-BE49-F238E27FC236}">
                <a16:creationId xmlns:a16="http://schemas.microsoft.com/office/drawing/2014/main" id="{2B499E2A-AD27-CCE4-0DE7-916EF79758F4}"/>
              </a:ext>
            </a:extLst>
          </p:cNvPr>
          <p:cNvCxnSpPr>
            <a:cxnSpLocks/>
            <a:endCxn id="928" idx="3"/>
          </p:cNvCxnSpPr>
          <p:nvPr/>
        </p:nvCxnSpPr>
        <p:spPr>
          <a:xfrm flipH="1" flipV="1">
            <a:off x="4587906" y="2557450"/>
            <a:ext cx="3442559" cy="5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1" name="직선 연결선[R] 950">
            <a:extLst>
              <a:ext uri="{FF2B5EF4-FFF2-40B4-BE49-F238E27FC236}">
                <a16:creationId xmlns:a16="http://schemas.microsoft.com/office/drawing/2014/main" id="{7E948CA8-2A81-D933-9BB0-1A476A3B05C2}"/>
              </a:ext>
            </a:extLst>
          </p:cNvPr>
          <p:cNvCxnSpPr>
            <a:cxnSpLocks/>
          </p:cNvCxnSpPr>
          <p:nvPr/>
        </p:nvCxnSpPr>
        <p:spPr>
          <a:xfrm flipV="1">
            <a:off x="8030465" y="2557450"/>
            <a:ext cx="0" cy="2617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4" name="직선 연결선[R] 953">
            <a:extLst>
              <a:ext uri="{FF2B5EF4-FFF2-40B4-BE49-F238E27FC236}">
                <a16:creationId xmlns:a16="http://schemas.microsoft.com/office/drawing/2014/main" id="{FD153301-A2A0-13A9-3F47-DEBE34F04F55}"/>
              </a:ext>
            </a:extLst>
          </p:cNvPr>
          <p:cNvCxnSpPr>
            <a:cxnSpLocks/>
          </p:cNvCxnSpPr>
          <p:nvPr/>
        </p:nvCxnSpPr>
        <p:spPr>
          <a:xfrm flipV="1">
            <a:off x="4491484" y="2775573"/>
            <a:ext cx="1514" cy="159553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7" name="직선 연결선[R] 956">
            <a:extLst>
              <a:ext uri="{FF2B5EF4-FFF2-40B4-BE49-F238E27FC236}">
                <a16:creationId xmlns:a16="http://schemas.microsoft.com/office/drawing/2014/main" id="{66172357-9278-5FEC-1DDA-857740C80F92}"/>
              </a:ext>
            </a:extLst>
          </p:cNvPr>
          <p:cNvCxnSpPr>
            <a:cxnSpLocks/>
          </p:cNvCxnSpPr>
          <p:nvPr/>
        </p:nvCxnSpPr>
        <p:spPr>
          <a:xfrm flipH="1" flipV="1">
            <a:off x="4500263" y="4374782"/>
            <a:ext cx="2236051" cy="1794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0" name="직선 연결선[R] 959">
            <a:extLst>
              <a:ext uri="{FF2B5EF4-FFF2-40B4-BE49-F238E27FC236}">
                <a16:creationId xmlns:a16="http://schemas.microsoft.com/office/drawing/2014/main" id="{641E40DC-2ACA-CD15-532F-CA5E86747DCA}"/>
              </a:ext>
            </a:extLst>
          </p:cNvPr>
          <p:cNvCxnSpPr>
            <a:cxnSpLocks/>
          </p:cNvCxnSpPr>
          <p:nvPr/>
        </p:nvCxnSpPr>
        <p:spPr>
          <a:xfrm flipV="1">
            <a:off x="6737138" y="4392727"/>
            <a:ext cx="0" cy="215922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2" name="직선 연결선[R] 961">
            <a:extLst>
              <a:ext uri="{FF2B5EF4-FFF2-40B4-BE49-F238E27FC236}">
                <a16:creationId xmlns:a16="http://schemas.microsoft.com/office/drawing/2014/main" id="{77B08344-46E6-97D5-55E5-5F6740F056DE}"/>
              </a:ext>
            </a:extLst>
          </p:cNvPr>
          <p:cNvCxnSpPr>
            <a:cxnSpLocks/>
          </p:cNvCxnSpPr>
          <p:nvPr/>
        </p:nvCxnSpPr>
        <p:spPr>
          <a:xfrm flipV="1">
            <a:off x="7116130" y="3588175"/>
            <a:ext cx="0" cy="10204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5" name="직선 연결선[R] 964">
            <a:extLst>
              <a:ext uri="{FF2B5EF4-FFF2-40B4-BE49-F238E27FC236}">
                <a16:creationId xmlns:a16="http://schemas.microsoft.com/office/drawing/2014/main" id="{D810D38F-8341-1DD0-3ACF-805BBA4D9F54}"/>
              </a:ext>
            </a:extLst>
          </p:cNvPr>
          <p:cNvCxnSpPr>
            <a:cxnSpLocks/>
          </p:cNvCxnSpPr>
          <p:nvPr/>
        </p:nvCxnSpPr>
        <p:spPr>
          <a:xfrm flipH="1">
            <a:off x="7116130" y="3588175"/>
            <a:ext cx="91433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" name="직선 연결선[R] 967">
            <a:extLst>
              <a:ext uri="{FF2B5EF4-FFF2-40B4-BE49-F238E27FC236}">
                <a16:creationId xmlns:a16="http://schemas.microsoft.com/office/drawing/2014/main" id="{FA224A00-9CD5-566E-3081-D12D04BB98C4}"/>
              </a:ext>
            </a:extLst>
          </p:cNvPr>
          <p:cNvCxnSpPr>
            <a:cxnSpLocks/>
          </p:cNvCxnSpPr>
          <p:nvPr/>
        </p:nvCxnSpPr>
        <p:spPr>
          <a:xfrm flipV="1">
            <a:off x="8030465" y="3257900"/>
            <a:ext cx="0" cy="3302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2" name="직선 연결선[R] 971">
            <a:extLst>
              <a:ext uri="{FF2B5EF4-FFF2-40B4-BE49-F238E27FC236}">
                <a16:creationId xmlns:a16="http://schemas.microsoft.com/office/drawing/2014/main" id="{731DB926-685D-74D1-8F88-6BB451BF8097}"/>
              </a:ext>
            </a:extLst>
          </p:cNvPr>
          <p:cNvCxnSpPr>
            <a:cxnSpLocks/>
            <a:endCxn id="939" idx="2"/>
          </p:cNvCxnSpPr>
          <p:nvPr/>
        </p:nvCxnSpPr>
        <p:spPr>
          <a:xfrm flipV="1">
            <a:off x="6948188" y="5040649"/>
            <a:ext cx="0" cy="21834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5" name="직선 연결선[R] 974">
            <a:extLst>
              <a:ext uri="{FF2B5EF4-FFF2-40B4-BE49-F238E27FC236}">
                <a16:creationId xmlns:a16="http://schemas.microsoft.com/office/drawing/2014/main" id="{80E4AD2D-957E-84D9-6148-23ACB395C919}"/>
              </a:ext>
            </a:extLst>
          </p:cNvPr>
          <p:cNvCxnSpPr>
            <a:cxnSpLocks/>
          </p:cNvCxnSpPr>
          <p:nvPr/>
        </p:nvCxnSpPr>
        <p:spPr>
          <a:xfrm flipH="1" flipV="1">
            <a:off x="6948188" y="5258990"/>
            <a:ext cx="1082277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8" name="직선 연결선[R] 977">
            <a:extLst>
              <a:ext uri="{FF2B5EF4-FFF2-40B4-BE49-F238E27FC236}">
                <a16:creationId xmlns:a16="http://schemas.microsoft.com/office/drawing/2014/main" id="{D079F647-5519-BA1D-0882-1221FC56BBE1}"/>
              </a:ext>
            </a:extLst>
          </p:cNvPr>
          <p:cNvCxnSpPr>
            <a:cxnSpLocks/>
          </p:cNvCxnSpPr>
          <p:nvPr/>
        </p:nvCxnSpPr>
        <p:spPr>
          <a:xfrm flipV="1">
            <a:off x="8030465" y="5262725"/>
            <a:ext cx="0" cy="233867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직선 연결선[R] 981">
            <a:extLst>
              <a:ext uri="{FF2B5EF4-FFF2-40B4-BE49-F238E27FC236}">
                <a16:creationId xmlns:a16="http://schemas.microsoft.com/office/drawing/2014/main" id="{C8A00142-C8F8-7A85-33D9-3B627E096B15}"/>
              </a:ext>
            </a:extLst>
          </p:cNvPr>
          <p:cNvCxnSpPr>
            <a:cxnSpLocks/>
            <a:stCxn id="928" idx="1"/>
            <a:endCxn id="932" idx="3"/>
          </p:cNvCxnSpPr>
          <p:nvPr/>
        </p:nvCxnSpPr>
        <p:spPr>
          <a:xfrm flipH="1">
            <a:off x="3227490" y="2557450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5" name="직선 연결선[R] 984">
            <a:extLst>
              <a:ext uri="{FF2B5EF4-FFF2-40B4-BE49-F238E27FC236}">
                <a16:creationId xmlns:a16="http://schemas.microsoft.com/office/drawing/2014/main" id="{3E225F44-A50D-BF9C-8425-08A46535A4C7}"/>
              </a:ext>
            </a:extLst>
          </p:cNvPr>
          <p:cNvCxnSpPr>
            <a:cxnSpLocks/>
          </p:cNvCxnSpPr>
          <p:nvPr/>
        </p:nvCxnSpPr>
        <p:spPr>
          <a:xfrm flipH="1">
            <a:off x="1867624" y="2002286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6" name="직선 연결선[R] 985">
            <a:extLst>
              <a:ext uri="{FF2B5EF4-FFF2-40B4-BE49-F238E27FC236}">
                <a16:creationId xmlns:a16="http://schemas.microsoft.com/office/drawing/2014/main" id="{F443F8B7-C4BF-5281-8AD5-AA3359319A4F}"/>
              </a:ext>
            </a:extLst>
          </p:cNvPr>
          <p:cNvCxnSpPr>
            <a:cxnSpLocks/>
          </p:cNvCxnSpPr>
          <p:nvPr/>
        </p:nvCxnSpPr>
        <p:spPr>
          <a:xfrm flipV="1">
            <a:off x="4141406" y="593452"/>
            <a:ext cx="0" cy="17479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9" name="직선 연결선[R] 988">
            <a:extLst>
              <a:ext uri="{FF2B5EF4-FFF2-40B4-BE49-F238E27FC236}">
                <a16:creationId xmlns:a16="http://schemas.microsoft.com/office/drawing/2014/main" id="{F14D28BC-CAA7-4C72-C7D7-13C5F5C559E1}"/>
              </a:ext>
            </a:extLst>
          </p:cNvPr>
          <p:cNvCxnSpPr>
            <a:cxnSpLocks/>
            <a:endCxn id="942" idx="3"/>
          </p:cNvCxnSpPr>
          <p:nvPr/>
        </p:nvCxnSpPr>
        <p:spPr>
          <a:xfrm flipH="1">
            <a:off x="3233427" y="601719"/>
            <a:ext cx="9079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2" name="직선 연결선[R] 991">
            <a:extLst>
              <a:ext uri="{FF2B5EF4-FFF2-40B4-BE49-F238E27FC236}">
                <a16:creationId xmlns:a16="http://schemas.microsoft.com/office/drawing/2014/main" id="{C96B1D8B-7C48-1BC2-C719-5CC5C225ACAD}"/>
              </a:ext>
            </a:extLst>
          </p:cNvPr>
          <p:cNvCxnSpPr>
            <a:cxnSpLocks/>
            <a:stCxn id="940" idx="0"/>
            <a:endCxn id="942" idx="2"/>
          </p:cNvCxnSpPr>
          <p:nvPr/>
        </p:nvCxnSpPr>
        <p:spPr>
          <a:xfrm flipV="1">
            <a:off x="2867490" y="817719"/>
            <a:ext cx="5937" cy="9797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9" name="직선 연결선[R] 998">
            <a:extLst>
              <a:ext uri="{FF2B5EF4-FFF2-40B4-BE49-F238E27FC236}">
                <a16:creationId xmlns:a16="http://schemas.microsoft.com/office/drawing/2014/main" id="{E1C860E1-FE3B-F625-C377-9917FAD26832}"/>
              </a:ext>
            </a:extLst>
          </p:cNvPr>
          <p:cNvCxnSpPr>
            <a:cxnSpLocks/>
          </p:cNvCxnSpPr>
          <p:nvPr/>
        </p:nvCxnSpPr>
        <p:spPr>
          <a:xfrm flipV="1">
            <a:off x="4309430" y="536461"/>
            <a:ext cx="0" cy="18049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1" name="직선 연결선[R] 1000">
            <a:extLst>
              <a:ext uri="{FF2B5EF4-FFF2-40B4-BE49-F238E27FC236}">
                <a16:creationId xmlns:a16="http://schemas.microsoft.com/office/drawing/2014/main" id="{045BDB12-8A73-7852-809D-9FF32E27435C}"/>
              </a:ext>
            </a:extLst>
          </p:cNvPr>
          <p:cNvCxnSpPr>
            <a:cxnSpLocks/>
          </p:cNvCxnSpPr>
          <p:nvPr/>
        </p:nvCxnSpPr>
        <p:spPr>
          <a:xfrm flipV="1">
            <a:off x="4468180" y="1441717"/>
            <a:ext cx="0" cy="8996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4" name="직선 연결선[R] 1003">
            <a:extLst>
              <a:ext uri="{FF2B5EF4-FFF2-40B4-BE49-F238E27FC236}">
                <a16:creationId xmlns:a16="http://schemas.microsoft.com/office/drawing/2014/main" id="{9B79ADBE-5480-1BFC-C30B-C86E6A3E1DF7}"/>
              </a:ext>
            </a:extLst>
          </p:cNvPr>
          <p:cNvCxnSpPr>
            <a:cxnSpLocks/>
            <a:stCxn id="945" idx="1"/>
            <a:endCxn id="944" idx="3"/>
          </p:cNvCxnSpPr>
          <p:nvPr/>
        </p:nvCxnSpPr>
        <p:spPr>
          <a:xfrm flipH="1">
            <a:off x="4875343" y="320461"/>
            <a:ext cx="432563" cy="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7" name="직선 연결선[R] 1006">
            <a:extLst>
              <a:ext uri="{FF2B5EF4-FFF2-40B4-BE49-F238E27FC236}">
                <a16:creationId xmlns:a16="http://schemas.microsoft.com/office/drawing/2014/main" id="{7DEDE49D-2C44-E3C7-8A9B-A5F447D3E85B}"/>
              </a:ext>
            </a:extLst>
          </p:cNvPr>
          <p:cNvCxnSpPr>
            <a:cxnSpLocks/>
            <a:stCxn id="945" idx="2"/>
            <a:endCxn id="946" idx="0"/>
          </p:cNvCxnSpPr>
          <p:nvPr/>
        </p:nvCxnSpPr>
        <p:spPr>
          <a:xfrm>
            <a:off x="5667906" y="536461"/>
            <a:ext cx="0" cy="47920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8" name="직사각형 1017">
            <a:extLst>
              <a:ext uri="{FF2B5EF4-FFF2-40B4-BE49-F238E27FC236}">
                <a16:creationId xmlns:a16="http://schemas.microsoft.com/office/drawing/2014/main" id="{F117A2BC-8AD3-5C61-B7D1-4543EEA4353B}"/>
              </a:ext>
            </a:extLst>
          </p:cNvPr>
          <p:cNvSpPr>
            <a:spLocks/>
          </p:cNvSpPr>
          <p:nvPr/>
        </p:nvSpPr>
        <p:spPr>
          <a:xfrm>
            <a:off x="1147624" y="458737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1" name="직사각형 1020">
            <a:extLst>
              <a:ext uri="{FF2B5EF4-FFF2-40B4-BE49-F238E27FC236}">
                <a16:creationId xmlns:a16="http://schemas.microsoft.com/office/drawing/2014/main" id="{098CB50B-6FF1-B5F5-6CA7-AABCAF1E3BD8}"/>
              </a:ext>
            </a:extLst>
          </p:cNvPr>
          <p:cNvSpPr>
            <a:spLocks/>
          </p:cNvSpPr>
          <p:nvPr/>
        </p:nvSpPr>
        <p:spPr>
          <a:xfrm>
            <a:off x="1147074" y="549659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item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2" name="직사각형 1021">
            <a:extLst>
              <a:ext uri="{FF2B5EF4-FFF2-40B4-BE49-F238E27FC236}">
                <a16:creationId xmlns:a16="http://schemas.microsoft.com/office/drawing/2014/main" id="{F0C95F40-2ECD-BA52-4BE7-851358BC87EE}"/>
              </a:ext>
            </a:extLst>
          </p:cNvPr>
          <p:cNvSpPr>
            <a:spLocks/>
          </p:cNvSpPr>
          <p:nvPr/>
        </p:nvSpPr>
        <p:spPr>
          <a:xfrm>
            <a:off x="1147624" y="627919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menu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3" name="직사각형 1022">
            <a:extLst>
              <a:ext uri="{FF2B5EF4-FFF2-40B4-BE49-F238E27FC236}">
                <a16:creationId xmlns:a16="http://schemas.microsoft.com/office/drawing/2014/main" id="{EABE888D-641B-65B0-C03D-3C749F810C3B}"/>
              </a:ext>
            </a:extLst>
          </p:cNvPr>
          <p:cNvSpPr>
            <a:spLocks/>
          </p:cNvSpPr>
          <p:nvPr/>
        </p:nvSpPr>
        <p:spPr>
          <a:xfrm>
            <a:off x="5745306" y="4600407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4" name="직사각형 1023">
            <a:extLst>
              <a:ext uri="{FF2B5EF4-FFF2-40B4-BE49-F238E27FC236}">
                <a16:creationId xmlns:a16="http://schemas.microsoft.com/office/drawing/2014/main" id="{0EC9B0B3-2B5A-E49A-2DBC-5097EB830D66}"/>
              </a:ext>
            </a:extLst>
          </p:cNvPr>
          <p:cNvSpPr>
            <a:spLocks/>
          </p:cNvSpPr>
          <p:nvPr/>
        </p:nvSpPr>
        <p:spPr>
          <a:xfrm>
            <a:off x="5001156" y="5172592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like</a:t>
            </a:r>
          </a:p>
        </p:txBody>
      </p:sp>
      <p:sp>
        <p:nvSpPr>
          <p:cNvPr id="1025" name="직사각형 1024">
            <a:extLst>
              <a:ext uri="{FF2B5EF4-FFF2-40B4-BE49-F238E27FC236}">
                <a16:creationId xmlns:a16="http://schemas.microsoft.com/office/drawing/2014/main" id="{A020BD4A-AA44-D7CB-1DC0-A229B8E00C60}"/>
              </a:ext>
            </a:extLst>
          </p:cNvPr>
          <p:cNvSpPr>
            <a:spLocks/>
          </p:cNvSpPr>
          <p:nvPr/>
        </p:nvSpPr>
        <p:spPr>
          <a:xfrm>
            <a:off x="4647980" y="1909450"/>
            <a:ext cx="1099677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recommendation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6" name="직사각형 1025">
            <a:extLst>
              <a:ext uri="{FF2B5EF4-FFF2-40B4-BE49-F238E27FC236}">
                <a16:creationId xmlns:a16="http://schemas.microsoft.com/office/drawing/2014/main" id="{B86F6E9D-65BE-900C-FBB5-6AF33847C1B0}"/>
              </a:ext>
            </a:extLst>
          </p:cNvPr>
          <p:cNvSpPr>
            <a:spLocks/>
          </p:cNvSpPr>
          <p:nvPr/>
        </p:nvSpPr>
        <p:spPr>
          <a:xfrm>
            <a:off x="11139142" y="2234019"/>
            <a:ext cx="720000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audit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log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027" name="직선 연결선[R] 1026">
            <a:extLst>
              <a:ext uri="{FF2B5EF4-FFF2-40B4-BE49-F238E27FC236}">
                <a16:creationId xmlns:a16="http://schemas.microsoft.com/office/drawing/2014/main" id="{7BD276E8-64A0-60DC-54E0-28ADEB28F800}"/>
              </a:ext>
            </a:extLst>
          </p:cNvPr>
          <p:cNvCxnSpPr>
            <a:cxnSpLocks/>
            <a:stCxn id="1018" idx="0"/>
            <a:endCxn id="834" idx="2"/>
          </p:cNvCxnSpPr>
          <p:nvPr/>
        </p:nvCxnSpPr>
        <p:spPr>
          <a:xfrm flipV="1">
            <a:off x="1507624" y="4134051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직선 연결선[R] 1029">
            <a:extLst>
              <a:ext uri="{FF2B5EF4-FFF2-40B4-BE49-F238E27FC236}">
                <a16:creationId xmlns:a16="http://schemas.microsoft.com/office/drawing/2014/main" id="{A0C7CB24-4887-7BBF-79E5-589290401D09}"/>
              </a:ext>
            </a:extLst>
          </p:cNvPr>
          <p:cNvCxnSpPr>
            <a:cxnSpLocks/>
          </p:cNvCxnSpPr>
          <p:nvPr/>
        </p:nvCxnSpPr>
        <p:spPr>
          <a:xfrm flipV="1">
            <a:off x="1507624" y="5032329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직선 연결선[R] 1030">
            <a:extLst>
              <a:ext uri="{FF2B5EF4-FFF2-40B4-BE49-F238E27FC236}">
                <a16:creationId xmlns:a16="http://schemas.microsoft.com/office/drawing/2014/main" id="{FD969357-5E1E-5FC6-68E1-BCF3360BB8F3}"/>
              </a:ext>
            </a:extLst>
          </p:cNvPr>
          <p:cNvCxnSpPr>
            <a:cxnSpLocks/>
          </p:cNvCxnSpPr>
          <p:nvPr/>
        </p:nvCxnSpPr>
        <p:spPr>
          <a:xfrm flipH="1">
            <a:off x="1867624" y="4669991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직선 연결선[R] 1033">
            <a:extLst>
              <a:ext uri="{FF2B5EF4-FFF2-40B4-BE49-F238E27FC236}">
                <a16:creationId xmlns:a16="http://schemas.microsoft.com/office/drawing/2014/main" id="{65026966-AECD-0499-029A-89434684DA9F}"/>
              </a:ext>
            </a:extLst>
          </p:cNvPr>
          <p:cNvCxnSpPr>
            <a:cxnSpLocks/>
          </p:cNvCxnSpPr>
          <p:nvPr/>
        </p:nvCxnSpPr>
        <p:spPr>
          <a:xfrm>
            <a:off x="4008982" y="4678646"/>
            <a:ext cx="0" cy="8169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직선 연결선[R] 1038">
            <a:extLst>
              <a:ext uri="{FF2B5EF4-FFF2-40B4-BE49-F238E27FC236}">
                <a16:creationId xmlns:a16="http://schemas.microsoft.com/office/drawing/2014/main" id="{F3FF8A26-A90A-42C8-C77A-451D0A150068}"/>
              </a:ext>
            </a:extLst>
          </p:cNvPr>
          <p:cNvCxnSpPr>
            <a:cxnSpLocks/>
            <a:stCxn id="1022" idx="0"/>
            <a:endCxn id="1021" idx="2"/>
          </p:cNvCxnSpPr>
          <p:nvPr/>
        </p:nvCxnSpPr>
        <p:spPr>
          <a:xfrm flipH="1" flipV="1">
            <a:off x="1507074" y="5928592"/>
            <a:ext cx="550" cy="3505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2" name="직선 연결선[R] 1041">
            <a:extLst>
              <a:ext uri="{FF2B5EF4-FFF2-40B4-BE49-F238E27FC236}">
                <a16:creationId xmlns:a16="http://schemas.microsoft.com/office/drawing/2014/main" id="{10C0638E-D288-D58A-370B-DDF314996CE4}"/>
              </a:ext>
            </a:extLst>
          </p:cNvPr>
          <p:cNvCxnSpPr>
            <a:cxnSpLocks/>
          </p:cNvCxnSpPr>
          <p:nvPr/>
        </p:nvCxnSpPr>
        <p:spPr>
          <a:xfrm flipV="1">
            <a:off x="8218271" y="1441717"/>
            <a:ext cx="0" cy="23386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직선 연결선[R] 1043">
            <a:extLst>
              <a:ext uri="{FF2B5EF4-FFF2-40B4-BE49-F238E27FC236}">
                <a16:creationId xmlns:a16="http://schemas.microsoft.com/office/drawing/2014/main" id="{A36595EF-6657-A0F6-863C-2316B0752DB3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20098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직선 연결선[R] 1046">
            <a:extLst>
              <a:ext uri="{FF2B5EF4-FFF2-40B4-BE49-F238E27FC236}">
                <a16:creationId xmlns:a16="http://schemas.microsoft.com/office/drawing/2014/main" id="{35ADCA8C-B05D-B8E9-99B5-8A61BF3EAC94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0" cy="29211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0" name="직선 연결선[R] 1049">
            <a:extLst>
              <a:ext uri="{FF2B5EF4-FFF2-40B4-BE49-F238E27FC236}">
                <a16:creationId xmlns:a16="http://schemas.microsoft.com/office/drawing/2014/main" id="{CCE8AA20-2B44-961C-D9ED-C451C6630FDA}"/>
              </a:ext>
            </a:extLst>
          </p:cNvPr>
          <p:cNvCxnSpPr>
            <a:cxnSpLocks/>
            <a:stCxn id="1023" idx="1"/>
          </p:cNvCxnSpPr>
          <p:nvPr/>
        </p:nvCxnSpPr>
        <p:spPr>
          <a:xfrm flipH="1">
            <a:off x="4480940" y="4816407"/>
            <a:ext cx="12643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직선 연결선[R] 1052">
            <a:extLst>
              <a:ext uri="{FF2B5EF4-FFF2-40B4-BE49-F238E27FC236}">
                <a16:creationId xmlns:a16="http://schemas.microsoft.com/office/drawing/2014/main" id="{EFE6383C-5409-3E7E-2734-F9115A14C2AA}"/>
              </a:ext>
            </a:extLst>
          </p:cNvPr>
          <p:cNvCxnSpPr>
            <a:cxnSpLocks/>
          </p:cNvCxnSpPr>
          <p:nvPr/>
        </p:nvCxnSpPr>
        <p:spPr>
          <a:xfrm flipV="1">
            <a:off x="4464380" y="4821101"/>
            <a:ext cx="0" cy="683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직선 연결선[R] 1058">
            <a:extLst>
              <a:ext uri="{FF2B5EF4-FFF2-40B4-BE49-F238E27FC236}">
                <a16:creationId xmlns:a16="http://schemas.microsoft.com/office/drawing/2014/main" id="{2575509E-BC86-8772-4831-559ED9047C97}"/>
              </a:ext>
            </a:extLst>
          </p:cNvPr>
          <p:cNvCxnSpPr>
            <a:cxnSpLocks/>
            <a:endCxn id="1024" idx="3"/>
          </p:cNvCxnSpPr>
          <p:nvPr/>
        </p:nvCxnSpPr>
        <p:spPr>
          <a:xfrm flipH="1">
            <a:off x="5721156" y="5388592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직선 연결선[R] 1061">
            <a:extLst>
              <a:ext uri="{FF2B5EF4-FFF2-40B4-BE49-F238E27FC236}">
                <a16:creationId xmlns:a16="http://schemas.microsoft.com/office/drawing/2014/main" id="{E2203632-2439-B91F-A04B-4A8C1BEB5676}"/>
              </a:ext>
            </a:extLst>
          </p:cNvPr>
          <p:cNvCxnSpPr>
            <a:cxnSpLocks/>
            <a:endCxn id="1023" idx="2"/>
          </p:cNvCxnSpPr>
          <p:nvPr/>
        </p:nvCxnSpPr>
        <p:spPr>
          <a:xfrm flipV="1">
            <a:off x="6105306" y="5032407"/>
            <a:ext cx="0" cy="3328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직선 연결선[R] 1066">
            <a:extLst>
              <a:ext uri="{FF2B5EF4-FFF2-40B4-BE49-F238E27FC236}">
                <a16:creationId xmlns:a16="http://schemas.microsoft.com/office/drawing/2014/main" id="{6476E2E9-6F7A-6739-7EA6-C4548B2D56E3}"/>
              </a:ext>
            </a:extLst>
          </p:cNvPr>
          <p:cNvCxnSpPr>
            <a:cxnSpLocks/>
          </p:cNvCxnSpPr>
          <p:nvPr/>
        </p:nvCxnSpPr>
        <p:spPr>
          <a:xfrm flipH="1">
            <a:off x="4587906" y="5554569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9" name="직선 연결선[R] 1068">
            <a:extLst>
              <a:ext uri="{FF2B5EF4-FFF2-40B4-BE49-F238E27FC236}">
                <a16:creationId xmlns:a16="http://schemas.microsoft.com/office/drawing/2014/main" id="{8A3E2491-20A7-65FB-4966-01930645D819}"/>
              </a:ext>
            </a:extLst>
          </p:cNvPr>
          <p:cNvCxnSpPr>
            <a:cxnSpLocks/>
          </p:cNvCxnSpPr>
          <p:nvPr/>
        </p:nvCxnSpPr>
        <p:spPr>
          <a:xfrm flipV="1">
            <a:off x="4822003" y="2355053"/>
            <a:ext cx="0" cy="34797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3" name="직선 연결선[R] 1072">
            <a:extLst>
              <a:ext uri="{FF2B5EF4-FFF2-40B4-BE49-F238E27FC236}">
                <a16:creationId xmlns:a16="http://schemas.microsoft.com/office/drawing/2014/main" id="{DCE9135D-3490-56AA-3891-C369AAFBFED9}"/>
              </a:ext>
            </a:extLst>
          </p:cNvPr>
          <p:cNvCxnSpPr>
            <a:cxnSpLocks/>
          </p:cNvCxnSpPr>
          <p:nvPr/>
        </p:nvCxnSpPr>
        <p:spPr>
          <a:xfrm flipH="1">
            <a:off x="4587906" y="5842878"/>
            <a:ext cx="23934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5" name="직사각형 1074">
            <a:extLst>
              <a:ext uri="{FF2B5EF4-FFF2-40B4-BE49-F238E27FC236}">
                <a16:creationId xmlns:a16="http://schemas.microsoft.com/office/drawing/2014/main" id="{6C8F1D54-DC2F-09DA-46D3-E4D2A0229670}"/>
              </a:ext>
            </a:extLst>
          </p:cNvPr>
          <p:cNvSpPr>
            <a:spLocks/>
          </p:cNvSpPr>
          <p:nvPr/>
        </p:nvSpPr>
        <p:spPr>
          <a:xfrm>
            <a:off x="11139142" y="1656062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tax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6" name="직선 연결선 351">
            <a:extLst>
              <a:ext uri="{FF2B5EF4-FFF2-40B4-BE49-F238E27FC236}">
                <a16:creationId xmlns:a16="http://schemas.microsoft.com/office/drawing/2014/main" id="{BBA76794-E072-A7D1-A350-3AF90443ED04}"/>
              </a:ext>
            </a:extLst>
          </p:cNvPr>
          <p:cNvCxnSpPr>
            <a:cxnSpLocks/>
          </p:cNvCxnSpPr>
          <p:nvPr/>
        </p:nvCxnSpPr>
        <p:spPr>
          <a:xfrm>
            <a:off x="8386702" y="149591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51">
            <a:extLst>
              <a:ext uri="{FF2B5EF4-FFF2-40B4-BE49-F238E27FC236}">
                <a16:creationId xmlns:a16="http://schemas.microsoft.com/office/drawing/2014/main" id="{44F4DE36-D8FE-0688-DE2F-47A0F8F88FB1}"/>
              </a:ext>
            </a:extLst>
          </p:cNvPr>
          <p:cNvCxnSpPr>
            <a:cxnSpLocks/>
          </p:cNvCxnSpPr>
          <p:nvPr/>
        </p:nvCxnSpPr>
        <p:spPr>
          <a:xfrm>
            <a:off x="8170475" y="36462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351">
            <a:extLst>
              <a:ext uri="{FF2B5EF4-FFF2-40B4-BE49-F238E27FC236}">
                <a16:creationId xmlns:a16="http://schemas.microsoft.com/office/drawing/2014/main" id="{94038A61-DC13-AC0F-5069-34002E864F2E}"/>
              </a:ext>
            </a:extLst>
          </p:cNvPr>
          <p:cNvCxnSpPr>
            <a:cxnSpLocks/>
          </p:cNvCxnSpPr>
          <p:nvPr/>
        </p:nvCxnSpPr>
        <p:spPr>
          <a:xfrm>
            <a:off x="7357364" y="29676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351">
            <a:extLst>
              <a:ext uri="{FF2B5EF4-FFF2-40B4-BE49-F238E27FC236}">
                <a16:creationId xmlns:a16="http://schemas.microsoft.com/office/drawing/2014/main" id="{B8768C06-B7E9-ED49-3B9B-0DB88FAD4B60}"/>
              </a:ext>
            </a:extLst>
          </p:cNvPr>
          <p:cNvCxnSpPr>
            <a:cxnSpLocks/>
          </p:cNvCxnSpPr>
          <p:nvPr/>
        </p:nvCxnSpPr>
        <p:spPr>
          <a:xfrm>
            <a:off x="8177195" y="420200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직선 연결선 351">
            <a:extLst>
              <a:ext uri="{FF2B5EF4-FFF2-40B4-BE49-F238E27FC236}">
                <a16:creationId xmlns:a16="http://schemas.microsoft.com/office/drawing/2014/main" id="{30CBBB89-F1E8-7F73-B6C3-AB7C5A1F2FDD}"/>
              </a:ext>
            </a:extLst>
          </p:cNvPr>
          <p:cNvCxnSpPr>
            <a:cxnSpLocks/>
          </p:cNvCxnSpPr>
          <p:nvPr/>
        </p:nvCxnSpPr>
        <p:spPr>
          <a:xfrm>
            <a:off x="8174471" y="507606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0" name="직선 연결선 351">
            <a:extLst>
              <a:ext uri="{FF2B5EF4-FFF2-40B4-BE49-F238E27FC236}">
                <a16:creationId xmlns:a16="http://schemas.microsoft.com/office/drawing/2014/main" id="{62A93416-9E44-D590-0324-63A3BD33B434}"/>
              </a:ext>
            </a:extLst>
          </p:cNvPr>
          <p:cNvCxnSpPr>
            <a:cxnSpLocks/>
          </p:cNvCxnSpPr>
          <p:nvPr/>
        </p:nvCxnSpPr>
        <p:spPr>
          <a:xfrm>
            <a:off x="10164731" y="420095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0" name="직선 연결선 351">
            <a:extLst>
              <a:ext uri="{FF2B5EF4-FFF2-40B4-BE49-F238E27FC236}">
                <a16:creationId xmlns:a16="http://schemas.microsoft.com/office/drawing/2014/main" id="{E26A5C8C-CEDE-376E-6141-4EFB235FA1B4}"/>
              </a:ext>
            </a:extLst>
          </p:cNvPr>
          <p:cNvCxnSpPr>
            <a:cxnSpLocks/>
          </p:cNvCxnSpPr>
          <p:nvPr/>
        </p:nvCxnSpPr>
        <p:spPr>
          <a:xfrm>
            <a:off x="8174471" y="2397253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4" name="직선 연결선 351">
            <a:extLst>
              <a:ext uri="{FF2B5EF4-FFF2-40B4-BE49-F238E27FC236}">
                <a16:creationId xmlns:a16="http://schemas.microsoft.com/office/drawing/2014/main" id="{E8079774-0D0C-0CC2-2DB6-A81A825B4E87}"/>
              </a:ext>
            </a:extLst>
          </p:cNvPr>
          <p:cNvCxnSpPr>
            <a:cxnSpLocks/>
          </p:cNvCxnSpPr>
          <p:nvPr/>
        </p:nvCxnSpPr>
        <p:spPr>
          <a:xfrm>
            <a:off x="8643731" y="296738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4" name="직선 연결선 351">
            <a:extLst>
              <a:ext uri="{FF2B5EF4-FFF2-40B4-BE49-F238E27FC236}">
                <a16:creationId xmlns:a16="http://schemas.microsoft.com/office/drawing/2014/main" id="{0BE951B9-AC39-4C70-7B6A-369E3661F8B7}"/>
              </a:ext>
            </a:extLst>
          </p:cNvPr>
          <p:cNvCxnSpPr>
            <a:cxnSpLocks/>
          </p:cNvCxnSpPr>
          <p:nvPr/>
        </p:nvCxnSpPr>
        <p:spPr>
          <a:xfrm>
            <a:off x="10168042" y="365597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87" name="그룹 986">
            <a:extLst>
              <a:ext uri="{FF2B5EF4-FFF2-40B4-BE49-F238E27FC236}">
                <a16:creationId xmlns:a16="http://schemas.microsoft.com/office/drawing/2014/main" id="{53EF2D5D-829C-8919-C192-8D3CBBF27BA6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956431" y="876576"/>
            <a:ext cx="148067" cy="108000"/>
            <a:chOff x="7409659" y="2902132"/>
            <a:chExt cx="317047" cy="239471"/>
          </a:xfrm>
        </p:grpSpPr>
        <p:grpSp>
          <p:nvGrpSpPr>
            <p:cNvPr id="988" name="그룹 987">
              <a:extLst>
                <a:ext uri="{FF2B5EF4-FFF2-40B4-BE49-F238E27FC236}">
                  <a16:creationId xmlns:a16="http://schemas.microsoft.com/office/drawing/2014/main" id="{F67BE36B-9FBA-80CB-2870-F907EFA94F4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93" name="직선 연결선 322">
                <a:extLst>
                  <a:ext uri="{FF2B5EF4-FFF2-40B4-BE49-F238E27FC236}">
                    <a16:creationId xmlns:a16="http://schemas.microsoft.com/office/drawing/2014/main" id="{E0A61D40-479F-D6D2-8C78-E2DEB6D0A39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4" name="직선 연결선 323">
                <a:extLst>
                  <a:ext uri="{FF2B5EF4-FFF2-40B4-BE49-F238E27FC236}">
                    <a16:creationId xmlns:a16="http://schemas.microsoft.com/office/drawing/2014/main" id="{CAF8903E-E540-F1AB-A7BB-F1641C8A126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5" name="직선 연결선 324">
                <a:extLst>
                  <a:ext uri="{FF2B5EF4-FFF2-40B4-BE49-F238E27FC236}">
                    <a16:creationId xmlns:a16="http://schemas.microsoft.com/office/drawing/2014/main" id="{D4DD1B0C-3191-2610-C6E2-D118CAB3545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0" name="직선 연결선 326">
              <a:extLst>
                <a:ext uri="{FF2B5EF4-FFF2-40B4-BE49-F238E27FC236}">
                  <a16:creationId xmlns:a16="http://schemas.microsoft.com/office/drawing/2014/main" id="{2910B3B4-2FD6-6331-525B-D35B6DFBC57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1" name="타원 990">
              <a:extLst>
                <a:ext uri="{FF2B5EF4-FFF2-40B4-BE49-F238E27FC236}">
                  <a16:creationId xmlns:a16="http://schemas.microsoft.com/office/drawing/2014/main" id="{1E7A35D5-97A7-8D40-D210-A5779B92294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996" name="그룹 995">
            <a:extLst>
              <a:ext uri="{FF2B5EF4-FFF2-40B4-BE49-F238E27FC236}">
                <a16:creationId xmlns:a16="http://schemas.microsoft.com/office/drawing/2014/main" id="{59E2020E-4031-8A3E-B2C5-5999DA982D98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878922"/>
            <a:ext cx="148067" cy="108000"/>
            <a:chOff x="7409659" y="2902132"/>
            <a:chExt cx="317047" cy="239471"/>
          </a:xfrm>
        </p:grpSpPr>
        <p:grpSp>
          <p:nvGrpSpPr>
            <p:cNvPr id="997" name="그룹 996">
              <a:extLst>
                <a:ext uri="{FF2B5EF4-FFF2-40B4-BE49-F238E27FC236}">
                  <a16:creationId xmlns:a16="http://schemas.microsoft.com/office/drawing/2014/main" id="{686505DD-28ED-FB02-DE9E-1DEBB5CA006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002" name="직선 연결선 322">
                <a:extLst>
                  <a:ext uri="{FF2B5EF4-FFF2-40B4-BE49-F238E27FC236}">
                    <a16:creationId xmlns:a16="http://schemas.microsoft.com/office/drawing/2014/main" id="{B6D6DCF0-7A6E-C9E2-1552-72A51E6A027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3" name="직선 연결선 323">
                <a:extLst>
                  <a:ext uri="{FF2B5EF4-FFF2-40B4-BE49-F238E27FC236}">
                    <a16:creationId xmlns:a16="http://schemas.microsoft.com/office/drawing/2014/main" id="{F0B1624E-40F7-BA77-296B-56BDBD5CE14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5" name="직선 연결선 324">
                <a:extLst>
                  <a:ext uri="{FF2B5EF4-FFF2-40B4-BE49-F238E27FC236}">
                    <a16:creationId xmlns:a16="http://schemas.microsoft.com/office/drawing/2014/main" id="{FA1A167C-3029-95D1-F5DF-92177FFD42D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8" name="직선 연결선 326">
              <a:extLst>
                <a:ext uri="{FF2B5EF4-FFF2-40B4-BE49-F238E27FC236}">
                  <a16:creationId xmlns:a16="http://schemas.microsoft.com/office/drawing/2014/main" id="{31C3CCC9-26E4-D4E5-3FAC-0B6C015211C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00" name="타원 999">
              <a:extLst>
                <a:ext uri="{FF2B5EF4-FFF2-40B4-BE49-F238E27FC236}">
                  <a16:creationId xmlns:a16="http://schemas.microsoft.com/office/drawing/2014/main" id="{E007B2D9-9C35-AED1-A2AB-AB1C15609E6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036" name="직선 연결선 351">
            <a:extLst>
              <a:ext uri="{FF2B5EF4-FFF2-40B4-BE49-F238E27FC236}">
                <a16:creationId xmlns:a16="http://schemas.microsoft.com/office/drawing/2014/main" id="{E061B815-D57A-80C8-FA4D-16D8F77D2A4F}"/>
              </a:ext>
            </a:extLst>
          </p:cNvPr>
          <p:cNvCxnSpPr>
            <a:cxnSpLocks/>
          </p:cNvCxnSpPr>
          <p:nvPr/>
        </p:nvCxnSpPr>
        <p:spPr>
          <a:xfrm>
            <a:off x="9791251" y="194870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7" name="직선 연결선 351">
            <a:extLst>
              <a:ext uri="{FF2B5EF4-FFF2-40B4-BE49-F238E27FC236}">
                <a16:creationId xmlns:a16="http://schemas.microsoft.com/office/drawing/2014/main" id="{FF3CCAFC-55D0-E581-F010-F4E0EFC1AB12}"/>
              </a:ext>
            </a:extLst>
          </p:cNvPr>
          <p:cNvCxnSpPr>
            <a:cxnSpLocks/>
          </p:cNvCxnSpPr>
          <p:nvPr/>
        </p:nvCxnSpPr>
        <p:spPr>
          <a:xfrm>
            <a:off x="9793398" y="2191667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8" name="직선 연결선[R] 1037">
            <a:extLst>
              <a:ext uri="{FF2B5EF4-FFF2-40B4-BE49-F238E27FC236}">
                <a16:creationId xmlns:a16="http://schemas.microsoft.com/office/drawing/2014/main" id="{5AC86D43-3C66-9698-6DE2-49CAB14D77E3}"/>
              </a:ext>
            </a:extLst>
          </p:cNvPr>
          <p:cNvCxnSpPr>
            <a:cxnSpLocks/>
          </p:cNvCxnSpPr>
          <p:nvPr/>
        </p:nvCxnSpPr>
        <p:spPr>
          <a:xfrm flipH="1">
            <a:off x="8588046" y="1299699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7" name="직선 연결선 351">
            <a:extLst>
              <a:ext uri="{FF2B5EF4-FFF2-40B4-BE49-F238E27FC236}">
                <a16:creationId xmlns:a16="http://schemas.microsoft.com/office/drawing/2014/main" id="{83DF4FA8-D8BE-A1DF-8068-B1493231D1D5}"/>
              </a:ext>
            </a:extLst>
          </p:cNvPr>
          <p:cNvCxnSpPr>
            <a:cxnSpLocks/>
          </p:cNvCxnSpPr>
          <p:nvPr/>
        </p:nvCxnSpPr>
        <p:spPr>
          <a:xfrm>
            <a:off x="8639467" y="108422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직선 연결선 351">
            <a:extLst>
              <a:ext uri="{FF2B5EF4-FFF2-40B4-BE49-F238E27FC236}">
                <a16:creationId xmlns:a16="http://schemas.microsoft.com/office/drawing/2014/main" id="{C032BC13-9300-D12B-8E06-1B504568AC1D}"/>
              </a:ext>
            </a:extLst>
          </p:cNvPr>
          <p:cNvCxnSpPr>
            <a:cxnSpLocks/>
          </p:cNvCxnSpPr>
          <p:nvPr/>
        </p:nvCxnSpPr>
        <p:spPr>
          <a:xfrm>
            <a:off x="8636460" y="121979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8" name="직선 연결선 351">
            <a:extLst>
              <a:ext uri="{FF2B5EF4-FFF2-40B4-BE49-F238E27FC236}">
                <a16:creationId xmlns:a16="http://schemas.microsoft.com/office/drawing/2014/main" id="{0B080CEC-3120-3DF9-1659-C0179FA93058}"/>
              </a:ext>
            </a:extLst>
          </p:cNvPr>
          <p:cNvCxnSpPr>
            <a:cxnSpLocks/>
          </p:cNvCxnSpPr>
          <p:nvPr/>
        </p:nvCxnSpPr>
        <p:spPr>
          <a:xfrm>
            <a:off x="5613906" y="329055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9" name="직선 연결선 351">
            <a:extLst>
              <a:ext uri="{FF2B5EF4-FFF2-40B4-BE49-F238E27FC236}">
                <a16:creationId xmlns:a16="http://schemas.microsoft.com/office/drawing/2014/main" id="{5F00EF9A-BBC1-AA46-EAEE-7C441AD6F64B}"/>
              </a:ext>
            </a:extLst>
          </p:cNvPr>
          <p:cNvCxnSpPr>
            <a:cxnSpLocks/>
          </p:cNvCxnSpPr>
          <p:nvPr/>
        </p:nvCxnSpPr>
        <p:spPr>
          <a:xfrm>
            <a:off x="6086474" y="387041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2" name="직선 연결선 351">
            <a:extLst>
              <a:ext uri="{FF2B5EF4-FFF2-40B4-BE49-F238E27FC236}">
                <a16:creationId xmlns:a16="http://schemas.microsoft.com/office/drawing/2014/main" id="{B559019F-5262-CDAE-1878-879A68346FF6}"/>
              </a:ext>
            </a:extLst>
          </p:cNvPr>
          <p:cNvCxnSpPr>
            <a:cxnSpLocks/>
          </p:cNvCxnSpPr>
          <p:nvPr/>
        </p:nvCxnSpPr>
        <p:spPr>
          <a:xfrm>
            <a:off x="7813083" y="3074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3" name="직선 연결선 351">
            <a:extLst>
              <a:ext uri="{FF2B5EF4-FFF2-40B4-BE49-F238E27FC236}">
                <a16:creationId xmlns:a16="http://schemas.microsoft.com/office/drawing/2014/main" id="{74856759-0981-9F45-11D8-05BDD2F13B19}"/>
              </a:ext>
            </a:extLst>
          </p:cNvPr>
          <p:cNvCxnSpPr>
            <a:cxnSpLocks/>
          </p:cNvCxnSpPr>
          <p:nvPr/>
        </p:nvCxnSpPr>
        <p:spPr>
          <a:xfrm>
            <a:off x="7815022" y="566811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0" name="직선 연결선 351">
            <a:extLst>
              <a:ext uri="{FF2B5EF4-FFF2-40B4-BE49-F238E27FC236}">
                <a16:creationId xmlns:a16="http://schemas.microsoft.com/office/drawing/2014/main" id="{6214A918-8B1D-C102-CEBA-D1B845799B7A}"/>
              </a:ext>
            </a:extLst>
          </p:cNvPr>
          <p:cNvCxnSpPr>
            <a:cxnSpLocks/>
          </p:cNvCxnSpPr>
          <p:nvPr/>
        </p:nvCxnSpPr>
        <p:spPr>
          <a:xfrm>
            <a:off x="4637536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9" name="직선 연결선 351">
            <a:extLst>
              <a:ext uri="{FF2B5EF4-FFF2-40B4-BE49-F238E27FC236}">
                <a16:creationId xmlns:a16="http://schemas.microsoft.com/office/drawing/2014/main" id="{F773B334-7481-521F-C734-F34637ABDFEA}"/>
              </a:ext>
            </a:extLst>
          </p:cNvPr>
          <p:cNvCxnSpPr>
            <a:cxnSpLocks/>
          </p:cNvCxnSpPr>
          <p:nvPr/>
        </p:nvCxnSpPr>
        <p:spPr>
          <a:xfrm>
            <a:off x="8644508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5" name="직선 연결선 351">
            <a:extLst>
              <a:ext uri="{FF2B5EF4-FFF2-40B4-BE49-F238E27FC236}">
                <a16:creationId xmlns:a16="http://schemas.microsoft.com/office/drawing/2014/main" id="{EE873895-C4F2-A1DD-8509-20244132AF7E}"/>
              </a:ext>
            </a:extLst>
          </p:cNvPr>
          <p:cNvCxnSpPr>
            <a:cxnSpLocks/>
          </p:cNvCxnSpPr>
          <p:nvPr/>
        </p:nvCxnSpPr>
        <p:spPr>
          <a:xfrm>
            <a:off x="11445142" y="413217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27" name="그룹 826">
            <a:extLst>
              <a:ext uri="{FF2B5EF4-FFF2-40B4-BE49-F238E27FC236}">
                <a16:creationId xmlns:a16="http://schemas.microsoft.com/office/drawing/2014/main" id="{A0F64EE1-AD23-ED5C-5AB8-5FAB1945C046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3415367"/>
            <a:ext cx="148067" cy="108000"/>
            <a:chOff x="7409659" y="2902132"/>
            <a:chExt cx="317047" cy="239471"/>
          </a:xfrm>
        </p:grpSpPr>
        <p:grpSp>
          <p:nvGrpSpPr>
            <p:cNvPr id="830" name="그룹 829">
              <a:extLst>
                <a:ext uri="{FF2B5EF4-FFF2-40B4-BE49-F238E27FC236}">
                  <a16:creationId xmlns:a16="http://schemas.microsoft.com/office/drawing/2014/main" id="{5BFF3205-A65A-7ACF-F0B4-844D4646B78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37" name="직선 연결선 322">
                <a:extLst>
                  <a:ext uri="{FF2B5EF4-FFF2-40B4-BE49-F238E27FC236}">
                    <a16:creationId xmlns:a16="http://schemas.microsoft.com/office/drawing/2014/main" id="{DC476BC7-490B-A4B2-22F9-95DC04F7D5B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8" name="직선 연결선 323">
                <a:extLst>
                  <a:ext uri="{FF2B5EF4-FFF2-40B4-BE49-F238E27FC236}">
                    <a16:creationId xmlns:a16="http://schemas.microsoft.com/office/drawing/2014/main" id="{9149B673-8993-F246-16B8-2F5A0E4781D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9" name="직선 연결선 324">
                <a:extLst>
                  <a:ext uri="{FF2B5EF4-FFF2-40B4-BE49-F238E27FC236}">
                    <a16:creationId xmlns:a16="http://schemas.microsoft.com/office/drawing/2014/main" id="{B5180441-3C6C-4A6E-8272-55586EB7B7C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31" name="직선 연결선 326">
              <a:extLst>
                <a:ext uri="{FF2B5EF4-FFF2-40B4-BE49-F238E27FC236}">
                  <a16:creationId xmlns:a16="http://schemas.microsoft.com/office/drawing/2014/main" id="{1287E896-49EF-E626-C8D5-5CAB47A9F0E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32" name="타원 831">
              <a:extLst>
                <a:ext uri="{FF2B5EF4-FFF2-40B4-BE49-F238E27FC236}">
                  <a16:creationId xmlns:a16="http://schemas.microsoft.com/office/drawing/2014/main" id="{AADA8F75-9B6B-DF60-29C8-3AB0E0790DB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41" name="그룹 840">
            <a:extLst>
              <a:ext uri="{FF2B5EF4-FFF2-40B4-BE49-F238E27FC236}">
                <a16:creationId xmlns:a16="http://schemas.microsoft.com/office/drawing/2014/main" id="{97F23682-3B63-92A8-D99E-6D15D988ECF2}"/>
              </a:ext>
            </a:extLst>
          </p:cNvPr>
          <p:cNvGrpSpPr>
            <a:grpSpLocks noChangeAspect="1"/>
          </p:cNvGrpSpPr>
          <p:nvPr/>
        </p:nvGrpSpPr>
        <p:grpSpPr>
          <a:xfrm>
            <a:off x="10992663" y="3530401"/>
            <a:ext cx="148067" cy="108000"/>
            <a:chOff x="7409659" y="2902132"/>
            <a:chExt cx="317047" cy="239471"/>
          </a:xfrm>
        </p:grpSpPr>
        <p:grpSp>
          <p:nvGrpSpPr>
            <p:cNvPr id="845" name="그룹 844">
              <a:extLst>
                <a:ext uri="{FF2B5EF4-FFF2-40B4-BE49-F238E27FC236}">
                  <a16:creationId xmlns:a16="http://schemas.microsoft.com/office/drawing/2014/main" id="{C5EEE1E5-67D7-118B-C971-E8F5D1882A5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48" name="직선 연결선 322">
                <a:extLst>
                  <a:ext uri="{FF2B5EF4-FFF2-40B4-BE49-F238E27FC236}">
                    <a16:creationId xmlns:a16="http://schemas.microsoft.com/office/drawing/2014/main" id="{583645E1-F134-431B-7C64-0F120133874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0" name="직선 연결선 323">
                <a:extLst>
                  <a:ext uri="{FF2B5EF4-FFF2-40B4-BE49-F238E27FC236}">
                    <a16:creationId xmlns:a16="http://schemas.microsoft.com/office/drawing/2014/main" id="{DFEC5943-47A6-2235-B6C5-303152F4885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1" name="직선 연결선 324">
                <a:extLst>
                  <a:ext uri="{FF2B5EF4-FFF2-40B4-BE49-F238E27FC236}">
                    <a16:creationId xmlns:a16="http://schemas.microsoft.com/office/drawing/2014/main" id="{E9A7A349-CC61-C4D5-0312-1D7415F4BA2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46" name="직선 연결선 326">
              <a:extLst>
                <a:ext uri="{FF2B5EF4-FFF2-40B4-BE49-F238E27FC236}">
                  <a16:creationId xmlns:a16="http://schemas.microsoft.com/office/drawing/2014/main" id="{214AA00B-2D04-EA3E-C922-A279BAAABBF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7" name="타원 846">
              <a:extLst>
                <a:ext uri="{FF2B5EF4-FFF2-40B4-BE49-F238E27FC236}">
                  <a16:creationId xmlns:a16="http://schemas.microsoft.com/office/drawing/2014/main" id="{3BFF50DD-0CCF-C9F4-22C5-118CDC05A49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56" name="그룹 855">
            <a:extLst>
              <a:ext uri="{FF2B5EF4-FFF2-40B4-BE49-F238E27FC236}">
                <a16:creationId xmlns:a16="http://schemas.microsoft.com/office/drawing/2014/main" id="{EBFC171C-20F6-2CCD-21F2-762706B7A79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226254" y="3747042"/>
            <a:ext cx="148067" cy="108000"/>
            <a:chOff x="7409659" y="2902132"/>
            <a:chExt cx="317047" cy="239471"/>
          </a:xfrm>
        </p:grpSpPr>
        <p:grpSp>
          <p:nvGrpSpPr>
            <p:cNvPr id="857" name="그룹 856">
              <a:extLst>
                <a:ext uri="{FF2B5EF4-FFF2-40B4-BE49-F238E27FC236}">
                  <a16:creationId xmlns:a16="http://schemas.microsoft.com/office/drawing/2014/main" id="{B9C2D999-611E-2404-3693-A63991C49B2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63" name="직선 연결선 322">
                <a:extLst>
                  <a:ext uri="{FF2B5EF4-FFF2-40B4-BE49-F238E27FC236}">
                    <a16:creationId xmlns:a16="http://schemas.microsoft.com/office/drawing/2014/main" id="{A8274158-8116-D2FC-B0FB-572211CC0DD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4" name="직선 연결선 323">
                <a:extLst>
                  <a:ext uri="{FF2B5EF4-FFF2-40B4-BE49-F238E27FC236}">
                    <a16:creationId xmlns:a16="http://schemas.microsoft.com/office/drawing/2014/main" id="{D9FE1E3B-8F3A-E108-4064-75A2666BAD4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5" name="직선 연결선 324">
                <a:extLst>
                  <a:ext uri="{FF2B5EF4-FFF2-40B4-BE49-F238E27FC236}">
                    <a16:creationId xmlns:a16="http://schemas.microsoft.com/office/drawing/2014/main" id="{0AF3A505-0CC5-788B-9B79-6070C414460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59" name="직선 연결선 326">
              <a:extLst>
                <a:ext uri="{FF2B5EF4-FFF2-40B4-BE49-F238E27FC236}">
                  <a16:creationId xmlns:a16="http://schemas.microsoft.com/office/drawing/2014/main" id="{671AF2F9-F416-458D-9543-93269AFAB0B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60" name="타원 859">
              <a:extLst>
                <a:ext uri="{FF2B5EF4-FFF2-40B4-BE49-F238E27FC236}">
                  <a16:creationId xmlns:a16="http://schemas.microsoft.com/office/drawing/2014/main" id="{C7352D09-94BC-6330-649A-26F5DFE6B12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75" name="그룹 874">
            <a:extLst>
              <a:ext uri="{FF2B5EF4-FFF2-40B4-BE49-F238E27FC236}">
                <a16:creationId xmlns:a16="http://schemas.microsoft.com/office/drawing/2014/main" id="{0561FF41-B828-CC90-1688-9A8B9F510DA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68747" y="5955362"/>
            <a:ext cx="148067" cy="108000"/>
            <a:chOff x="7409659" y="2902132"/>
            <a:chExt cx="317047" cy="239471"/>
          </a:xfrm>
        </p:grpSpPr>
        <p:grpSp>
          <p:nvGrpSpPr>
            <p:cNvPr id="877" name="그룹 876">
              <a:extLst>
                <a:ext uri="{FF2B5EF4-FFF2-40B4-BE49-F238E27FC236}">
                  <a16:creationId xmlns:a16="http://schemas.microsoft.com/office/drawing/2014/main" id="{890B4993-72D8-CC85-CED2-D516BBFDA96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81" name="직선 연결선 322">
                <a:extLst>
                  <a:ext uri="{FF2B5EF4-FFF2-40B4-BE49-F238E27FC236}">
                    <a16:creationId xmlns:a16="http://schemas.microsoft.com/office/drawing/2014/main" id="{4D72D6E4-461C-9E15-1257-7DFBF624A7C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2" name="직선 연결선 323">
                <a:extLst>
                  <a:ext uri="{FF2B5EF4-FFF2-40B4-BE49-F238E27FC236}">
                    <a16:creationId xmlns:a16="http://schemas.microsoft.com/office/drawing/2014/main" id="{1616F8EA-D448-CF1D-C018-9799D6245E9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4" name="직선 연결선 324">
                <a:extLst>
                  <a:ext uri="{FF2B5EF4-FFF2-40B4-BE49-F238E27FC236}">
                    <a16:creationId xmlns:a16="http://schemas.microsoft.com/office/drawing/2014/main" id="{6DAEA1A0-0031-C9EC-947F-CD9048A2F22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78" name="직선 연결선 326">
              <a:extLst>
                <a:ext uri="{FF2B5EF4-FFF2-40B4-BE49-F238E27FC236}">
                  <a16:creationId xmlns:a16="http://schemas.microsoft.com/office/drawing/2014/main" id="{64AA6D7F-3EA0-E130-70B3-122463668C0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80" name="타원 879">
              <a:extLst>
                <a:ext uri="{FF2B5EF4-FFF2-40B4-BE49-F238E27FC236}">
                  <a16:creationId xmlns:a16="http://schemas.microsoft.com/office/drawing/2014/main" id="{5918366D-4285-9ED7-BF1F-6AFA9822979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885" name="직선 연결선 351">
            <a:extLst>
              <a:ext uri="{FF2B5EF4-FFF2-40B4-BE49-F238E27FC236}">
                <a16:creationId xmlns:a16="http://schemas.microsoft.com/office/drawing/2014/main" id="{47D04A60-4182-28FC-8F0C-760310EB1227}"/>
              </a:ext>
            </a:extLst>
          </p:cNvPr>
          <p:cNvCxnSpPr>
            <a:cxnSpLocks/>
          </p:cNvCxnSpPr>
          <p:nvPr/>
        </p:nvCxnSpPr>
        <p:spPr>
          <a:xfrm>
            <a:off x="3955710" y="597732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9" name="직선 연결선 351">
            <a:extLst>
              <a:ext uri="{FF2B5EF4-FFF2-40B4-BE49-F238E27FC236}">
                <a16:creationId xmlns:a16="http://schemas.microsoft.com/office/drawing/2014/main" id="{A337A3B1-10E6-B02C-8C17-EEE2854AAADC}"/>
              </a:ext>
            </a:extLst>
          </p:cNvPr>
          <p:cNvCxnSpPr>
            <a:cxnSpLocks/>
          </p:cNvCxnSpPr>
          <p:nvPr/>
        </p:nvCxnSpPr>
        <p:spPr>
          <a:xfrm>
            <a:off x="3821190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0" name="직선 연결선 351">
            <a:extLst>
              <a:ext uri="{FF2B5EF4-FFF2-40B4-BE49-F238E27FC236}">
                <a16:creationId xmlns:a16="http://schemas.microsoft.com/office/drawing/2014/main" id="{CE3C3F13-2CC4-C94A-7E05-3EEB3382B79A}"/>
              </a:ext>
            </a:extLst>
          </p:cNvPr>
          <p:cNvCxnSpPr>
            <a:cxnSpLocks/>
          </p:cNvCxnSpPr>
          <p:nvPr/>
        </p:nvCxnSpPr>
        <p:spPr>
          <a:xfrm>
            <a:off x="3821190" y="55272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3" name="직선 연결선 351">
            <a:extLst>
              <a:ext uri="{FF2B5EF4-FFF2-40B4-BE49-F238E27FC236}">
                <a16:creationId xmlns:a16="http://schemas.microsoft.com/office/drawing/2014/main" id="{8FE68F9A-60B6-2E46-F000-13B95E86D2DF}"/>
              </a:ext>
            </a:extLst>
          </p:cNvPr>
          <p:cNvCxnSpPr>
            <a:cxnSpLocks/>
          </p:cNvCxnSpPr>
          <p:nvPr/>
        </p:nvCxnSpPr>
        <p:spPr>
          <a:xfrm>
            <a:off x="4094229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0" name="직선 연결선 351">
            <a:extLst>
              <a:ext uri="{FF2B5EF4-FFF2-40B4-BE49-F238E27FC236}">
                <a16:creationId xmlns:a16="http://schemas.microsoft.com/office/drawing/2014/main" id="{5AC18CE6-46A2-DB6A-387B-04B6F6E84D88}"/>
              </a:ext>
            </a:extLst>
          </p:cNvPr>
          <p:cNvCxnSpPr>
            <a:cxnSpLocks/>
          </p:cNvCxnSpPr>
          <p:nvPr/>
        </p:nvCxnSpPr>
        <p:spPr>
          <a:xfrm>
            <a:off x="4173906" y="598272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1" name="직선 연결선 351">
            <a:extLst>
              <a:ext uri="{FF2B5EF4-FFF2-40B4-BE49-F238E27FC236}">
                <a16:creationId xmlns:a16="http://schemas.microsoft.com/office/drawing/2014/main" id="{65523BF1-EB54-D893-301B-92A3B1CAFBB0}"/>
              </a:ext>
            </a:extLst>
          </p:cNvPr>
          <p:cNvCxnSpPr>
            <a:cxnSpLocks/>
          </p:cNvCxnSpPr>
          <p:nvPr/>
        </p:nvCxnSpPr>
        <p:spPr>
          <a:xfrm>
            <a:off x="4263255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4" name="직선 연결선 351">
            <a:extLst>
              <a:ext uri="{FF2B5EF4-FFF2-40B4-BE49-F238E27FC236}">
                <a16:creationId xmlns:a16="http://schemas.microsoft.com/office/drawing/2014/main" id="{2A4055F6-E418-1C21-B773-F43CD5A0782D}"/>
              </a:ext>
            </a:extLst>
          </p:cNvPr>
          <p:cNvCxnSpPr>
            <a:cxnSpLocks/>
          </p:cNvCxnSpPr>
          <p:nvPr/>
        </p:nvCxnSpPr>
        <p:spPr>
          <a:xfrm>
            <a:off x="7976465" y="27318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36" name="그룹 1135">
            <a:extLst>
              <a:ext uri="{FF2B5EF4-FFF2-40B4-BE49-F238E27FC236}">
                <a16:creationId xmlns:a16="http://schemas.microsoft.com/office/drawing/2014/main" id="{DCD0E94E-7BB7-B648-8661-35BB296E1EA7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707718" y="4523273"/>
            <a:ext cx="57088" cy="108000"/>
            <a:chOff x="7604467" y="2108611"/>
            <a:chExt cx="122239" cy="239471"/>
          </a:xfrm>
        </p:grpSpPr>
        <p:grpSp>
          <p:nvGrpSpPr>
            <p:cNvPr id="1137" name="그룹 1136">
              <a:extLst>
                <a:ext uri="{FF2B5EF4-FFF2-40B4-BE49-F238E27FC236}">
                  <a16:creationId xmlns:a16="http://schemas.microsoft.com/office/drawing/2014/main" id="{E79436AC-C12D-EC77-CA59-5EE7B813AEF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39" name="직선 연결선 359">
                <a:extLst>
                  <a:ext uri="{FF2B5EF4-FFF2-40B4-BE49-F238E27FC236}">
                    <a16:creationId xmlns:a16="http://schemas.microsoft.com/office/drawing/2014/main" id="{F71F839F-A181-3A7F-91B9-C9755F04328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0" name="직선 연결선 360">
                <a:extLst>
                  <a:ext uri="{FF2B5EF4-FFF2-40B4-BE49-F238E27FC236}">
                    <a16:creationId xmlns:a16="http://schemas.microsoft.com/office/drawing/2014/main" id="{D6AEA9E5-D962-FBD2-AF46-42759B572A2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1" name="직선 연결선 361">
                <a:extLst>
                  <a:ext uri="{FF2B5EF4-FFF2-40B4-BE49-F238E27FC236}">
                    <a16:creationId xmlns:a16="http://schemas.microsoft.com/office/drawing/2014/main" id="{D7FC901E-15CC-C310-EA53-60CFACAD333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8" name="직선 연결선 363">
              <a:extLst>
                <a:ext uri="{FF2B5EF4-FFF2-40B4-BE49-F238E27FC236}">
                  <a16:creationId xmlns:a16="http://schemas.microsoft.com/office/drawing/2014/main" id="{CBEF683D-34D0-5C1E-B212-473458CE6761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42" name="직선 연결선 351">
            <a:extLst>
              <a:ext uri="{FF2B5EF4-FFF2-40B4-BE49-F238E27FC236}">
                <a16:creationId xmlns:a16="http://schemas.microsoft.com/office/drawing/2014/main" id="{0A07AF97-0438-5EA4-C59B-9E611629494E}"/>
              </a:ext>
            </a:extLst>
          </p:cNvPr>
          <p:cNvCxnSpPr>
            <a:cxnSpLocks/>
          </p:cNvCxnSpPr>
          <p:nvPr/>
        </p:nvCxnSpPr>
        <p:spPr>
          <a:xfrm>
            <a:off x="4442780" y="283966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2" name="직선 연결선 351">
            <a:extLst>
              <a:ext uri="{FF2B5EF4-FFF2-40B4-BE49-F238E27FC236}">
                <a16:creationId xmlns:a16="http://schemas.microsoft.com/office/drawing/2014/main" id="{92E00D4D-998F-1A28-D506-1397E210D806}"/>
              </a:ext>
            </a:extLst>
          </p:cNvPr>
          <p:cNvCxnSpPr>
            <a:cxnSpLocks/>
          </p:cNvCxnSpPr>
          <p:nvPr/>
        </p:nvCxnSpPr>
        <p:spPr>
          <a:xfrm>
            <a:off x="7980416" y="545198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9" name="직선 연결선 351">
            <a:extLst>
              <a:ext uri="{FF2B5EF4-FFF2-40B4-BE49-F238E27FC236}">
                <a16:creationId xmlns:a16="http://schemas.microsoft.com/office/drawing/2014/main" id="{0ACC14AA-B514-9DFB-E9B1-1D5D9373DED3}"/>
              </a:ext>
            </a:extLst>
          </p:cNvPr>
          <p:cNvCxnSpPr>
            <a:cxnSpLocks/>
          </p:cNvCxnSpPr>
          <p:nvPr/>
        </p:nvCxnSpPr>
        <p:spPr>
          <a:xfrm>
            <a:off x="7975450" y="329578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6" name="직선 연결선 351">
            <a:extLst>
              <a:ext uri="{FF2B5EF4-FFF2-40B4-BE49-F238E27FC236}">
                <a16:creationId xmlns:a16="http://schemas.microsoft.com/office/drawing/2014/main" id="{F96F7E6F-9964-60A2-9081-73A5467E2A2F}"/>
              </a:ext>
            </a:extLst>
          </p:cNvPr>
          <p:cNvCxnSpPr>
            <a:cxnSpLocks/>
          </p:cNvCxnSpPr>
          <p:nvPr/>
        </p:nvCxnSpPr>
        <p:spPr>
          <a:xfrm>
            <a:off x="2813490" y="31901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3" name="직선 연결선 351">
            <a:extLst>
              <a:ext uri="{FF2B5EF4-FFF2-40B4-BE49-F238E27FC236}">
                <a16:creationId xmlns:a16="http://schemas.microsoft.com/office/drawing/2014/main" id="{3AAFACDF-05D2-33AB-CE9E-74D6EE7A2213}"/>
              </a:ext>
            </a:extLst>
          </p:cNvPr>
          <p:cNvCxnSpPr>
            <a:cxnSpLocks/>
          </p:cNvCxnSpPr>
          <p:nvPr/>
        </p:nvCxnSpPr>
        <p:spPr>
          <a:xfrm>
            <a:off x="3810317" y="250607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5" name="직선 연결선[R] 1174">
            <a:extLst>
              <a:ext uri="{FF2B5EF4-FFF2-40B4-BE49-F238E27FC236}">
                <a16:creationId xmlns:a16="http://schemas.microsoft.com/office/drawing/2014/main" id="{3F29EDAA-68CA-41B4-4C9D-BA0F779C2ADB}"/>
              </a:ext>
            </a:extLst>
          </p:cNvPr>
          <p:cNvCxnSpPr>
            <a:cxnSpLocks/>
            <a:endCxn id="940" idx="3"/>
          </p:cNvCxnSpPr>
          <p:nvPr/>
        </p:nvCxnSpPr>
        <p:spPr>
          <a:xfrm flipH="1">
            <a:off x="3227490" y="2013431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직선 연결선[R] 1178">
            <a:extLst>
              <a:ext uri="{FF2B5EF4-FFF2-40B4-BE49-F238E27FC236}">
                <a16:creationId xmlns:a16="http://schemas.microsoft.com/office/drawing/2014/main" id="{BC21853A-A8F3-2B29-79F7-7597AFE55943}"/>
              </a:ext>
            </a:extLst>
          </p:cNvPr>
          <p:cNvCxnSpPr>
            <a:cxnSpLocks/>
          </p:cNvCxnSpPr>
          <p:nvPr/>
        </p:nvCxnSpPr>
        <p:spPr>
          <a:xfrm flipV="1">
            <a:off x="4004630" y="2013431"/>
            <a:ext cx="0" cy="3280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직선 연결선 351">
            <a:extLst>
              <a:ext uri="{FF2B5EF4-FFF2-40B4-BE49-F238E27FC236}">
                <a16:creationId xmlns:a16="http://schemas.microsoft.com/office/drawing/2014/main" id="{5D03B2DD-37A9-0C03-0353-0C65D267795B}"/>
              </a:ext>
            </a:extLst>
          </p:cNvPr>
          <p:cNvCxnSpPr>
            <a:cxnSpLocks/>
          </p:cNvCxnSpPr>
          <p:nvPr/>
        </p:nvCxnSpPr>
        <p:spPr>
          <a:xfrm>
            <a:off x="395063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6" name="직선 연결선 351">
            <a:extLst>
              <a:ext uri="{FF2B5EF4-FFF2-40B4-BE49-F238E27FC236}">
                <a16:creationId xmlns:a16="http://schemas.microsoft.com/office/drawing/2014/main" id="{1A23E14E-60FD-580A-43EE-5B8E50896847}"/>
              </a:ext>
            </a:extLst>
          </p:cNvPr>
          <p:cNvCxnSpPr>
            <a:cxnSpLocks/>
          </p:cNvCxnSpPr>
          <p:nvPr/>
        </p:nvCxnSpPr>
        <p:spPr>
          <a:xfrm>
            <a:off x="1926187" y="194828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7" name="직선 연결선 351">
            <a:extLst>
              <a:ext uri="{FF2B5EF4-FFF2-40B4-BE49-F238E27FC236}">
                <a16:creationId xmlns:a16="http://schemas.microsoft.com/office/drawing/2014/main" id="{952AB57F-2F39-E474-460A-DB8FCDE8848C}"/>
              </a:ext>
            </a:extLst>
          </p:cNvPr>
          <p:cNvCxnSpPr>
            <a:cxnSpLocks/>
          </p:cNvCxnSpPr>
          <p:nvPr/>
        </p:nvCxnSpPr>
        <p:spPr>
          <a:xfrm>
            <a:off x="408740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04" name="그룹 1203">
            <a:extLst>
              <a:ext uri="{FF2B5EF4-FFF2-40B4-BE49-F238E27FC236}">
                <a16:creationId xmlns:a16="http://schemas.microsoft.com/office/drawing/2014/main" id="{748A982C-B466-1452-FD67-BC1AF0F5F050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796779" y="842668"/>
            <a:ext cx="148067" cy="108000"/>
            <a:chOff x="7409659" y="2902132"/>
            <a:chExt cx="317047" cy="239471"/>
          </a:xfrm>
        </p:grpSpPr>
        <p:grpSp>
          <p:nvGrpSpPr>
            <p:cNvPr id="1205" name="그룹 1204">
              <a:extLst>
                <a:ext uri="{FF2B5EF4-FFF2-40B4-BE49-F238E27FC236}">
                  <a16:creationId xmlns:a16="http://schemas.microsoft.com/office/drawing/2014/main" id="{6E18E809-6C4F-355F-C253-F6000D7DAB2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08" name="직선 연결선 322">
                <a:extLst>
                  <a:ext uri="{FF2B5EF4-FFF2-40B4-BE49-F238E27FC236}">
                    <a16:creationId xmlns:a16="http://schemas.microsoft.com/office/drawing/2014/main" id="{E00486A8-E522-AB1C-1A86-40C76522CB2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9" name="직선 연결선 323">
                <a:extLst>
                  <a:ext uri="{FF2B5EF4-FFF2-40B4-BE49-F238E27FC236}">
                    <a16:creationId xmlns:a16="http://schemas.microsoft.com/office/drawing/2014/main" id="{2E0B0559-2F8F-AF87-D99D-39EDDCA8774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0" name="직선 연결선 324">
                <a:extLst>
                  <a:ext uri="{FF2B5EF4-FFF2-40B4-BE49-F238E27FC236}">
                    <a16:creationId xmlns:a16="http://schemas.microsoft.com/office/drawing/2014/main" id="{FA278E4E-A598-3905-8248-34D75D83880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06" name="직선 연결선 326">
              <a:extLst>
                <a:ext uri="{FF2B5EF4-FFF2-40B4-BE49-F238E27FC236}">
                  <a16:creationId xmlns:a16="http://schemas.microsoft.com/office/drawing/2014/main" id="{97580A28-7CE7-039B-2C90-B111473258A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07" name="타원 1206">
              <a:extLst>
                <a:ext uri="{FF2B5EF4-FFF2-40B4-BE49-F238E27FC236}">
                  <a16:creationId xmlns:a16="http://schemas.microsoft.com/office/drawing/2014/main" id="{96575909-D927-81DD-A851-59DAF2FC80E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18" name="직선 연결선 351">
            <a:extLst>
              <a:ext uri="{FF2B5EF4-FFF2-40B4-BE49-F238E27FC236}">
                <a16:creationId xmlns:a16="http://schemas.microsoft.com/office/drawing/2014/main" id="{20D21205-D224-05A5-0489-5D7CADE58487}"/>
              </a:ext>
            </a:extLst>
          </p:cNvPr>
          <p:cNvCxnSpPr>
            <a:cxnSpLocks/>
          </p:cNvCxnSpPr>
          <p:nvPr/>
        </p:nvCxnSpPr>
        <p:spPr>
          <a:xfrm>
            <a:off x="441738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20" name="그룹 1219">
            <a:extLst>
              <a:ext uri="{FF2B5EF4-FFF2-40B4-BE49-F238E27FC236}">
                <a16:creationId xmlns:a16="http://schemas.microsoft.com/office/drawing/2014/main" id="{6473CD32-BCDA-2630-FBEF-3A3DD1321F1A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5593873" y="556495"/>
            <a:ext cx="148067" cy="108000"/>
            <a:chOff x="7409659" y="2902132"/>
            <a:chExt cx="317047" cy="239471"/>
          </a:xfrm>
        </p:grpSpPr>
        <p:grpSp>
          <p:nvGrpSpPr>
            <p:cNvPr id="1221" name="그룹 1220">
              <a:extLst>
                <a:ext uri="{FF2B5EF4-FFF2-40B4-BE49-F238E27FC236}">
                  <a16:creationId xmlns:a16="http://schemas.microsoft.com/office/drawing/2014/main" id="{DF9D5912-4525-585D-2FA8-AEA59CD0843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24" name="직선 연결선 322">
                <a:extLst>
                  <a:ext uri="{FF2B5EF4-FFF2-40B4-BE49-F238E27FC236}">
                    <a16:creationId xmlns:a16="http://schemas.microsoft.com/office/drawing/2014/main" id="{5A100D47-5F57-B33A-936A-99EFA88E98A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5" name="직선 연결선 323">
                <a:extLst>
                  <a:ext uri="{FF2B5EF4-FFF2-40B4-BE49-F238E27FC236}">
                    <a16:creationId xmlns:a16="http://schemas.microsoft.com/office/drawing/2014/main" id="{17521128-16E8-8B0D-2F48-A646FD5F137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6" name="직선 연결선 324">
                <a:extLst>
                  <a:ext uri="{FF2B5EF4-FFF2-40B4-BE49-F238E27FC236}">
                    <a16:creationId xmlns:a16="http://schemas.microsoft.com/office/drawing/2014/main" id="{6670F1E3-5C00-7BE4-0810-4D788B8EA0F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22" name="직선 연결선 326">
              <a:extLst>
                <a:ext uri="{FF2B5EF4-FFF2-40B4-BE49-F238E27FC236}">
                  <a16:creationId xmlns:a16="http://schemas.microsoft.com/office/drawing/2014/main" id="{5383AC37-DADC-C360-D989-8AF1AB91BA1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23" name="타원 1222">
              <a:extLst>
                <a:ext uri="{FF2B5EF4-FFF2-40B4-BE49-F238E27FC236}">
                  <a16:creationId xmlns:a16="http://schemas.microsoft.com/office/drawing/2014/main" id="{1F491277-E24B-9354-6065-94C08895D5D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35" name="직선 연결선 351">
            <a:extLst>
              <a:ext uri="{FF2B5EF4-FFF2-40B4-BE49-F238E27FC236}">
                <a16:creationId xmlns:a16="http://schemas.microsoft.com/office/drawing/2014/main" id="{A04B7AC9-FE8C-FF15-D12A-B76923FA1011}"/>
              </a:ext>
            </a:extLst>
          </p:cNvPr>
          <p:cNvCxnSpPr>
            <a:cxnSpLocks/>
          </p:cNvCxnSpPr>
          <p:nvPr/>
        </p:nvCxnSpPr>
        <p:spPr>
          <a:xfrm>
            <a:off x="5252067" y="26706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2" name="직선 연결선 351">
            <a:extLst>
              <a:ext uri="{FF2B5EF4-FFF2-40B4-BE49-F238E27FC236}">
                <a16:creationId xmlns:a16="http://schemas.microsoft.com/office/drawing/2014/main" id="{6882619C-56C0-AF0F-88B0-1602B882C230}"/>
              </a:ext>
            </a:extLst>
          </p:cNvPr>
          <p:cNvCxnSpPr>
            <a:cxnSpLocks/>
          </p:cNvCxnSpPr>
          <p:nvPr/>
        </p:nvCxnSpPr>
        <p:spPr>
          <a:xfrm>
            <a:off x="425014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43" name="그룹 1242">
            <a:extLst>
              <a:ext uri="{FF2B5EF4-FFF2-40B4-BE49-F238E27FC236}">
                <a16:creationId xmlns:a16="http://schemas.microsoft.com/office/drawing/2014/main" id="{652A102A-5DE6-667C-BA46-76EDD68A624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3864051"/>
            <a:ext cx="148067" cy="108000"/>
            <a:chOff x="7409659" y="2902132"/>
            <a:chExt cx="317047" cy="239471"/>
          </a:xfrm>
        </p:grpSpPr>
        <p:grpSp>
          <p:nvGrpSpPr>
            <p:cNvPr id="1244" name="그룹 1243">
              <a:extLst>
                <a:ext uri="{FF2B5EF4-FFF2-40B4-BE49-F238E27FC236}">
                  <a16:creationId xmlns:a16="http://schemas.microsoft.com/office/drawing/2014/main" id="{BF1FC31E-E70F-A872-F57F-BA3C0C497E6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47" name="직선 연결선 322">
                <a:extLst>
                  <a:ext uri="{FF2B5EF4-FFF2-40B4-BE49-F238E27FC236}">
                    <a16:creationId xmlns:a16="http://schemas.microsoft.com/office/drawing/2014/main" id="{BE9EF581-9D5A-4324-5CE6-2090479DF3D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8" name="직선 연결선 323">
                <a:extLst>
                  <a:ext uri="{FF2B5EF4-FFF2-40B4-BE49-F238E27FC236}">
                    <a16:creationId xmlns:a16="http://schemas.microsoft.com/office/drawing/2014/main" id="{EF8BA9BA-A15E-DB3A-FFC7-5733401AE5D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9" name="직선 연결선 324">
                <a:extLst>
                  <a:ext uri="{FF2B5EF4-FFF2-40B4-BE49-F238E27FC236}">
                    <a16:creationId xmlns:a16="http://schemas.microsoft.com/office/drawing/2014/main" id="{20008689-1BE8-402A-4E09-AB67EB8705D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45" name="직선 연결선 326">
              <a:extLst>
                <a:ext uri="{FF2B5EF4-FFF2-40B4-BE49-F238E27FC236}">
                  <a16:creationId xmlns:a16="http://schemas.microsoft.com/office/drawing/2014/main" id="{8693028F-BB08-337C-5D87-482E80BC438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46" name="타원 1245">
              <a:extLst>
                <a:ext uri="{FF2B5EF4-FFF2-40B4-BE49-F238E27FC236}">
                  <a16:creationId xmlns:a16="http://schemas.microsoft.com/office/drawing/2014/main" id="{A7A5B973-CCEE-EEB5-0904-AAFD9BF9698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56" name="직선 연결선 351">
            <a:extLst>
              <a:ext uri="{FF2B5EF4-FFF2-40B4-BE49-F238E27FC236}">
                <a16:creationId xmlns:a16="http://schemas.microsoft.com/office/drawing/2014/main" id="{807B7B13-BBD0-8A8D-D067-FC04C94B9B9E}"/>
              </a:ext>
            </a:extLst>
          </p:cNvPr>
          <p:cNvCxnSpPr>
            <a:cxnSpLocks/>
          </p:cNvCxnSpPr>
          <p:nvPr/>
        </p:nvCxnSpPr>
        <p:spPr>
          <a:xfrm>
            <a:off x="1453624" y="420443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57" name="그룹 1256">
            <a:extLst>
              <a:ext uri="{FF2B5EF4-FFF2-40B4-BE49-F238E27FC236}">
                <a16:creationId xmlns:a16="http://schemas.microsoft.com/office/drawing/2014/main" id="{27229DA5-EBC7-F056-B775-8340C4CA6C7F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2912" y="4619309"/>
            <a:ext cx="148067" cy="108000"/>
            <a:chOff x="7409659" y="2902132"/>
            <a:chExt cx="317047" cy="239471"/>
          </a:xfrm>
        </p:grpSpPr>
        <p:grpSp>
          <p:nvGrpSpPr>
            <p:cNvPr id="1258" name="그룹 1257">
              <a:extLst>
                <a:ext uri="{FF2B5EF4-FFF2-40B4-BE49-F238E27FC236}">
                  <a16:creationId xmlns:a16="http://schemas.microsoft.com/office/drawing/2014/main" id="{D615C687-62DF-B7AE-12F0-17C96545F0A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61" name="직선 연결선 322">
                <a:extLst>
                  <a:ext uri="{FF2B5EF4-FFF2-40B4-BE49-F238E27FC236}">
                    <a16:creationId xmlns:a16="http://schemas.microsoft.com/office/drawing/2014/main" id="{0E78C2B5-5BC0-9A50-E4F1-A746CE96088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2" name="직선 연결선 323">
                <a:extLst>
                  <a:ext uri="{FF2B5EF4-FFF2-40B4-BE49-F238E27FC236}">
                    <a16:creationId xmlns:a16="http://schemas.microsoft.com/office/drawing/2014/main" id="{AB11C062-7CF3-C93A-18CF-2848B2A0D8F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3" name="직선 연결선 324">
                <a:extLst>
                  <a:ext uri="{FF2B5EF4-FFF2-40B4-BE49-F238E27FC236}">
                    <a16:creationId xmlns:a16="http://schemas.microsoft.com/office/drawing/2014/main" id="{CBDBF779-B7BE-1B05-CB37-3B687FC46ED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59" name="직선 연결선 326">
              <a:extLst>
                <a:ext uri="{FF2B5EF4-FFF2-40B4-BE49-F238E27FC236}">
                  <a16:creationId xmlns:a16="http://schemas.microsoft.com/office/drawing/2014/main" id="{78A2047B-C6E6-7507-3193-6655D85C9C1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60" name="타원 1259">
              <a:extLst>
                <a:ext uri="{FF2B5EF4-FFF2-40B4-BE49-F238E27FC236}">
                  <a16:creationId xmlns:a16="http://schemas.microsoft.com/office/drawing/2014/main" id="{DA12169A-91A8-CCF2-2800-A1F8F0A31AA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265" name="그룹 1264">
            <a:extLst>
              <a:ext uri="{FF2B5EF4-FFF2-40B4-BE49-F238E27FC236}">
                <a16:creationId xmlns:a16="http://schemas.microsoft.com/office/drawing/2014/main" id="{DB6290C8-DA5B-5E84-602A-6227B83EFD7C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79080" y="5413078"/>
            <a:ext cx="57088" cy="108000"/>
            <a:chOff x="7604467" y="2108611"/>
            <a:chExt cx="122239" cy="239471"/>
          </a:xfrm>
        </p:grpSpPr>
        <p:grpSp>
          <p:nvGrpSpPr>
            <p:cNvPr id="1266" name="그룹 1265">
              <a:extLst>
                <a:ext uri="{FF2B5EF4-FFF2-40B4-BE49-F238E27FC236}">
                  <a16:creationId xmlns:a16="http://schemas.microsoft.com/office/drawing/2014/main" id="{AB8C25EB-1F4E-E6A6-A9AE-FC94203BC82A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68" name="직선 연결선 359">
                <a:extLst>
                  <a:ext uri="{FF2B5EF4-FFF2-40B4-BE49-F238E27FC236}">
                    <a16:creationId xmlns:a16="http://schemas.microsoft.com/office/drawing/2014/main" id="{B22EB6B8-52E8-F32A-DB2B-496D0602110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9" name="직선 연결선 360">
                <a:extLst>
                  <a:ext uri="{FF2B5EF4-FFF2-40B4-BE49-F238E27FC236}">
                    <a16:creationId xmlns:a16="http://schemas.microsoft.com/office/drawing/2014/main" id="{1D34513F-CD4C-6ED7-99D3-E2A021A36F6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0" name="직선 연결선 361">
                <a:extLst>
                  <a:ext uri="{FF2B5EF4-FFF2-40B4-BE49-F238E27FC236}">
                    <a16:creationId xmlns:a16="http://schemas.microsoft.com/office/drawing/2014/main" id="{1E7295F5-9773-AE74-4698-8171B75C0AD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67" name="직선 연결선 363">
              <a:extLst>
                <a:ext uri="{FF2B5EF4-FFF2-40B4-BE49-F238E27FC236}">
                  <a16:creationId xmlns:a16="http://schemas.microsoft.com/office/drawing/2014/main" id="{FD043E72-382D-ADD1-DAFC-F05A20A23976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1" name="직선 연결선 351">
            <a:extLst>
              <a:ext uri="{FF2B5EF4-FFF2-40B4-BE49-F238E27FC236}">
                <a16:creationId xmlns:a16="http://schemas.microsoft.com/office/drawing/2014/main" id="{671CCE4F-4CCD-A87B-6F91-F781DFB7F782}"/>
              </a:ext>
            </a:extLst>
          </p:cNvPr>
          <p:cNvCxnSpPr>
            <a:cxnSpLocks/>
          </p:cNvCxnSpPr>
          <p:nvPr/>
        </p:nvCxnSpPr>
        <p:spPr>
          <a:xfrm>
            <a:off x="1453624" y="507714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8" name="직선 연결선 351">
            <a:extLst>
              <a:ext uri="{FF2B5EF4-FFF2-40B4-BE49-F238E27FC236}">
                <a16:creationId xmlns:a16="http://schemas.microsoft.com/office/drawing/2014/main" id="{A6C12A28-6B46-C8D9-8752-C58D95B53D36}"/>
              </a:ext>
            </a:extLst>
          </p:cNvPr>
          <p:cNvCxnSpPr>
            <a:cxnSpLocks/>
          </p:cNvCxnSpPr>
          <p:nvPr/>
        </p:nvCxnSpPr>
        <p:spPr>
          <a:xfrm>
            <a:off x="1453624" y="623020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5" name="직선 연결선 351">
            <a:extLst>
              <a:ext uri="{FF2B5EF4-FFF2-40B4-BE49-F238E27FC236}">
                <a16:creationId xmlns:a16="http://schemas.microsoft.com/office/drawing/2014/main" id="{D3C70CAA-AD8D-8751-9C8C-375CA0312253}"/>
              </a:ext>
            </a:extLst>
          </p:cNvPr>
          <p:cNvCxnSpPr>
            <a:cxnSpLocks/>
          </p:cNvCxnSpPr>
          <p:nvPr/>
        </p:nvCxnSpPr>
        <p:spPr>
          <a:xfrm>
            <a:off x="4406032" y="543951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2" name="직선 연결선 351">
            <a:extLst>
              <a:ext uri="{FF2B5EF4-FFF2-40B4-BE49-F238E27FC236}">
                <a16:creationId xmlns:a16="http://schemas.microsoft.com/office/drawing/2014/main" id="{6229A389-473F-A5F2-E701-640321097493}"/>
              </a:ext>
            </a:extLst>
          </p:cNvPr>
          <p:cNvCxnSpPr>
            <a:cxnSpLocks/>
          </p:cNvCxnSpPr>
          <p:nvPr/>
        </p:nvCxnSpPr>
        <p:spPr>
          <a:xfrm>
            <a:off x="8155151" y="150527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9" name="직선 연결선 351">
            <a:extLst>
              <a:ext uri="{FF2B5EF4-FFF2-40B4-BE49-F238E27FC236}">
                <a16:creationId xmlns:a16="http://schemas.microsoft.com/office/drawing/2014/main" id="{18697494-B1CA-FEE5-98B0-5C1B4B422169}"/>
              </a:ext>
            </a:extLst>
          </p:cNvPr>
          <p:cNvCxnSpPr>
            <a:cxnSpLocks/>
          </p:cNvCxnSpPr>
          <p:nvPr/>
        </p:nvCxnSpPr>
        <p:spPr>
          <a:xfrm>
            <a:off x="6046313" y="507649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6" name="직선 연결선 351">
            <a:extLst>
              <a:ext uri="{FF2B5EF4-FFF2-40B4-BE49-F238E27FC236}">
                <a16:creationId xmlns:a16="http://schemas.microsoft.com/office/drawing/2014/main" id="{C9F3A657-5FDB-E6B3-0383-A29E4B5906E3}"/>
              </a:ext>
            </a:extLst>
          </p:cNvPr>
          <p:cNvCxnSpPr>
            <a:cxnSpLocks/>
          </p:cNvCxnSpPr>
          <p:nvPr/>
        </p:nvCxnSpPr>
        <p:spPr>
          <a:xfrm>
            <a:off x="4638973" y="5504834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3" name="직선 연결선 351">
            <a:extLst>
              <a:ext uri="{FF2B5EF4-FFF2-40B4-BE49-F238E27FC236}">
                <a16:creationId xmlns:a16="http://schemas.microsoft.com/office/drawing/2014/main" id="{F6E22EBA-C917-2697-5F06-C357D948EFBC}"/>
              </a:ext>
            </a:extLst>
          </p:cNvPr>
          <p:cNvCxnSpPr>
            <a:cxnSpLocks/>
          </p:cNvCxnSpPr>
          <p:nvPr/>
        </p:nvCxnSpPr>
        <p:spPr>
          <a:xfrm>
            <a:off x="4634661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5" name="직선 연결선[R] 1314">
            <a:extLst>
              <a:ext uri="{FF2B5EF4-FFF2-40B4-BE49-F238E27FC236}">
                <a16:creationId xmlns:a16="http://schemas.microsoft.com/office/drawing/2014/main" id="{FC739D06-3254-A053-C6E5-5B8D76E3CD60}"/>
              </a:ext>
            </a:extLst>
          </p:cNvPr>
          <p:cNvCxnSpPr>
            <a:cxnSpLocks/>
          </p:cNvCxnSpPr>
          <p:nvPr/>
        </p:nvCxnSpPr>
        <p:spPr>
          <a:xfrm flipV="1">
            <a:off x="8030465" y="1441717"/>
            <a:ext cx="0" cy="1218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직선 연결선[R] 1316">
            <a:extLst>
              <a:ext uri="{FF2B5EF4-FFF2-40B4-BE49-F238E27FC236}">
                <a16:creationId xmlns:a16="http://schemas.microsoft.com/office/drawing/2014/main" id="{9E126F9F-B750-2B80-3ED9-9D06559C91C1}"/>
              </a:ext>
            </a:extLst>
          </p:cNvPr>
          <p:cNvCxnSpPr>
            <a:cxnSpLocks/>
          </p:cNvCxnSpPr>
          <p:nvPr/>
        </p:nvCxnSpPr>
        <p:spPr>
          <a:xfrm>
            <a:off x="5011387" y="1555668"/>
            <a:ext cx="301907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1" name="직선 연결선[R] 1320">
            <a:extLst>
              <a:ext uri="{FF2B5EF4-FFF2-40B4-BE49-F238E27FC236}">
                <a16:creationId xmlns:a16="http://schemas.microsoft.com/office/drawing/2014/main" id="{B9631A6C-5B32-1C44-54C2-D8285F7D619C}"/>
              </a:ext>
            </a:extLst>
          </p:cNvPr>
          <p:cNvCxnSpPr>
            <a:cxnSpLocks/>
          </p:cNvCxnSpPr>
          <p:nvPr/>
        </p:nvCxnSpPr>
        <p:spPr>
          <a:xfrm flipH="1" flipV="1">
            <a:off x="5007981" y="1555668"/>
            <a:ext cx="1" cy="35161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5" name="직선 연결선 351">
            <a:extLst>
              <a:ext uri="{FF2B5EF4-FFF2-40B4-BE49-F238E27FC236}">
                <a16:creationId xmlns:a16="http://schemas.microsoft.com/office/drawing/2014/main" id="{CDCD962D-7BC1-D4CB-8CA1-15B5BD80CD20}"/>
              </a:ext>
            </a:extLst>
          </p:cNvPr>
          <p:cNvCxnSpPr>
            <a:cxnSpLocks/>
          </p:cNvCxnSpPr>
          <p:nvPr/>
        </p:nvCxnSpPr>
        <p:spPr>
          <a:xfrm>
            <a:off x="7976465" y="150329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F4713B13-7FD6-99A4-13A1-50212B1BCBB6}"/>
              </a:ext>
            </a:extLst>
          </p:cNvPr>
          <p:cNvSpPr>
            <a:spLocks/>
          </p:cNvSpPr>
          <p:nvPr/>
        </p:nvSpPr>
        <p:spPr>
          <a:xfrm>
            <a:off x="8958860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115CEA4-6F7D-34B3-8FF2-A453060BAA56}"/>
              </a:ext>
            </a:extLst>
          </p:cNvPr>
          <p:cNvSpPr>
            <a:spLocks/>
          </p:cNvSpPr>
          <p:nvPr/>
        </p:nvSpPr>
        <p:spPr>
          <a:xfrm>
            <a:off x="8959411" y="4604040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master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" name="직선 연결선[R] 12">
            <a:extLst>
              <a:ext uri="{FF2B5EF4-FFF2-40B4-BE49-F238E27FC236}">
                <a16:creationId xmlns:a16="http://schemas.microsoft.com/office/drawing/2014/main" id="{E4D842E6-7E13-C7CC-8089-8F0B5C258ECF}"/>
              </a:ext>
            </a:extLst>
          </p:cNvPr>
          <p:cNvCxnSpPr>
            <a:cxnSpLocks/>
            <a:stCxn id="2" idx="1"/>
            <a:endCxn id="794" idx="3"/>
          </p:cNvCxnSpPr>
          <p:nvPr/>
        </p:nvCxnSpPr>
        <p:spPr>
          <a:xfrm flipH="1">
            <a:off x="8588471" y="3924916"/>
            <a:ext cx="37038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[R] 16">
            <a:extLst>
              <a:ext uri="{FF2B5EF4-FFF2-40B4-BE49-F238E27FC236}">
                <a16:creationId xmlns:a16="http://schemas.microsoft.com/office/drawing/2014/main" id="{0EC4F92D-6860-19D2-C09F-A44A13726CD7}"/>
              </a:ext>
            </a:extLst>
          </p:cNvPr>
          <p:cNvCxnSpPr>
            <a:cxnSpLocks/>
            <a:stCxn id="12" idx="1"/>
            <a:endCxn id="796" idx="3"/>
          </p:cNvCxnSpPr>
          <p:nvPr/>
        </p:nvCxnSpPr>
        <p:spPr>
          <a:xfrm flipH="1">
            <a:off x="8588471" y="4820040"/>
            <a:ext cx="370940" cy="10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[R] 40">
            <a:extLst>
              <a:ext uri="{FF2B5EF4-FFF2-40B4-BE49-F238E27FC236}">
                <a16:creationId xmlns:a16="http://schemas.microsoft.com/office/drawing/2014/main" id="{0B9D0966-7EB2-C80F-5D42-B9BE4A152AB1}"/>
              </a:ext>
            </a:extLst>
          </p:cNvPr>
          <p:cNvCxnSpPr>
            <a:cxnSpLocks/>
            <a:stCxn id="12" idx="0"/>
            <a:endCxn id="2" idx="2"/>
          </p:cNvCxnSpPr>
          <p:nvPr/>
        </p:nvCxnSpPr>
        <p:spPr>
          <a:xfrm flipH="1" flipV="1">
            <a:off x="9318860" y="4140916"/>
            <a:ext cx="551" cy="46312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5" name="직선 연결선 351">
            <a:extLst>
              <a:ext uri="{FF2B5EF4-FFF2-40B4-BE49-F238E27FC236}">
                <a16:creationId xmlns:a16="http://schemas.microsoft.com/office/drawing/2014/main" id="{9A9B8583-52DF-FF68-6ABC-EBDF94537E6C}"/>
              </a:ext>
            </a:extLst>
          </p:cNvPr>
          <p:cNvCxnSpPr>
            <a:cxnSpLocks/>
          </p:cNvCxnSpPr>
          <p:nvPr/>
        </p:nvCxnSpPr>
        <p:spPr>
          <a:xfrm>
            <a:off x="8901748" y="386987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48" name="그룹 947">
            <a:extLst>
              <a:ext uri="{FF2B5EF4-FFF2-40B4-BE49-F238E27FC236}">
                <a16:creationId xmlns:a16="http://schemas.microsoft.com/office/drawing/2014/main" id="{FC82EBB0-EE44-9106-64CA-6EEBFECCF82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9347" y="3870916"/>
            <a:ext cx="148067" cy="108000"/>
            <a:chOff x="7409659" y="2902132"/>
            <a:chExt cx="317047" cy="239471"/>
          </a:xfrm>
        </p:grpSpPr>
        <p:grpSp>
          <p:nvGrpSpPr>
            <p:cNvPr id="949" name="그룹 948">
              <a:extLst>
                <a:ext uri="{FF2B5EF4-FFF2-40B4-BE49-F238E27FC236}">
                  <a16:creationId xmlns:a16="http://schemas.microsoft.com/office/drawing/2014/main" id="{0CDEBC7B-678E-87D9-80F2-C99E4427D4C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53" name="직선 연결선 322">
                <a:extLst>
                  <a:ext uri="{FF2B5EF4-FFF2-40B4-BE49-F238E27FC236}">
                    <a16:creationId xmlns:a16="http://schemas.microsoft.com/office/drawing/2014/main" id="{E9798BC5-118E-4DBE-D0E6-58E9EB75A05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5" name="직선 연결선 323">
                <a:extLst>
                  <a:ext uri="{FF2B5EF4-FFF2-40B4-BE49-F238E27FC236}">
                    <a16:creationId xmlns:a16="http://schemas.microsoft.com/office/drawing/2014/main" id="{D1A2D6F5-F2A8-0D58-7B54-BE3ED535F40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6" name="직선 연결선 324">
                <a:extLst>
                  <a:ext uri="{FF2B5EF4-FFF2-40B4-BE49-F238E27FC236}">
                    <a16:creationId xmlns:a16="http://schemas.microsoft.com/office/drawing/2014/main" id="{B8B33231-FA11-2F50-6813-41B91793EBA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50" name="직선 연결선 326">
              <a:extLst>
                <a:ext uri="{FF2B5EF4-FFF2-40B4-BE49-F238E27FC236}">
                  <a16:creationId xmlns:a16="http://schemas.microsoft.com/office/drawing/2014/main" id="{BBC9EED0-633E-D0D0-7018-7C9B8A7BDD3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2" name="타원 951">
              <a:extLst>
                <a:ext uri="{FF2B5EF4-FFF2-40B4-BE49-F238E27FC236}">
                  <a16:creationId xmlns:a16="http://schemas.microsoft.com/office/drawing/2014/main" id="{EB571010-536A-5A2B-F523-A6AE1DCB1E3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959" name="직선 연결선 351">
            <a:extLst>
              <a:ext uri="{FF2B5EF4-FFF2-40B4-BE49-F238E27FC236}">
                <a16:creationId xmlns:a16="http://schemas.microsoft.com/office/drawing/2014/main" id="{04C09953-9110-0592-2DDA-E1A5E5B63C2B}"/>
              </a:ext>
            </a:extLst>
          </p:cNvPr>
          <p:cNvCxnSpPr>
            <a:cxnSpLocks/>
          </p:cNvCxnSpPr>
          <p:nvPr/>
        </p:nvCxnSpPr>
        <p:spPr>
          <a:xfrm>
            <a:off x="9265772" y="419395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71" name="그룹 970">
            <a:extLst>
              <a:ext uri="{FF2B5EF4-FFF2-40B4-BE49-F238E27FC236}">
                <a16:creationId xmlns:a16="http://schemas.microsoft.com/office/drawing/2014/main" id="{4622E0AC-9D5F-F167-83A1-9E6870A1329F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9292396" y="4515904"/>
            <a:ext cx="57088" cy="108000"/>
            <a:chOff x="7604467" y="2108611"/>
            <a:chExt cx="122239" cy="239471"/>
          </a:xfrm>
        </p:grpSpPr>
        <p:grpSp>
          <p:nvGrpSpPr>
            <p:cNvPr id="973" name="그룹 972">
              <a:extLst>
                <a:ext uri="{FF2B5EF4-FFF2-40B4-BE49-F238E27FC236}">
                  <a16:creationId xmlns:a16="http://schemas.microsoft.com/office/drawing/2014/main" id="{013D2CC9-98BC-8296-6281-A5C462827FD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08" name="직선 연결선 359">
                <a:extLst>
                  <a:ext uri="{FF2B5EF4-FFF2-40B4-BE49-F238E27FC236}">
                    <a16:creationId xmlns:a16="http://schemas.microsoft.com/office/drawing/2014/main" id="{C16EC5B9-E416-5FB7-FC4D-393D5D2C49F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9" name="직선 연결선 360">
                <a:extLst>
                  <a:ext uri="{FF2B5EF4-FFF2-40B4-BE49-F238E27FC236}">
                    <a16:creationId xmlns:a16="http://schemas.microsoft.com/office/drawing/2014/main" id="{A57E5D17-7D61-B18F-2485-DFF44E35DC1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0" name="직선 연결선 361">
                <a:extLst>
                  <a:ext uri="{FF2B5EF4-FFF2-40B4-BE49-F238E27FC236}">
                    <a16:creationId xmlns:a16="http://schemas.microsoft.com/office/drawing/2014/main" id="{87E60643-83F8-2FEF-7625-D25A2EED579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06" name="직선 연결선 363">
              <a:extLst>
                <a:ext uri="{FF2B5EF4-FFF2-40B4-BE49-F238E27FC236}">
                  <a16:creationId xmlns:a16="http://schemas.microsoft.com/office/drawing/2014/main" id="{339EDDDF-2EE0-1E50-B879-68E55C37AD5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44" name="그룹 1143">
            <a:extLst>
              <a:ext uri="{FF2B5EF4-FFF2-40B4-BE49-F238E27FC236}">
                <a16:creationId xmlns:a16="http://schemas.microsoft.com/office/drawing/2014/main" id="{7FEF15B0-3C96-9E26-0D49-44EBF3C23BD3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471" y="4767101"/>
            <a:ext cx="148067" cy="108000"/>
            <a:chOff x="7409659" y="2902132"/>
            <a:chExt cx="317047" cy="239471"/>
          </a:xfrm>
        </p:grpSpPr>
        <p:grpSp>
          <p:nvGrpSpPr>
            <p:cNvPr id="1145" name="그룹 1144">
              <a:extLst>
                <a:ext uri="{FF2B5EF4-FFF2-40B4-BE49-F238E27FC236}">
                  <a16:creationId xmlns:a16="http://schemas.microsoft.com/office/drawing/2014/main" id="{47A3E87E-0D2A-A4C1-D3CE-EE13A39293E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177" name="직선 연결선 322">
                <a:extLst>
                  <a:ext uri="{FF2B5EF4-FFF2-40B4-BE49-F238E27FC236}">
                    <a16:creationId xmlns:a16="http://schemas.microsoft.com/office/drawing/2014/main" id="{44F32A0B-3878-1007-1253-43FD3779603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8" name="직선 연결선 323">
                <a:extLst>
                  <a:ext uri="{FF2B5EF4-FFF2-40B4-BE49-F238E27FC236}">
                    <a16:creationId xmlns:a16="http://schemas.microsoft.com/office/drawing/2014/main" id="{1602EB88-3B8B-D3AE-B729-929A92921C7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0" name="직선 연결선 324">
                <a:extLst>
                  <a:ext uri="{FF2B5EF4-FFF2-40B4-BE49-F238E27FC236}">
                    <a16:creationId xmlns:a16="http://schemas.microsoft.com/office/drawing/2014/main" id="{77EB81B3-9AB0-2460-0E7D-4E7EEE1DDB6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74" name="직선 연결선 326">
              <a:extLst>
                <a:ext uri="{FF2B5EF4-FFF2-40B4-BE49-F238E27FC236}">
                  <a16:creationId xmlns:a16="http://schemas.microsoft.com/office/drawing/2014/main" id="{2B967291-96BA-FD5B-2D4F-3350CD99678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76" name="타원 1175">
              <a:extLst>
                <a:ext uri="{FF2B5EF4-FFF2-40B4-BE49-F238E27FC236}">
                  <a16:creationId xmlns:a16="http://schemas.microsoft.com/office/drawing/2014/main" id="{E586CEED-93AD-FBD7-733D-BF123F62326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790" name="직선 연결선 351">
            <a:extLst>
              <a:ext uri="{FF2B5EF4-FFF2-40B4-BE49-F238E27FC236}">
                <a16:creationId xmlns:a16="http://schemas.microsoft.com/office/drawing/2014/main" id="{EA5F1206-F5A6-5475-1580-7A3680AA5503}"/>
              </a:ext>
            </a:extLst>
          </p:cNvPr>
          <p:cNvCxnSpPr>
            <a:cxnSpLocks/>
          </p:cNvCxnSpPr>
          <p:nvPr/>
        </p:nvCxnSpPr>
        <p:spPr>
          <a:xfrm>
            <a:off x="8908920" y="476710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1" name="직사각형 800">
            <a:extLst>
              <a:ext uri="{FF2B5EF4-FFF2-40B4-BE49-F238E27FC236}">
                <a16:creationId xmlns:a16="http://schemas.microsoft.com/office/drawing/2014/main" id="{0A0479EB-BEA7-33CA-DB07-D74D98DD22A1}"/>
              </a:ext>
            </a:extLst>
          </p:cNvPr>
          <p:cNvSpPr>
            <a:spLocks/>
          </p:cNvSpPr>
          <p:nvPr/>
        </p:nvSpPr>
        <p:spPr>
          <a:xfrm>
            <a:off x="6417494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07" name="직선 연결선[R] 806">
            <a:extLst>
              <a:ext uri="{FF2B5EF4-FFF2-40B4-BE49-F238E27FC236}">
                <a16:creationId xmlns:a16="http://schemas.microsoft.com/office/drawing/2014/main" id="{39018ABF-64AE-2CD6-4696-85574E822A63}"/>
              </a:ext>
            </a:extLst>
          </p:cNvPr>
          <p:cNvCxnSpPr>
            <a:cxnSpLocks/>
          </p:cNvCxnSpPr>
          <p:nvPr/>
        </p:nvCxnSpPr>
        <p:spPr>
          <a:xfrm flipH="1">
            <a:off x="6027906" y="211130"/>
            <a:ext cx="36888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3" name="그룹 852">
            <a:extLst>
              <a:ext uri="{FF2B5EF4-FFF2-40B4-BE49-F238E27FC236}">
                <a16:creationId xmlns:a16="http://schemas.microsoft.com/office/drawing/2014/main" id="{B88433C7-A55F-CFE2-A646-CB97FBB671E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6027906" y="157130"/>
            <a:ext cx="148067" cy="108000"/>
            <a:chOff x="7409659" y="2902132"/>
            <a:chExt cx="317047" cy="239471"/>
          </a:xfrm>
        </p:grpSpPr>
        <p:grpSp>
          <p:nvGrpSpPr>
            <p:cNvPr id="854" name="그룹 853">
              <a:extLst>
                <a:ext uri="{FF2B5EF4-FFF2-40B4-BE49-F238E27FC236}">
                  <a16:creationId xmlns:a16="http://schemas.microsoft.com/office/drawing/2014/main" id="{A8D8FB36-2F4A-DED7-B1C9-26EF61C563E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18" name="직선 연결선 322">
                <a:extLst>
                  <a:ext uri="{FF2B5EF4-FFF2-40B4-BE49-F238E27FC236}">
                    <a16:creationId xmlns:a16="http://schemas.microsoft.com/office/drawing/2014/main" id="{7D915133-FD27-DD37-4864-453B31F6A37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19" name="직선 연결선 323">
                <a:extLst>
                  <a:ext uri="{FF2B5EF4-FFF2-40B4-BE49-F238E27FC236}">
                    <a16:creationId xmlns:a16="http://schemas.microsoft.com/office/drawing/2014/main" id="{8ED99386-E39A-1BDD-8BA3-48176AE2E02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20" name="직선 연결선 324">
                <a:extLst>
                  <a:ext uri="{FF2B5EF4-FFF2-40B4-BE49-F238E27FC236}">
                    <a16:creationId xmlns:a16="http://schemas.microsoft.com/office/drawing/2014/main" id="{41D60E2F-11E9-5C0B-A59F-542A3DBDAEE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14" name="직선 연결선 326">
              <a:extLst>
                <a:ext uri="{FF2B5EF4-FFF2-40B4-BE49-F238E27FC236}">
                  <a16:creationId xmlns:a16="http://schemas.microsoft.com/office/drawing/2014/main" id="{BB6E8ADF-63F2-2104-C253-1723EA10D0D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16" name="타원 1315">
              <a:extLst>
                <a:ext uri="{FF2B5EF4-FFF2-40B4-BE49-F238E27FC236}">
                  <a16:creationId xmlns:a16="http://schemas.microsoft.com/office/drawing/2014/main" id="{AA646272-E394-B552-EB8F-B6701E71B59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22" name="직선 연결선 351">
            <a:extLst>
              <a:ext uri="{FF2B5EF4-FFF2-40B4-BE49-F238E27FC236}">
                <a16:creationId xmlns:a16="http://schemas.microsoft.com/office/drawing/2014/main" id="{5827DDA6-E850-BAEB-9386-AC84F48B91DC}"/>
              </a:ext>
            </a:extLst>
          </p:cNvPr>
          <p:cNvCxnSpPr>
            <a:cxnSpLocks/>
          </p:cNvCxnSpPr>
          <p:nvPr/>
        </p:nvCxnSpPr>
        <p:spPr>
          <a:xfrm>
            <a:off x="6342679" y="16386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3" name="직사각형 1342">
            <a:extLst>
              <a:ext uri="{FF2B5EF4-FFF2-40B4-BE49-F238E27FC236}">
                <a16:creationId xmlns:a16="http://schemas.microsoft.com/office/drawing/2014/main" id="{5B963272-0617-76FD-1584-DD36F5F2570D}"/>
              </a:ext>
            </a:extLst>
          </p:cNvPr>
          <p:cNvSpPr>
            <a:spLocks/>
          </p:cNvSpPr>
          <p:nvPr/>
        </p:nvSpPr>
        <p:spPr>
          <a:xfrm>
            <a:off x="6421325" y="584813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benefit</a:t>
            </a:r>
          </a:p>
        </p:txBody>
      </p:sp>
      <p:sp>
        <p:nvSpPr>
          <p:cNvPr id="1344" name="직사각형 1343">
            <a:extLst>
              <a:ext uri="{FF2B5EF4-FFF2-40B4-BE49-F238E27FC236}">
                <a16:creationId xmlns:a16="http://schemas.microsoft.com/office/drawing/2014/main" id="{DF853DC4-8588-A117-0D16-99645660D604}"/>
              </a:ext>
            </a:extLst>
          </p:cNvPr>
          <p:cNvSpPr>
            <a:spLocks/>
          </p:cNvSpPr>
          <p:nvPr/>
        </p:nvSpPr>
        <p:spPr>
          <a:xfrm>
            <a:off x="6418531" y="1063587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condition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45" name="직선 연결선[R] 1344">
            <a:extLst>
              <a:ext uri="{FF2B5EF4-FFF2-40B4-BE49-F238E27FC236}">
                <a16:creationId xmlns:a16="http://schemas.microsoft.com/office/drawing/2014/main" id="{FE1FF450-2966-44DD-4B66-7066A6B9DB73}"/>
              </a:ext>
            </a:extLst>
          </p:cNvPr>
          <p:cNvCxnSpPr>
            <a:cxnSpLocks/>
          </p:cNvCxnSpPr>
          <p:nvPr/>
        </p:nvCxnSpPr>
        <p:spPr>
          <a:xfrm flipH="1">
            <a:off x="6027906" y="331152"/>
            <a:ext cx="2635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7" name="직선 연결선[R] 1346">
            <a:extLst>
              <a:ext uri="{FF2B5EF4-FFF2-40B4-BE49-F238E27FC236}">
                <a16:creationId xmlns:a16="http://schemas.microsoft.com/office/drawing/2014/main" id="{F2F6F680-1EB0-B914-3BAE-6DF75430642A}"/>
              </a:ext>
            </a:extLst>
          </p:cNvPr>
          <p:cNvCxnSpPr>
            <a:cxnSpLocks/>
            <a:stCxn id="1343" idx="1"/>
          </p:cNvCxnSpPr>
          <p:nvPr/>
        </p:nvCxnSpPr>
        <p:spPr>
          <a:xfrm flipH="1">
            <a:off x="6291470" y="800813"/>
            <a:ext cx="12985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0" name="직선 연결선[R] 1349">
            <a:extLst>
              <a:ext uri="{FF2B5EF4-FFF2-40B4-BE49-F238E27FC236}">
                <a16:creationId xmlns:a16="http://schemas.microsoft.com/office/drawing/2014/main" id="{75D583A7-6BAF-260D-E92B-DA931ABD8D57}"/>
              </a:ext>
            </a:extLst>
          </p:cNvPr>
          <p:cNvCxnSpPr>
            <a:cxnSpLocks/>
          </p:cNvCxnSpPr>
          <p:nvPr/>
        </p:nvCxnSpPr>
        <p:spPr>
          <a:xfrm>
            <a:off x="6292415" y="345831"/>
            <a:ext cx="0" cy="45853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직선 연결선[R] 1356">
            <a:extLst>
              <a:ext uri="{FF2B5EF4-FFF2-40B4-BE49-F238E27FC236}">
                <a16:creationId xmlns:a16="http://schemas.microsoft.com/office/drawing/2014/main" id="{A0E2D6C8-5318-AE54-B15D-C98627B65CEB}"/>
              </a:ext>
            </a:extLst>
          </p:cNvPr>
          <p:cNvCxnSpPr>
            <a:cxnSpLocks/>
            <a:stCxn id="1344" idx="1"/>
          </p:cNvCxnSpPr>
          <p:nvPr/>
        </p:nvCxnSpPr>
        <p:spPr>
          <a:xfrm flipH="1">
            <a:off x="6211957" y="1279587"/>
            <a:ext cx="20657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직선 연결선[R] 1360">
            <a:extLst>
              <a:ext uri="{FF2B5EF4-FFF2-40B4-BE49-F238E27FC236}">
                <a16:creationId xmlns:a16="http://schemas.microsoft.com/office/drawing/2014/main" id="{8DB8D8CD-88E6-DF0C-7C89-D8016615E2B5}"/>
              </a:ext>
            </a:extLst>
          </p:cNvPr>
          <p:cNvCxnSpPr>
            <a:cxnSpLocks/>
          </p:cNvCxnSpPr>
          <p:nvPr/>
        </p:nvCxnSpPr>
        <p:spPr>
          <a:xfrm>
            <a:off x="6216215" y="457200"/>
            <a:ext cx="0" cy="8249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4" name="직선 연결선[R] 1363">
            <a:extLst>
              <a:ext uri="{FF2B5EF4-FFF2-40B4-BE49-F238E27FC236}">
                <a16:creationId xmlns:a16="http://schemas.microsoft.com/office/drawing/2014/main" id="{B4DAD432-0C66-585E-8519-2C29CDBF1FAF}"/>
              </a:ext>
            </a:extLst>
          </p:cNvPr>
          <p:cNvCxnSpPr>
            <a:cxnSpLocks/>
          </p:cNvCxnSpPr>
          <p:nvPr/>
        </p:nvCxnSpPr>
        <p:spPr>
          <a:xfrm flipH="1">
            <a:off x="6027906" y="448765"/>
            <a:ext cx="18902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66" name="그룹 1365">
            <a:extLst>
              <a:ext uri="{FF2B5EF4-FFF2-40B4-BE49-F238E27FC236}">
                <a16:creationId xmlns:a16="http://schemas.microsoft.com/office/drawing/2014/main" id="{9E3CC291-5977-F985-6F91-A86F5411BB93}"/>
              </a:ext>
            </a:extLst>
          </p:cNvPr>
          <p:cNvGrpSpPr>
            <a:grpSpLocks noChangeAspect="1"/>
          </p:cNvGrpSpPr>
          <p:nvPr/>
        </p:nvGrpSpPr>
        <p:grpSpPr>
          <a:xfrm>
            <a:off x="6347363" y="746146"/>
            <a:ext cx="70242" cy="108000"/>
            <a:chOff x="7604467" y="2108611"/>
            <a:chExt cx="122239" cy="239471"/>
          </a:xfrm>
        </p:grpSpPr>
        <p:grpSp>
          <p:nvGrpSpPr>
            <p:cNvPr id="1367" name="그룹 1366">
              <a:extLst>
                <a:ext uri="{FF2B5EF4-FFF2-40B4-BE49-F238E27FC236}">
                  <a16:creationId xmlns:a16="http://schemas.microsoft.com/office/drawing/2014/main" id="{93C9B106-33C4-0603-9D9B-AE399F92DEC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69" name="직선 연결선 359">
                <a:extLst>
                  <a:ext uri="{FF2B5EF4-FFF2-40B4-BE49-F238E27FC236}">
                    <a16:creationId xmlns:a16="http://schemas.microsoft.com/office/drawing/2014/main" id="{4823A4AB-227A-9153-29EF-0721FD37850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0" name="직선 연결선 360">
                <a:extLst>
                  <a:ext uri="{FF2B5EF4-FFF2-40B4-BE49-F238E27FC236}">
                    <a16:creationId xmlns:a16="http://schemas.microsoft.com/office/drawing/2014/main" id="{DEB54AA5-0E83-0236-87D1-11FC7CDA8DC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1" name="직선 연결선 361">
                <a:extLst>
                  <a:ext uri="{FF2B5EF4-FFF2-40B4-BE49-F238E27FC236}">
                    <a16:creationId xmlns:a16="http://schemas.microsoft.com/office/drawing/2014/main" id="{95C2B779-674B-8F6B-5D43-D3965F01C70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68" name="직선 연결선 363">
              <a:extLst>
                <a:ext uri="{FF2B5EF4-FFF2-40B4-BE49-F238E27FC236}">
                  <a16:creationId xmlns:a16="http://schemas.microsoft.com/office/drawing/2014/main" id="{503A94FA-6119-15B8-5885-F542F7EDCB5A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72" name="그룹 1371">
            <a:extLst>
              <a:ext uri="{FF2B5EF4-FFF2-40B4-BE49-F238E27FC236}">
                <a16:creationId xmlns:a16="http://schemas.microsoft.com/office/drawing/2014/main" id="{B3591929-F0C1-1BF5-E685-DF404DC98E05}"/>
              </a:ext>
            </a:extLst>
          </p:cNvPr>
          <p:cNvGrpSpPr>
            <a:grpSpLocks noChangeAspect="1"/>
          </p:cNvGrpSpPr>
          <p:nvPr/>
        </p:nvGrpSpPr>
        <p:grpSpPr>
          <a:xfrm>
            <a:off x="6264787" y="1224761"/>
            <a:ext cx="148067" cy="108000"/>
            <a:chOff x="7409659" y="2902132"/>
            <a:chExt cx="317047" cy="239471"/>
          </a:xfrm>
        </p:grpSpPr>
        <p:grpSp>
          <p:nvGrpSpPr>
            <p:cNvPr id="1373" name="그룹 1372">
              <a:extLst>
                <a:ext uri="{FF2B5EF4-FFF2-40B4-BE49-F238E27FC236}">
                  <a16:creationId xmlns:a16="http://schemas.microsoft.com/office/drawing/2014/main" id="{BCC31BB0-20A6-1A56-972B-9B46B27E00C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76" name="직선 연결선 322">
                <a:extLst>
                  <a:ext uri="{FF2B5EF4-FFF2-40B4-BE49-F238E27FC236}">
                    <a16:creationId xmlns:a16="http://schemas.microsoft.com/office/drawing/2014/main" id="{F23F885F-6A25-284B-FA14-87334A680B2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7" name="직선 연결선 323">
                <a:extLst>
                  <a:ext uri="{FF2B5EF4-FFF2-40B4-BE49-F238E27FC236}">
                    <a16:creationId xmlns:a16="http://schemas.microsoft.com/office/drawing/2014/main" id="{3C919DB3-3078-10D1-0637-F2A27B3C74F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8" name="직선 연결선 324">
                <a:extLst>
                  <a:ext uri="{FF2B5EF4-FFF2-40B4-BE49-F238E27FC236}">
                    <a16:creationId xmlns:a16="http://schemas.microsoft.com/office/drawing/2014/main" id="{AB143162-0ECB-5E6F-7F76-7F644DC4100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74" name="직선 연결선 326">
              <a:extLst>
                <a:ext uri="{FF2B5EF4-FFF2-40B4-BE49-F238E27FC236}">
                  <a16:creationId xmlns:a16="http://schemas.microsoft.com/office/drawing/2014/main" id="{13DD5180-F916-53A7-70DC-80A0C871286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75" name="타원 1374">
              <a:extLst>
                <a:ext uri="{FF2B5EF4-FFF2-40B4-BE49-F238E27FC236}">
                  <a16:creationId xmlns:a16="http://schemas.microsoft.com/office/drawing/2014/main" id="{E0FFD4A0-2BD2-C898-AB96-752A28D6460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82" name="직선 연결선 351">
            <a:extLst>
              <a:ext uri="{FF2B5EF4-FFF2-40B4-BE49-F238E27FC236}">
                <a16:creationId xmlns:a16="http://schemas.microsoft.com/office/drawing/2014/main" id="{6E37B326-3AE1-B159-3D89-F275DD0D3A58}"/>
              </a:ext>
            </a:extLst>
          </p:cNvPr>
          <p:cNvCxnSpPr>
            <a:cxnSpLocks/>
          </p:cNvCxnSpPr>
          <p:nvPr/>
        </p:nvCxnSpPr>
        <p:spPr>
          <a:xfrm>
            <a:off x="6086060" y="26897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3" name="직선 연결선 351">
            <a:extLst>
              <a:ext uri="{FF2B5EF4-FFF2-40B4-BE49-F238E27FC236}">
                <a16:creationId xmlns:a16="http://schemas.microsoft.com/office/drawing/2014/main" id="{5DAF5000-87E8-C9B9-7AB1-22F6453ABDBB}"/>
              </a:ext>
            </a:extLst>
          </p:cNvPr>
          <p:cNvCxnSpPr>
            <a:cxnSpLocks/>
          </p:cNvCxnSpPr>
          <p:nvPr/>
        </p:nvCxnSpPr>
        <p:spPr>
          <a:xfrm>
            <a:off x="6082746" y="39156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6" name="직사각형 1385">
            <a:extLst>
              <a:ext uri="{FF2B5EF4-FFF2-40B4-BE49-F238E27FC236}">
                <a16:creationId xmlns:a16="http://schemas.microsoft.com/office/drawing/2014/main" id="{CA4B2E7A-FF76-EEA8-F55B-A4A45C723DD4}"/>
              </a:ext>
            </a:extLst>
          </p:cNvPr>
          <p:cNvSpPr>
            <a:spLocks/>
          </p:cNvSpPr>
          <p:nvPr/>
        </p:nvSpPr>
        <p:spPr>
          <a:xfrm>
            <a:off x="1147624" y="276689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charge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7" name="직사각형 1386">
            <a:extLst>
              <a:ext uri="{FF2B5EF4-FFF2-40B4-BE49-F238E27FC236}">
                <a16:creationId xmlns:a16="http://schemas.microsoft.com/office/drawing/2014/main" id="{F579EC5D-76CD-F788-8BE6-13536D3061E5}"/>
              </a:ext>
            </a:extLst>
          </p:cNvPr>
          <p:cNvSpPr>
            <a:spLocks/>
          </p:cNvSpPr>
          <p:nvPr/>
        </p:nvSpPr>
        <p:spPr>
          <a:xfrm>
            <a:off x="1147624" y="128676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8" name="직사각형 1387">
            <a:extLst>
              <a:ext uri="{FF2B5EF4-FFF2-40B4-BE49-F238E27FC236}">
                <a16:creationId xmlns:a16="http://schemas.microsoft.com/office/drawing/2014/main" id="{AEB63D10-EAC9-2930-0F0C-22931BBA5679}"/>
              </a:ext>
            </a:extLst>
          </p:cNvPr>
          <p:cNvSpPr>
            <a:spLocks/>
          </p:cNvSpPr>
          <p:nvPr/>
        </p:nvSpPr>
        <p:spPr>
          <a:xfrm>
            <a:off x="1147624" y="388624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92" name="직선 연결선[R] 1391">
            <a:extLst>
              <a:ext uri="{FF2B5EF4-FFF2-40B4-BE49-F238E27FC236}">
                <a16:creationId xmlns:a16="http://schemas.microsoft.com/office/drawing/2014/main" id="{D62ADB9F-A431-D0F8-FADC-8020EC1E99F7}"/>
              </a:ext>
            </a:extLst>
          </p:cNvPr>
          <p:cNvCxnSpPr>
            <a:cxnSpLocks/>
            <a:stCxn id="942" idx="1"/>
            <a:endCxn id="1388" idx="3"/>
          </p:cNvCxnSpPr>
          <p:nvPr/>
        </p:nvCxnSpPr>
        <p:spPr>
          <a:xfrm flipH="1">
            <a:off x="1867624" y="601719"/>
            <a:ext cx="64580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5" name="직선 연결선[R] 1394">
            <a:extLst>
              <a:ext uri="{FF2B5EF4-FFF2-40B4-BE49-F238E27FC236}">
                <a16:creationId xmlns:a16="http://schemas.microsoft.com/office/drawing/2014/main" id="{D9294FCC-1992-E28E-CA57-E2B1BEAE990F}"/>
              </a:ext>
            </a:extLst>
          </p:cNvPr>
          <p:cNvCxnSpPr>
            <a:cxnSpLocks/>
            <a:endCxn id="1386" idx="3"/>
          </p:cNvCxnSpPr>
          <p:nvPr/>
        </p:nvCxnSpPr>
        <p:spPr>
          <a:xfrm flipH="1">
            <a:off x="1867624" y="2982895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9" name="직선 연결선[R] 1398">
            <a:extLst>
              <a:ext uri="{FF2B5EF4-FFF2-40B4-BE49-F238E27FC236}">
                <a16:creationId xmlns:a16="http://schemas.microsoft.com/office/drawing/2014/main" id="{72EB54BC-19BC-5452-4231-F0AFD7F37A60}"/>
              </a:ext>
            </a:extLst>
          </p:cNvPr>
          <p:cNvCxnSpPr>
            <a:cxnSpLocks/>
          </p:cNvCxnSpPr>
          <p:nvPr/>
        </p:nvCxnSpPr>
        <p:spPr>
          <a:xfrm flipV="1">
            <a:off x="4001010" y="2781100"/>
            <a:ext cx="0" cy="2083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4" name="그룹 1403">
            <a:extLst>
              <a:ext uri="{FF2B5EF4-FFF2-40B4-BE49-F238E27FC236}">
                <a16:creationId xmlns:a16="http://schemas.microsoft.com/office/drawing/2014/main" id="{753AA782-8B23-8474-D128-E1EE6870FFB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1876" y="2928960"/>
            <a:ext cx="57088" cy="108000"/>
            <a:chOff x="7604467" y="2108611"/>
            <a:chExt cx="122239" cy="239471"/>
          </a:xfrm>
        </p:grpSpPr>
        <p:grpSp>
          <p:nvGrpSpPr>
            <p:cNvPr id="1405" name="그룹 1404">
              <a:extLst>
                <a:ext uri="{FF2B5EF4-FFF2-40B4-BE49-F238E27FC236}">
                  <a16:creationId xmlns:a16="http://schemas.microsoft.com/office/drawing/2014/main" id="{C3B65C81-7287-A306-19D7-BB0E4808DA58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407" name="직선 연결선 359">
                <a:extLst>
                  <a:ext uri="{FF2B5EF4-FFF2-40B4-BE49-F238E27FC236}">
                    <a16:creationId xmlns:a16="http://schemas.microsoft.com/office/drawing/2014/main" id="{4864CC6C-A207-1258-0AF5-93D96839FDF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8" name="직선 연결선 360">
                <a:extLst>
                  <a:ext uri="{FF2B5EF4-FFF2-40B4-BE49-F238E27FC236}">
                    <a16:creationId xmlns:a16="http://schemas.microsoft.com/office/drawing/2014/main" id="{34310EB4-C8F8-F2DC-55CB-9A38DFF49EA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9" name="직선 연결선 361">
                <a:extLst>
                  <a:ext uri="{FF2B5EF4-FFF2-40B4-BE49-F238E27FC236}">
                    <a16:creationId xmlns:a16="http://schemas.microsoft.com/office/drawing/2014/main" id="{CF2F1B0D-9F01-4348-2DDF-4AB5EB3C748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06" name="직선 연결선 363">
              <a:extLst>
                <a:ext uri="{FF2B5EF4-FFF2-40B4-BE49-F238E27FC236}">
                  <a16:creationId xmlns:a16="http://schemas.microsoft.com/office/drawing/2014/main" id="{FC855AA6-66A4-3488-E079-103FBD0586AF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10" name="직선 연결선 351">
            <a:extLst>
              <a:ext uri="{FF2B5EF4-FFF2-40B4-BE49-F238E27FC236}">
                <a16:creationId xmlns:a16="http://schemas.microsoft.com/office/drawing/2014/main" id="{E650D673-2172-393F-758F-F6C2532A71E2}"/>
              </a:ext>
            </a:extLst>
          </p:cNvPr>
          <p:cNvCxnSpPr>
            <a:cxnSpLocks/>
          </p:cNvCxnSpPr>
          <p:nvPr/>
        </p:nvCxnSpPr>
        <p:spPr>
          <a:xfrm>
            <a:off x="3950630" y="285291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1" name="직선 연결선[R] 1410">
            <a:extLst>
              <a:ext uri="{FF2B5EF4-FFF2-40B4-BE49-F238E27FC236}">
                <a16:creationId xmlns:a16="http://schemas.microsoft.com/office/drawing/2014/main" id="{F6F4653D-FBF7-4B1B-88A2-CC24CEFDD554}"/>
              </a:ext>
            </a:extLst>
          </p:cNvPr>
          <p:cNvCxnSpPr>
            <a:cxnSpLocks/>
            <a:endCxn id="1387" idx="3"/>
          </p:cNvCxnSpPr>
          <p:nvPr/>
        </p:nvCxnSpPr>
        <p:spPr>
          <a:xfrm flipH="1">
            <a:off x="1867624" y="1502765"/>
            <a:ext cx="7443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4" name="직선 연결선[R] 1413">
            <a:extLst>
              <a:ext uri="{FF2B5EF4-FFF2-40B4-BE49-F238E27FC236}">
                <a16:creationId xmlns:a16="http://schemas.microsoft.com/office/drawing/2014/main" id="{AC70A630-E567-A227-E0A3-9E05DC8F5A0C}"/>
              </a:ext>
            </a:extLst>
          </p:cNvPr>
          <p:cNvCxnSpPr>
            <a:cxnSpLocks/>
          </p:cNvCxnSpPr>
          <p:nvPr/>
        </p:nvCxnSpPr>
        <p:spPr>
          <a:xfrm flipV="1">
            <a:off x="2610855" y="1504010"/>
            <a:ext cx="0" cy="2915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16" name="그룹 1415">
            <a:extLst>
              <a:ext uri="{FF2B5EF4-FFF2-40B4-BE49-F238E27FC236}">
                <a16:creationId xmlns:a16="http://schemas.microsoft.com/office/drawing/2014/main" id="{22607F70-794F-CAB1-7CE1-10EEE66E697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1447719"/>
            <a:ext cx="148067" cy="108000"/>
            <a:chOff x="7409659" y="2902132"/>
            <a:chExt cx="317047" cy="239471"/>
          </a:xfrm>
        </p:grpSpPr>
        <p:grpSp>
          <p:nvGrpSpPr>
            <p:cNvPr id="1417" name="그룹 1416">
              <a:extLst>
                <a:ext uri="{FF2B5EF4-FFF2-40B4-BE49-F238E27FC236}">
                  <a16:creationId xmlns:a16="http://schemas.microsoft.com/office/drawing/2014/main" id="{7A637657-7A1D-F060-7830-55831DF3666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0" name="직선 연결선 322">
                <a:extLst>
                  <a:ext uri="{FF2B5EF4-FFF2-40B4-BE49-F238E27FC236}">
                    <a16:creationId xmlns:a16="http://schemas.microsoft.com/office/drawing/2014/main" id="{A190C989-F49F-9CBB-02EA-7DAD51F55DE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1" name="직선 연결선 323">
                <a:extLst>
                  <a:ext uri="{FF2B5EF4-FFF2-40B4-BE49-F238E27FC236}">
                    <a16:creationId xmlns:a16="http://schemas.microsoft.com/office/drawing/2014/main" id="{F6124DD2-DEFE-711E-5C3D-5EEE72C056E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2" name="직선 연결선 324">
                <a:extLst>
                  <a:ext uri="{FF2B5EF4-FFF2-40B4-BE49-F238E27FC236}">
                    <a16:creationId xmlns:a16="http://schemas.microsoft.com/office/drawing/2014/main" id="{B1008670-03F2-E607-A203-05952D48FA4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18" name="직선 연결선 326">
              <a:extLst>
                <a:ext uri="{FF2B5EF4-FFF2-40B4-BE49-F238E27FC236}">
                  <a16:creationId xmlns:a16="http://schemas.microsoft.com/office/drawing/2014/main" id="{D4F6ABE6-83E3-749D-594B-963EF7E414B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19" name="타원 1418">
              <a:extLst>
                <a:ext uri="{FF2B5EF4-FFF2-40B4-BE49-F238E27FC236}">
                  <a16:creationId xmlns:a16="http://schemas.microsoft.com/office/drawing/2014/main" id="{3E7CE564-A5A5-C32A-89CC-B01CB04F184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23" name="직선 연결선 351">
            <a:extLst>
              <a:ext uri="{FF2B5EF4-FFF2-40B4-BE49-F238E27FC236}">
                <a16:creationId xmlns:a16="http://schemas.microsoft.com/office/drawing/2014/main" id="{4033A795-7A6A-1159-56E4-519076CD28C3}"/>
              </a:ext>
            </a:extLst>
          </p:cNvPr>
          <p:cNvCxnSpPr>
            <a:cxnSpLocks/>
          </p:cNvCxnSpPr>
          <p:nvPr/>
        </p:nvCxnSpPr>
        <p:spPr>
          <a:xfrm>
            <a:off x="2558461" y="1733591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4" name="직선 연결선 351">
            <a:extLst>
              <a:ext uri="{FF2B5EF4-FFF2-40B4-BE49-F238E27FC236}">
                <a16:creationId xmlns:a16="http://schemas.microsoft.com/office/drawing/2014/main" id="{D28791B0-EE7D-A93A-0CE2-C6C634E0CE67}"/>
              </a:ext>
            </a:extLst>
          </p:cNvPr>
          <p:cNvCxnSpPr>
            <a:cxnSpLocks/>
          </p:cNvCxnSpPr>
          <p:nvPr/>
        </p:nvCxnSpPr>
        <p:spPr>
          <a:xfrm>
            <a:off x="2460249" y="54838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25" name="그룹 1424">
            <a:extLst>
              <a:ext uri="{FF2B5EF4-FFF2-40B4-BE49-F238E27FC236}">
                <a16:creationId xmlns:a16="http://schemas.microsoft.com/office/drawing/2014/main" id="{944CF796-A87E-C751-5428-A165E91B987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551414"/>
            <a:ext cx="148067" cy="108000"/>
            <a:chOff x="7409659" y="2902132"/>
            <a:chExt cx="317047" cy="239471"/>
          </a:xfrm>
        </p:grpSpPr>
        <p:grpSp>
          <p:nvGrpSpPr>
            <p:cNvPr id="1426" name="그룹 1425">
              <a:extLst>
                <a:ext uri="{FF2B5EF4-FFF2-40B4-BE49-F238E27FC236}">
                  <a16:creationId xmlns:a16="http://schemas.microsoft.com/office/drawing/2014/main" id="{CA76968F-5871-B61A-14DE-D9C4F6A4F9A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9" name="직선 연결선 322">
                <a:extLst>
                  <a:ext uri="{FF2B5EF4-FFF2-40B4-BE49-F238E27FC236}">
                    <a16:creationId xmlns:a16="http://schemas.microsoft.com/office/drawing/2014/main" id="{1A11DD2E-1B96-A288-7714-345C3650125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0" name="직선 연결선 323">
                <a:extLst>
                  <a:ext uri="{FF2B5EF4-FFF2-40B4-BE49-F238E27FC236}">
                    <a16:creationId xmlns:a16="http://schemas.microsoft.com/office/drawing/2014/main" id="{940FD563-1D13-B425-A90D-D1839A41FCD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1" name="직선 연결선 324">
                <a:extLst>
                  <a:ext uri="{FF2B5EF4-FFF2-40B4-BE49-F238E27FC236}">
                    <a16:creationId xmlns:a16="http://schemas.microsoft.com/office/drawing/2014/main" id="{56142421-8193-3E57-3DD8-A3F099B666B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7" name="직선 연결선 326">
              <a:extLst>
                <a:ext uri="{FF2B5EF4-FFF2-40B4-BE49-F238E27FC236}">
                  <a16:creationId xmlns:a16="http://schemas.microsoft.com/office/drawing/2014/main" id="{CA44AF4A-7AF0-5086-6DBA-CE7EBE2FF64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28" name="타원 1427">
              <a:extLst>
                <a:ext uri="{FF2B5EF4-FFF2-40B4-BE49-F238E27FC236}">
                  <a16:creationId xmlns:a16="http://schemas.microsoft.com/office/drawing/2014/main" id="{C5E46F4F-4B34-6E6B-8B91-80235AEAFFA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32" name="직선 연결선[R] 1431">
            <a:extLst>
              <a:ext uri="{FF2B5EF4-FFF2-40B4-BE49-F238E27FC236}">
                <a16:creationId xmlns:a16="http://schemas.microsoft.com/office/drawing/2014/main" id="{DEDBD2FF-D435-DA16-035B-8CB5C2DF1FB1}"/>
              </a:ext>
            </a:extLst>
          </p:cNvPr>
          <p:cNvCxnSpPr>
            <a:cxnSpLocks/>
            <a:stCxn id="1388" idx="1"/>
          </p:cNvCxnSpPr>
          <p:nvPr/>
        </p:nvCxnSpPr>
        <p:spPr>
          <a:xfrm flipH="1">
            <a:off x="732692" y="604624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5" name="직선 연결선[R] 1434">
            <a:extLst>
              <a:ext uri="{FF2B5EF4-FFF2-40B4-BE49-F238E27FC236}">
                <a16:creationId xmlns:a16="http://schemas.microsoft.com/office/drawing/2014/main" id="{D68CCC72-1FE9-3287-5CEF-2CF5D484BFB7}"/>
              </a:ext>
            </a:extLst>
          </p:cNvPr>
          <p:cNvCxnSpPr>
            <a:cxnSpLocks/>
          </p:cNvCxnSpPr>
          <p:nvPr/>
        </p:nvCxnSpPr>
        <p:spPr>
          <a:xfrm flipV="1">
            <a:off x="733304" y="608711"/>
            <a:ext cx="0" cy="246859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8" name="직선 연결선[R] 1437">
            <a:extLst>
              <a:ext uri="{FF2B5EF4-FFF2-40B4-BE49-F238E27FC236}">
                <a16:creationId xmlns:a16="http://schemas.microsoft.com/office/drawing/2014/main" id="{49184CB9-B09E-9534-DC69-AA1149033554}"/>
              </a:ext>
            </a:extLst>
          </p:cNvPr>
          <p:cNvCxnSpPr>
            <a:cxnSpLocks/>
          </p:cNvCxnSpPr>
          <p:nvPr/>
        </p:nvCxnSpPr>
        <p:spPr>
          <a:xfrm flipH="1">
            <a:off x="732692" y="3076680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41" name="그룹 1440">
            <a:extLst>
              <a:ext uri="{FF2B5EF4-FFF2-40B4-BE49-F238E27FC236}">
                <a16:creationId xmlns:a16="http://schemas.microsoft.com/office/drawing/2014/main" id="{95BD2642-204E-F873-3C5A-E7CB5F38CDAB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548389"/>
            <a:ext cx="148067" cy="108000"/>
            <a:chOff x="7409659" y="2902132"/>
            <a:chExt cx="317047" cy="239471"/>
          </a:xfrm>
        </p:grpSpPr>
        <p:grpSp>
          <p:nvGrpSpPr>
            <p:cNvPr id="1442" name="그룹 1441">
              <a:extLst>
                <a:ext uri="{FF2B5EF4-FFF2-40B4-BE49-F238E27FC236}">
                  <a16:creationId xmlns:a16="http://schemas.microsoft.com/office/drawing/2014/main" id="{F25BA1C1-9045-95DA-1217-03AF2D23CA1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45" name="직선 연결선 322">
                <a:extLst>
                  <a:ext uri="{FF2B5EF4-FFF2-40B4-BE49-F238E27FC236}">
                    <a16:creationId xmlns:a16="http://schemas.microsoft.com/office/drawing/2014/main" id="{9604AAD2-6943-F9DA-0D83-ABCA4E8408C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6" name="직선 연결선 323">
                <a:extLst>
                  <a:ext uri="{FF2B5EF4-FFF2-40B4-BE49-F238E27FC236}">
                    <a16:creationId xmlns:a16="http://schemas.microsoft.com/office/drawing/2014/main" id="{BDA7983D-324B-E16D-9C68-5F8EFF63FDF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7" name="직선 연결선 324">
                <a:extLst>
                  <a:ext uri="{FF2B5EF4-FFF2-40B4-BE49-F238E27FC236}">
                    <a16:creationId xmlns:a16="http://schemas.microsoft.com/office/drawing/2014/main" id="{68F15CD3-35AA-7B5B-178F-98BB0488E5D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43" name="직선 연결선 326">
              <a:extLst>
                <a:ext uri="{FF2B5EF4-FFF2-40B4-BE49-F238E27FC236}">
                  <a16:creationId xmlns:a16="http://schemas.microsoft.com/office/drawing/2014/main" id="{ACCA95A5-CF06-3FDB-B547-C7D12D4413E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44" name="타원 1443">
              <a:extLst>
                <a:ext uri="{FF2B5EF4-FFF2-40B4-BE49-F238E27FC236}">
                  <a16:creationId xmlns:a16="http://schemas.microsoft.com/office/drawing/2014/main" id="{85A88FD2-2689-E8B4-F771-CC1D6FCC2E4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48" name="직선 연결선 351">
            <a:extLst>
              <a:ext uri="{FF2B5EF4-FFF2-40B4-BE49-F238E27FC236}">
                <a16:creationId xmlns:a16="http://schemas.microsoft.com/office/drawing/2014/main" id="{BFA0FECA-1885-6F39-1CB7-0EC7C395635C}"/>
              </a:ext>
            </a:extLst>
          </p:cNvPr>
          <p:cNvCxnSpPr>
            <a:cxnSpLocks/>
          </p:cNvCxnSpPr>
          <p:nvPr/>
        </p:nvCxnSpPr>
        <p:spPr>
          <a:xfrm>
            <a:off x="1088088" y="303283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9" name="직선 연결선[R] 1448">
            <a:extLst>
              <a:ext uri="{FF2B5EF4-FFF2-40B4-BE49-F238E27FC236}">
                <a16:creationId xmlns:a16="http://schemas.microsoft.com/office/drawing/2014/main" id="{624A04E0-0899-5DCB-E09C-7C042DE40224}"/>
              </a:ext>
            </a:extLst>
          </p:cNvPr>
          <p:cNvCxnSpPr>
            <a:cxnSpLocks/>
            <a:stCxn id="1387" idx="0"/>
            <a:endCxn id="1388" idx="2"/>
          </p:cNvCxnSpPr>
          <p:nvPr/>
        </p:nvCxnSpPr>
        <p:spPr>
          <a:xfrm flipV="1">
            <a:off x="1507624" y="820624"/>
            <a:ext cx="0" cy="46614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2" name="그룹 1451">
            <a:extLst>
              <a:ext uri="{FF2B5EF4-FFF2-40B4-BE49-F238E27FC236}">
                <a16:creationId xmlns:a16="http://schemas.microsoft.com/office/drawing/2014/main" id="{50558A09-3B3E-901A-A37D-D58CFD3487E8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591" y="844765"/>
            <a:ext cx="148067" cy="108000"/>
            <a:chOff x="7409659" y="2902132"/>
            <a:chExt cx="317047" cy="239471"/>
          </a:xfrm>
        </p:grpSpPr>
        <p:grpSp>
          <p:nvGrpSpPr>
            <p:cNvPr id="1453" name="그룹 1452">
              <a:extLst>
                <a:ext uri="{FF2B5EF4-FFF2-40B4-BE49-F238E27FC236}">
                  <a16:creationId xmlns:a16="http://schemas.microsoft.com/office/drawing/2014/main" id="{D3C0D3C2-D503-59DD-347A-D3AAE5B3E8E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56" name="직선 연결선 322">
                <a:extLst>
                  <a:ext uri="{FF2B5EF4-FFF2-40B4-BE49-F238E27FC236}">
                    <a16:creationId xmlns:a16="http://schemas.microsoft.com/office/drawing/2014/main" id="{22273A4B-DBCD-755F-CD79-4946BAB3E18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7" name="직선 연결선 323">
                <a:extLst>
                  <a:ext uri="{FF2B5EF4-FFF2-40B4-BE49-F238E27FC236}">
                    <a16:creationId xmlns:a16="http://schemas.microsoft.com/office/drawing/2014/main" id="{A9916B0C-260B-7460-D350-E7DBF8E85A2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8" name="직선 연결선 324">
                <a:extLst>
                  <a:ext uri="{FF2B5EF4-FFF2-40B4-BE49-F238E27FC236}">
                    <a16:creationId xmlns:a16="http://schemas.microsoft.com/office/drawing/2014/main" id="{94D6EC8C-A1C3-E949-7DCD-41AF5BC0F2B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54" name="직선 연결선 326">
              <a:extLst>
                <a:ext uri="{FF2B5EF4-FFF2-40B4-BE49-F238E27FC236}">
                  <a16:creationId xmlns:a16="http://schemas.microsoft.com/office/drawing/2014/main" id="{B4534323-8308-CCAF-CF18-5B684B4E701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55" name="타원 1454">
              <a:extLst>
                <a:ext uri="{FF2B5EF4-FFF2-40B4-BE49-F238E27FC236}">
                  <a16:creationId xmlns:a16="http://schemas.microsoft.com/office/drawing/2014/main" id="{DE7C1AD6-2C86-BFB0-6D2C-5050EDFE989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sp>
        <p:nvSpPr>
          <p:cNvPr id="1461" name="제목 1">
            <a:extLst>
              <a:ext uri="{FF2B5EF4-FFF2-40B4-BE49-F238E27FC236}">
                <a16:creationId xmlns:a16="http://schemas.microsoft.com/office/drawing/2014/main" id="{82B2F48F-2F2D-8AEE-B4DC-402A4DF4C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04" y="160360"/>
            <a:ext cx="496074" cy="654861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V2</a:t>
            </a:r>
            <a:endParaRPr lang="ko-KR" altLang="en-US" dirty="0"/>
          </a:p>
        </p:txBody>
      </p:sp>
      <p:grpSp>
        <p:nvGrpSpPr>
          <p:cNvPr id="1462" name="그룹 1461">
            <a:extLst>
              <a:ext uri="{FF2B5EF4-FFF2-40B4-BE49-F238E27FC236}">
                <a16:creationId xmlns:a16="http://schemas.microsoft.com/office/drawing/2014/main" id="{B4F4668B-5AC7-512B-9770-3F72C980EC0E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5593842" y="3576188"/>
            <a:ext cx="148067" cy="108000"/>
            <a:chOff x="7409659" y="2902132"/>
            <a:chExt cx="317047" cy="239471"/>
          </a:xfrm>
        </p:grpSpPr>
        <p:grpSp>
          <p:nvGrpSpPr>
            <p:cNvPr id="1463" name="그룹 1462">
              <a:extLst>
                <a:ext uri="{FF2B5EF4-FFF2-40B4-BE49-F238E27FC236}">
                  <a16:creationId xmlns:a16="http://schemas.microsoft.com/office/drawing/2014/main" id="{BD4A215D-F96C-ED7E-F7E4-7496D17A0E5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66" name="직선 연결선 322">
                <a:extLst>
                  <a:ext uri="{FF2B5EF4-FFF2-40B4-BE49-F238E27FC236}">
                    <a16:creationId xmlns:a16="http://schemas.microsoft.com/office/drawing/2014/main" id="{FAE9B0D8-D1B7-85B4-680F-C34A88E434E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7" name="직선 연결선 323">
                <a:extLst>
                  <a:ext uri="{FF2B5EF4-FFF2-40B4-BE49-F238E27FC236}">
                    <a16:creationId xmlns:a16="http://schemas.microsoft.com/office/drawing/2014/main" id="{F61F53B8-20E8-5F8D-61A9-174B39670AA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8" name="직선 연결선 324">
                <a:extLst>
                  <a:ext uri="{FF2B5EF4-FFF2-40B4-BE49-F238E27FC236}">
                    <a16:creationId xmlns:a16="http://schemas.microsoft.com/office/drawing/2014/main" id="{79A3DBB2-24BC-42CC-B3C9-F189BBF5246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64" name="직선 연결선 326">
              <a:extLst>
                <a:ext uri="{FF2B5EF4-FFF2-40B4-BE49-F238E27FC236}">
                  <a16:creationId xmlns:a16="http://schemas.microsoft.com/office/drawing/2014/main" id="{0F683DC3-F4E4-FCA3-68AF-12399066123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65" name="타원 1464">
              <a:extLst>
                <a:ext uri="{FF2B5EF4-FFF2-40B4-BE49-F238E27FC236}">
                  <a16:creationId xmlns:a16="http://schemas.microsoft.com/office/drawing/2014/main" id="{B97AA062-FC0B-721B-79EC-F6CE9B3E835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69" name="그룹 1468">
            <a:extLst>
              <a:ext uri="{FF2B5EF4-FFF2-40B4-BE49-F238E27FC236}">
                <a16:creationId xmlns:a16="http://schemas.microsoft.com/office/drawing/2014/main" id="{D50BD473-551F-5FF3-205B-142168BFBB6F}"/>
              </a:ext>
            </a:extLst>
          </p:cNvPr>
          <p:cNvGrpSpPr>
            <a:grpSpLocks noChangeAspect="1"/>
          </p:cNvGrpSpPr>
          <p:nvPr/>
        </p:nvGrpSpPr>
        <p:grpSpPr>
          <a:xfrm>
            <a:off x="7715105" y="3870916"/>
            <a:ext cx="148067" cy="108000"/>
            <a:chOff x="7409659" y="2902132"/>
            <a:chExt cx="317047" cy="239471"/>
          </a:xfrm>
        </p:grpSpPr>
        <p:grpSp>
          <p:nvGrpSpPr>
            <p:cNvPr id="1470" name="그룹 1469">
              <a:extLst>
                <a:ext uri="{FF2B5EF4-FFF2-40B4-BE49-F238E27FC236}">
                  <a16:creationId xmlns:a16="http://schemas.microsoft.com/office/drawing/2014/main" id="{8EEC5D79-2A2E-D565-3646-5D17F9A3861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73" name="직선 연결선 322">
                <a:extLst>
                  <a:ext uri="{FF2B5EF4-FFF2-40B4-BE49-F238E27FC236}">
                    <a16:creationId xmlns:a16="http://schemas.microsoft.com/office/drawing/2014/main" id="{13023296-28F2-D2FE-3267-C7BCE39DF28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4" name="직선 연결선 323">
                <a:extLst>
                  <a:ext uri="{FF2B5EF4-FFF2-40B4-BE49-F238E27FC236}">
                    <a16:creationId xmlns:a16="http://schemas.microsoft.com/office/drawing/2014/main" id="{11EC3D10-29F8-E282-A326-E4FF1B688FA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5" name="직선 연결선 324">
                <a:extLst>
                  <a:ext uri="{FF2B5EF4-FFF2-40B4-BE49-F238E27FC236}">
                    <a16:creationId xmlns:a16="http://schemas.microsoft.com/office/drawing/2014/main" id="{0B0D2C27-41E1-F09D-4D72-616D69B1970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1" name="직선 연결선 326">
              <a:extLst>
                <a:ext uri="{FF2B5EF4-FFF2-40B4-BE49-F238E27FC236}">
                  <a16:creationId xmlns:a16="http://schemas.microsoft.com/office/drawing/2014/main" id="{46212D6D-CF44-7894-74C0-FA8186F7FCD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2" name="타원 1471">
              <a:extLst>
                <a:ext uri="{FF2B5EF4-FFF2-40B4-BE49-F238E27FC236}">
                  <a16:creationId xmlns:a16="http://schemas.microsoft.com/office/drawing/2014/main" id="{CA0E059E-DD32-D6F5-B0E1-3F3A8747848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76" name="그룹 1475">
            <a:extLst>
              <a:ext uri="{FF2B5EF4-FFF2-40B4-BE49-F238E27FC236}">
                <a16:creationId xmlns:a16="http://schemas.microsoft.com/office/drawing/2014/main" id="{B7B3A958-2762-76D8-1281-4B239224E9B3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3884" y="4477068"/>
            <a:ext cx="148067" cy="108000"/>
            <a:chOff x="7409659" y="2902132"/>
            <a:chExt cx="317047" cy="239471"/>
          </a:xfrm>
        </p:grpSpPr>
        <p:grpSp>
          <p:nvGrpSpPr>
            <p:cNvPr id="1477" name="그룹 1476">
              <a:extLst>
                <a:ext uri="{FF2B5EF4-FFF2-40B4-BE49-F238E27FC236}">
                  <a16:creationId xmlns:a16="http://schemas.microsoft.com/office/drawing/2014/main" id="{E522D613-E300-254C-CB6E-48224127298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0" name="직선 연결선 322">
                <a:extLst>
                  <a:ext uri="{FF2B5EF4-FFF2-40B4-BE49-F238E27FC236}">
                    <a16:creationId xmlns:a16="http://schemas.microsoft.com/office/drawing/2014/main" id="{1ECF613A-1C6E-9199-16AE-010B4A2EBEA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1" name="직선 연결선 323">
                <a:extLst>
                  <a:ext uri="{FF2B5EF4-FFF2-40B4-BE49-F238E27FC236}">
                    <a16:creationId xmlns:a16="http://schemas.microsoft.com/office/drawing/2014/main" id="{B336EE70-44A5-AB8D-1D9E-1C6A4E4C146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2" name="직선 연결선 324">
                <a:extLst>
                  <a:ext uri="{FF2B5EF4-FFF2-40B4-BE49-F238E27FC236}">
                    <a16:creationId xmlns:a16="http://schemas.microsoft.com/office/drawing/2014/main" id="{EAD9B34E-8791-8D17-CB23-5D53B7CD686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8" name="직선 연결선 326">
              <a:extLst>
                <a:ext uri="{FF2B5EF4-FFF2-40B4-BE49-F238E27FC236}">
                  <a16:creationId xmlns:a16="http://schemas.microsoft.com/office/drawing/2014/main" id="{5F135558-4A1D-CB7C-07D5-75D6B017DB4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9" name="타원 1478">
              <a:extLst>
                <a:ext uri="{FF2B5EF4-FFF2-40B4-BE49-F238E27FC236}">
                  <a16:creationId xmlns:a16="http://schemas.microsoft.com/office/drawing/2014/main" id="{A97104DD-9D40-0752-7863-EB6A4279D8A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83" name="그룹 1482">
            <a:extLst>
              <a:ext uri="{FF2B5EF4-FFF2-40B4-BE49-F238E27FC236}">
                <a16:creationId xmlns:a16="http://schemas.microsoft.com/office/drawing/2014/main" id="{D12AD791-80F0-3B4A-C9DA-0207A7B4C620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5" y="5374879"/>
            <a:ext cx="148067" cy="108000"/>
            <a:chOff x="7409659" y="2902132"/>
            <a:chExt cx="317047" cy="239471"/>
          </a:xfrm>
        </p:grpSpPr>
        <p:grpSp>
          <p:nvGrpSpPr>
            <p:cNvPr id="1484" name="그룹 1483">
              <a:extLst>
                <a:ext uri="{FF2B5EF4-FFF2-40B4-BE49-F238E27FC236}">
                  <a16:creationId xmlns:a16="http://schemas.microsoft.com/office/drawing/2014/main" id="{44C9AF52-28AC-AA5E-AA2D-B22E445BD25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7" name="직선 연결선 322">
                <a:extLst>
                  <a:ext uri="{FF2B5EF4-FFF2-40B4-BE49-F238E27FC236}">
                    <a16:creationId xmlns:a16="http://schemas.microsoft.com/office/drawing/2014/main" id="{6DC9E62A-323E-875F-C200-312089C9962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8" name="직선 연결선 323">
                <a:extLst>
                  <a:ext uri="{FF2B5EF4-FFF2-40B4-BE49-F238E27FC236}">
                    <a16:creationId xmlns:a16="http://schemas.microsoft.com/office/drawing/2014/main" id="{706E1C0C-02D3-384B-28AD-54267CDA14D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9" name="직선 연결선 324">
                <a:extLst>
                  <a:ext uri="{FF2B5EF4-FFF2-40B4-BE49-F238E27FC236}">
                    <a16:creationId xmlns:a16="http://schemas.microsoft.com/office/drawing/2014/main" id="{9A349754-1625-3FEE-8AEB-9623DB5515D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85" name="직선 연결선 326">
              <a:extLst>
                <a:ext uri="{FF2B5EF4-FFF2-40B4-BE49-F238E27FC236}">
                  <a16:creationId xmlns:a16="http://schemas.microsoft.com/office/drawing/2014/main" id="{8EA0345A-C605-D579-B89F-9EBC234E517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86" name="타원 1485">
              <a:extLst>
                <a:ext uri="{FF2B5EF4-FFF2-40B4-BE49-F238E27FC236}">
                  <a16:creationId xmlns:a16="http://schemas.microsoft.com/office/drawing/2014/main" id="{50CFF1E7-6F7B-3880-C7A2-920A9F940F0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1" name="그룹 1490">
            <a:extLst>
              <a:ext uri="{FF2B5EF4-FFF2-40B4-BE49-F238E27FC236}">
                <a16:creationId xmlns:a16="http://schemas.microsoft.com/office/drawing/2014/main" id="{4013F379-EBDC-936E-70C5-A4C75D524A3E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5663052"/>
            <a:ext cx="148067" cy="108000"/>
            <a:chOff x="7409659" y="2902132"/>
            <a:chExt cx="317047" cy="239471"/>
          </a:xfrm>
        </p:grpSpPr>
        <p:grpSp>
          <p:nvGrpSpPr>
            <p:cNvPr id="1492" name="그룹 1491">
              <a:extLst>
                <a:ext uri="{FF2B5EF4-FFF2-40B4-BE49-F238E27FC236}">
                  <a16:creationId xmlns:a16="http://schemas.microsoft.com/office/drawing/2014/main" id="{98B4856B-4DFE-BC8F-6BE3-3525A0DEC8E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95" name="직선 연결선 322">
                <a:extLst>
                  <a:ext uri="{FF2B5EF4-FFF2-40B4-BE49-F238E27FC236}">
                    <a16:creationId xmlns:a16="http://schemas.microsoft.com/office/drawing/2014/main" id="{43F6E992-CC77-E4D0-D3C8-C6F828030A1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6" name="직선 연결선 323">
                <a:extLst>
                  <a:ext uri="{FF2B5EF4-FFF2-40B4-BE49-F238E27FC236}">
                    <a16:creationId xmlns:a16="http://schemas.microsoft.com/office/drawing/2014/main" id="{758FB4D7-C855-9B51-5903-84CC696E4B0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7" name="직선 연결선 324">
                <a:extLst>
                  <a:ext uri="{FF2B5EF4-FFF2-40B4-BE49-F238E27FC236}">
                    <a16:creationId xmlns:a16="http://schemas.microsoft.com/office/drawing/2014/main" id="{E17105BF-7406-0D6F-2F93-2D2476D3610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93" name="직선 연결선 326">
              <a:extLst>
                <a:ext uri="{FF2B5EF4-FFF2-40B4-BE49-F238E27FC236}">
                  <a16:creationId xmlns:a16="http://schemas.microsoft.com/office/drawing/2014/main" id="{2A844C6D-4B42-7547-4090-42B89A876FC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94" name="타원 1493">
              <a:extLst>
                <a:ext uri="{FF2B5EF4-FFF2-40B4-BE49-F238E27FC236}">
                  <a16:creationId xmlns:a16="http://schemas.microsoft.com/office/drawing/2014/main" id="{A00EC42F-3D1B-98F7-52D9-7FD594C8AD4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8" name="그룹 1497">
            <a:extLst>
              <a:ext uri="{FF2B5EF4-FFF2-40B4-BE49-F238E27FC236}">
                <a16:creationId xmlns:a16="http://schemas.microsoft.com/office/drawing/2014/main" id="{4AEFD29F-B4E9-0E4A-CD0F-8B55937C2D12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5780852"/>
            <a:ext cx="148067" cy="108000"/>
            <a:chOff x="7409659" y="2902132"/>
            <a:chExt cx="317047" cy="239471"/>
          </a:xfrm>
        </p:grpSpPr>
        <p:grpSp>
          <p:nvGrpSpPr>
            <p:cNvPr id="1499" name="그룹 1498">
              <a:extLst>
                <a:ext uri="{FF2B5EF4-FFF2-40B4-BE49-F238E27FC236}">
                  <a16:creationId xmlns:a16="http://schemas.microsoft.com/office/drawing/2014/main" id="{30263731-9C4E-8D69-71BC-9522B863182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02" name="직선 연결선 322">
                <a:extLst>
                  <a:ext uri="{FF2B5EF4-FFF2-40B4-BE49-F238E27FC236}">
                    <a16:creationId xmlns:a16="http://schemas.microsoft.com/office/drawing/2014/main" id="{24526C44-0E4E-A627-C103-7DC4719D1BF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3" name="직선 연결선 323">
                <a:extLst>
                  <a:ext uri="{FF2B5EF4-FFF2-40B4-BE49-F238E27FC236}">
                    <a16:creationId xmlns:a16="http://schemas.microsoft.com/office/drawing/2014/main" id="{3323621D-3723-0190-619A-7277C4DA651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4" name="직선 연결선 324">
                <a:extLst>
                  <a:ext uri="{FF2B5EF4-FFF2-40B4-BE49-F238E27FC236}">
                    <a16:creationId xmlns:a16="http://schemas.microsoft.com/office/drawing/2014/main" id="{2F2EAE83-B4C4-EA51-4404-72F490DD58D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00" name="직선 연결선 326">
              <a:extLst>
                <a:ext uri="{FF2B5EF4-FFF2-40B4-BE49-F238E27FC236}">
                  <a16:creationId xmlns:a16="http://schemas.microsoft.com/office/drawing/2014/main" id="{12A50A55-A6F8-3ACB-2F67-BF74973A34F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1" name="타원 1500">
              <a:extLst>
                <a:ext uri="{FF2B5EF4-FFF2-40B4-BE49-F238E27FC236}">
                  <a16:creationId xmlns:a16="http://schemas.microsoft.com/office/drawing/2014/main" id="{AA13A76E-E58A-28E9-AD0A-C9AF7CB920C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3" name="그룹 1512">
            <a:extLst>
              <a:ext uri="{FF2B5EF4-FFF2-40B4-BE49-F238E27FC236}">
                <a16:creationId xmlns:a16="http://schemas.microsoft.com/office/drawing/2014/main" id="{EDC4FD98-7F14-64C9-00A3-F763505FB2F1}"/>
              </a:ext>
            </a:extLst>
          </p:cNvPr>
          <p:cNvGrpSpPr/>
          <p:nvPr/>
        </p:nvGrpSpPr>
        <p:grpSpPr>
          <a:xfrm>
            <a:off x="5166275" y="3864653"/>
            <a:ext cx="90979" cy="106796"/>
            <a:chOff x="4947906" y="3396192"/>
            <a:chExt cx="90979" cy="106796"/>
          </a:xfrm>
        </p:grpSpPr>
        <p:cxnSp>
          <p:nvCxnSpPr>
            <p:cNvPr id="1508" name="직선 연결선 326">
              <a:extLst>
                <a:ext uri="{FF2B5EF4-FFF2-40B4-BE49-F238E27FC236}">
                  <a16:creationId xmlns:a16="http://schemas.microsoft.com/office/drawing/2014/main" id="{D578ADE5-EFEB-6475-B1E2-B83AD60DC62C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9" name="타원 1508">
              <a:extLst>
                <a:ext uri="{FF2B5EF4-FFF2-40B4-BE49-F238E27FC236}">
                  <a16:creationId xmlns:a16="http://schemas.microsoft.com/office/drawing/2014/main" id="{B8729B2A-0614-6A07-4DE9-AE64B60F7E9E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7" name="그룹 1516">
            <a:extLst>
              <a:ext uri="{FF2B5EF4-FFF2-40B4-BE49-F238E27FC236}">
                <a16:creationId xmlns:a16="http://schemas.microsoft.com/office/drawing/2014/main" id="{9CF6864B-5759-4D0B-5DD1-B35997427F32}"/>
              </a:ext>
            </a:extLst>
          </p:cNvPr>
          <p:cNvGrpSpPr/>
          <p:nvPr/>
        </p:nvGrpSpPr>
        <p:grpSpPr>
          <a:xfrm rot="16200000">
            <a:off x="7983722" y="582314"/>
            <a:ext cx="90979" cy="106796"/>
            <a:chOff x="4947906" y="3396192"/>
            <a:chExt cx="90979" cy="106796"/>
          </a:xfrm>
        </p:grpSpPr>
        <p:cxnSp>
          <p:nvCxnSpPr>
            <p:cNvPr id="1518" name="직선 연결선 326">
              <a:extLst>
                <a:ext uri="{FF2B5EF4-FFF2-40B4-BE49-F238E27FC236}">
                  <a16:creationId xmlns:a16="http://schemas.microsoft.com/office/drawing/2014/main" id="{FEDCAA10-0A95-8000-0599-141CB0CC128A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19" name="타원 1518">
              <a:extLst>
                <a:ext uri="{FF2B5EF4-FFF2-40B4-BE49-F238E27FC236}">
                  <a16:creationId xmlns:a16="http://schemas.microsoft.com/office/drawing/2014/main" id="{E50A2148-19B4-7A3A-82B9-6268B5F24CAC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0" name="그룹 1519">
            <a:extLst>
              <a:ext uri="{FF2B5EF4-FFF2-40B4-BE49-F238E27FC236}">
                <a16:creationId xmlns:a16="http://schemas.microsoft.com/office/drawing/2014/main" id="{35F21EB3-4BDD-56FC-69CE-9C7A1E2FAC14}"/>
              </a:ext>
            </a:extLst>
          </p:cNvPr>
          <p:cNvGrpSpPr/>
          <p:nvPr/>
        </p:nvGrpSpPr>
        <p:grpSpPr>
          <a:xfrm rot="16200000">
            <a:off x="8396342" y="587799"/>
            <a:ext cx="90979" cy="106796"/>
            <a:chOff x="4947906" y="3396192"/>
            <a:chExt cx="90979" cy="106796"/>
          </a:xfrm>
        </p:grpSpPr>
        <p:cxnSp>
          <p:nvCxnSpPr>
            <p:cNvPr id="1521" name="직선 연결선 326">
              <a:extLst>
                <a:ext uri="{FF2B5EF4-FFF2-40B4-BE49-F238E27FC236}">
                  <a16:creationId xmlns:a16="http://schemas.microsoft.com/office/drawing/2014/main" id="{1CCC85C8-5B83-7E7D-09FE-601DAF55615C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2" name="타원 1521">
              <a:extLst>
                <a:ext uri="{FF2B5EF4-FFF2-40B4-BE49-F238E27FC236}">
                  <a16:creationId xmlns:a16="http://schemas.microsoft.com/office/drawing/2014/main" id="{C82C9B24-6999-CDFD-87BE-8BE5480004CE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3" name="그룹 1522">
            <a:extLst>
              <a:ext uri="{FF2B5EF4-FFF2-40B4-BE49-F238E27FC236}">
                <a16:creationId xmlns:a16="http://schemas.microsoft.com/office/drawing/2014/main" id="{6C97FA5F-08BD-3C8A-CE41-56A1384F3BD2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1775186"/>
            <a:ext cx="148067" cy="108000"/>
            <a:chOff x="7409659" y="2902132"/>
            <a:chExt cx="317047" cy="239471"/>
          </a:xfrm>
        </p:grpSpPr>
        <p:grpSp>
          <p:nvGrpSpPr>
            <p:cNvPr id="1524" name="그룹 1523">
              <a:extLst>
                <a:ext uri="{FF2B5EF4-FFF2-40B4-BE49-F238E27FC236}">
                  <a16:creationId xmlns:a16="http://schemas.microsoft.com/office/drawing/2014/main" id="{264DE786-E225-A26F-E0F0-786DC673321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27" name="직선 연결선 322">
                <a:extLst>
                  <a:ext uri="{FF2B5EF4-FFF2-40B4-BE49-F238E27FC236}">
                    <a16:creationId xmlns:a16="http://schemas.microsoft.com/office/drawing/2014/main" id="{821655BE-23F8-3F35-6AE4-E70EC2E3CA8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8" name="직선 연결선 323">
                <a:extLst>
                  <a:ext uri="{FF2B5EF4-FFF2-40B4-BE49-F238E27FC236}">
                    <a16:creationId xmlns:a16="http://schemas.microsoft.com/office/drawing/2014/main" id="{9F4B1131-D6C0-9C4B-044B-9F598DFFE9E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9" name="직선 연결선 324">
                <a:extLst>
                  <a:ext uri="{FF2B5EF4-FFF2-40B4-BE49-F238E27FC236}">
                    <a16:creationId xmlns:a16="http://schemas.microsoft.com/office/drawing/2014/main" id="{48121E53-2B27-AC03-5225-81B69CE70FE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25" name="직선 연결선 326">
              <a:extLst>
                <a:ext uri="{FF2B5EF4-FFF2-40B4-BE49-F238E27FC236}">
                  <a16:creationId xmlns:a16="http://schemas.microsoft.com/office/drawing/2014/main" id="{8E08DEDA-AC8C-A653-C7B1-F5A6FF348FA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6" name="타원 1525">
              <a:extLst>
                <a:ext uri="{FF2B5EF4-FFF2-40B4-BE49-F238E27FC236}">
                  <a16:creationId xmlns:a16="http://schemas.microsoft.com/office/drawing/2014/main" id="{C4BEE904-D249-5F24-94AF-BE175E71655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0" name="그룹 1529">
            <a:extLst>
              <a:ext uri="{FF2B5EF4-FFF2-40B4-BE49-F238E27FC236}">
                <a16:creationId xmlns:a16="http://schemas.microsoft.com/office/drawing/2014/main" id="{F54983DE-F5BE-C309-B106-D42780AB9B5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95620" y="1938529"/>
            <a:ext cx="148067" cy="108000"/>
            <a:chOff x="7409659" y="2902132"/>
            <a:chExt cx="317047" cy="239471"/>
          </a:xfrm>
        </p:grpSpPr>
        <p:grpSp>
          <p:nvGrpSpPr>
            <p:cNvPr id="1531" name="그룹 1530">
              <a:extLst>
                <a:ext uri="{FF2B5EF4-FFF2-40B4-BE49-F238E27FC236}">
                  <a16:creationId xmlns:a16="http://schemas.microsoft.com/office/drawing/2014/main" id="{C6B10867-0DB1-7997-6D87-B510116C4BB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34" name="직선 연결선 322">
                <a:extLst>
                  <a:ext uri="{FF2B5EF4-FFF2-40B4-BE49-F238E27FC236}">
                    <a16:creationId xmlns:a16="http://schemas.microsoft.com/office/drawing/2014/main" id="{94DF8E71-67A8-9964-F9C4-1AFB85D559E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5" name="직선 연결선 323">
                <a:extLst>
                  <a:ext uri="{FF2B5EF4-FFF2-40B4-BE49-F238E27FC236}">
                    <a16:creationId xmlns:a16="http://schemas.microsoft.com/office/drawing/2014/main" id="{663CCE3F-4509-303D-EC13-B314ACCFF32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6" name="직선 연결선 324">
                <a:extLst>
                  <a:ext uri="{FF2B5EF4-FFF2-40B4-BE49-F238E27FC236}">
                    <a16:creationId xmlns:a16="http://schemas.microsoft.com/office/drawing/2014/main" id="{DCBCBE54-3996-36FD-9F46-6B0AF572930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2" name="직선 연결선 326">
              <a:extLst>
                <a:ext uri="{FF2B5EF4-FFF2-40B4-BE49-F238E27FC236}">
                  <a16:creationId xmlns:a16="http://schemas.microsoft.com/office/drawing/2014/main" id="{1DFF9DA3-4AA7-B94C-EEF8-EECAE7AB445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33" name="타원 1532">
              <a:extLst>
                <a:ext uri="{FF2B5EF4-FFF2-40B4-BE49-F238E27FC236}">
                  <a16:creationId xmlns:a16="http://schemas.microsoft.com/office/drawing/2014/main" id="{308B9657-D355-D54F-86CA-FC24B1D1F3F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7" name="그룹 1536">
            <a:extLst>
              <a:ext uri="{FF2B5EF4-FFF2-40B4-BE49-F238E27FC236}">
                <a16:creationId xmlns:a16="http://schemas.microsoft.com/office/drawing/2014/main" id="{72806F24-6A7F-A92F-F8B3-42921723A1B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2181733"/>
            <a:ext cx="148067" cy="108000"/>
            <a:chOff x="7409659" y="2902132"/>
            <a:chExt cx="317047" cy="239471"/>
          </a:xfrm>
        </p:grpSpPr>
        <p:grpSp>
          <p:nvGrpSpPr>
            <p:cNvPr id="1538" name="그룹 1537">
              <a:extLst>
                <a:ext uri="{FF2B5EF4-FFF2-40B4-BE49-F238E27FC236}">
                  <a16:creationId xmlns:a16="http://schemas.microsoft.com/office/drawing/2014/main" id="{48A7CDBD-1699-193F-55DB-505E5ABA2D1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1" name="직선 연결선 322">
                <a:extLst>
                  <a:ext uri="{FF2B5EF4-FFF2-40B4-BE49-F238E27FC236}">
                    <a16:creationId xmlns:a16="http://schemas.microsoft.com/office/drawing/2014/main" id="{3F212A15-882B-BA5A-7E12-ECD920F95DA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2" name="직선 연결선 323">
                <a:extLst>
                  <a:ext uri="{FF2B5EF4-FFF2-40B4-BE49-F238E27FC236}">
                    <a16:creationId xmlns:a16="http://schemas.microsoft.com/office/drawing/2014/main" id="{D82ADF1D-A198-6C30-48AE-F5F7521EEA7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3" name="직선 연결선 324">
                <a:extLst>
                  <a:ext uri="{FF2B5EF4-FFF2-40B4-BE49-F238E27FC236}">
                    <a16:creationId xmlns:a16="http://schemas.microsoft.com/office/drawing/2014/main" id="{3897868E-3532-3156-7290-5DD66BE8388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9" name="직선 연결선 326">
              <a:extLst>
                <a:ext uri="{FF2B5EF4-FFF2-40B4-BE49-F238E27FC236}">
                  <a16:creationId xmlns:a16="http://schemas.microsoft.com/office/drawing/2014/main" id="{330CD079-6B13-30A3-1027-A8ED2832BAC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0" name="타원 1539">
              <a:extLst>
                <a:ext uri="{FF2B5EF4-FFF2-40B4-BE49-F238E27FC236}">
                  <a16:creationId xmlns:a16="http://schemas.microsoft.com/office/drawing/2014/main" id="{6B37EA91-06EA-446B-D413-A89A9888BCF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44" name="그룹 1543">
            <a:extLst>
              <a:ext uri="{FF2B5EF4-FFF2-40B4-BE49-F238E27FC236}">
                <a16:creationId xmlns:a16="http://schemas.microsoft.com/office/drawing/2014/main" id="{77BDF003-6138-4B40-FFF2-F87AE3177CCF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7" y="2677602"/>
            <a:ext cx="148067" cy="108000"/>
            <a:chOff x="7409659" y="2902132"/>
            <a:chExt cx="317047" cy="239471"/>
          </a:xfrm>
        </p:grpSpPr>
        <p:grpSp>
          <p:nvGrpSpPr>
            <p:cNvPr id="1545" name="그룹 1544">
              <a:extLst>
                <a:ext uri="{FF2B5EF4-FFF2-40B4-BE49-F238E27FC236}">
                  <a16:creationId xmlns:a16="http://schemas.microsoft.com/office/drawing/2014/main" id="{42CF0FC0-D195-215A-6FF7-AE55A68BC4A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8" name="직선 연결선 322">
                <a:extLst>
                  <a:ext uri="{FF2B5EF4-FFF2-40B4-BE49-F238E27FC236}">
                    <a16:creationId xmlns:a16="http://schemas.microsoft.com/office/drawing/2014/main" id="{1C4841F3-B122-5068-3876-F7B594F17FE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9" name="직선 연결선 323">
                <a:extLst>
                  <a:ext uri="{FF2B5EF4-FFF2-40B4-BE49-F238E27FC236}">
                    <a16:creationId xmlns:a16="http://schemas.microsoft.com/office/drawing/2014/main" id="{E75619F2-554F-4CB1-BAFF-AE2194944D1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0" name="직선 연결선 324">
                <a:extLst>
                  <a:ext uri="{FF2B5EF4-FFF2-40B4-BE49-F238E27FC236}">
                    <a16:creationId xmlns:a16="http://schemas.microsoft.com/office/drawing/2014/main" id="{6A028B8C-F2F1-34AA-9833-8E6F69868CA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46" name="직선 연결선 326">
              <a:extLst>
                <a:ext uri="{FF2B5EF4-FFF2-40B4-BE49-F238E27FC236}">
                  <a16:creationId xmlns:a16="http://schemas.microsoft.com/office/drawing/2014/main" id="{E00D979D-5455-0AA9-0B7F-75242781735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7" name="타원 1546">
              <a:extLst>
                <a:ext uri="{FF2B5EF4-FFF2-40B4-BE49-F238E27FC236}">
                  <a16:creationId xmlns:a16="http://schemas.microsoft.com/office/drawing/2014/main" id="{7EE8CA16-5094-BE02-57C2-EDE105C510D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1" name="그룹 1550">
            <a:extLst>
              <a:ext uri="{FF2B5EF4-FFF2-40B4-BE49-F238E27FC236}">
                <a16:creationId xmlns:a16="http://schemas.microsoft.com/office/drawing/2014/main" id="{9C6A54C6-650E-3DFD-DC21-0C9F14EEB8DC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8153334" y="3263219"/>
            <a:ext cx="148067" cy="108000"/>
            <a:chOff x="7409659" y="2902132"/>
            <a:chExt cx="317047" cy="239471"/>
          </a:xfrm>
        </p:grpSpPr>
        <p:grpSp>
          <p:nvGrpSpPr>
            <p:cNvPr id="1552" name="그룹 1551">
              <a:extLst>
                <a:ext uri="{FF2B5EF4-FFF2-40B4-BE49-F238E27FC236}">
                  <a16:creationId xmlns:a16="http://schemas.microsoft.com/office/drawing/2014/main" id="{F8C95F21-8D41-9B3D-26C6-732FF1A7A47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55" name="직선 연결선 322">
                <a:extLst>
                  <a:ext uri="{FF2B5EF4-FFF2-40B4-BE49-F238E27FC236}">
                    <a16:creationId xmlns:a16="http://schemas.microsoft.com/office/drawing/2014/main" id="{B2A6E2B7-05AC-61C1-D3A5-6D21E58E79A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6" name="직선 연결선 323">
                <a:extLst>
                  <a:ext uri="{FF2B5EF4-FFF2-40B4-BE49-F238E27FC236}">
                    <a16:creationId xmlns:a16="http://schemas.microsoft.com/office/drawing/2014/main" id="{4ED8E3ED-65E9-8E26-A2B4-FC03CDB147E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7" name="직선 연결선 324">
                <a:extLst>
                  <a:ext uri="{FF2B5EF4-FFF2-40B4-BE49-F238E27FC236}">
                    <a16:creationId xmlns:a16="http://schemas.microsoft.com/office/drawing/2014/main" id="{306CE382-ACD3-0F1A-1AC0-D53DBF508C0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53" name="직선 연결선 326">
              <a:extLst>
                <a:ext uri="{FF2B5EF4-FFF2-40B4-BE49-F238E27FC236}">
                  <a16:creationId xmlns:a16="http://schemas.microsoft.com/office/drawing/2014/main" id="{C3FCC748-2A8C-DC9F-D825-0B3C80DD9D2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54" name="타원 1553">
              <a:extLst>
                <a:ext uri="{FF2B5EF4-FFF2-40B4-BE49-F238E27FC236}">
                  <a16:creationId xmlns:a16="http://schemas.microsoft.com/office/drawing/2014/main" id="{706BC4DE-202C-5814-58C7-0F8EA6C3EA9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9" name="그룹 1558">
            <a:extLst>
              <a:ext uri="{FF2B5EF4-FFF2-40B4-BE49-F238E27FC236}">
                <a16:creationId xmlns:a16="http://schemas.microsoft.com/office/drawing/2014/main" id="{6105E4F1-F3DA-8909-FA30-CA50E5C8FF0A}"/>
              </a:ext>
            </a:extLst>
          </p:cNvPr>
          <p:cNvGrpSpPr>
            <a:grpSpLocks noChangeAspect="1"/>
          </p:cNvGrpSpPr>
          <p:nvPr/>
        </p:nvGrpSpPr>
        <p:grpSpPr>
          <a:xfrm>
            <a:off x="7721117" y="2969185"/>
            <a:ext cx="148067" cy="108000"/>
            <a:chOff x="7409659" y="2902132"/>
            <a:chExt cx="317047" cy="239471"/>
          </a:xfrm>
        </p:grpSpPr>
        <p:grpSp>
          <p:nvGrpSpPr>
            <p:cNvPr id="1560" name="그룹 1559">
              <a:extLst>
                <a:ext uri="{FF2B5EF4-FFF2-40B4-BE49-F238E27FC236}">
                  <a16:creationId xmlns:a16="http://schemas.microsoft.com/office/drawing/2014/main" id="{EEB1248A-C2F0-C337-6B82-059E8CB2B75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63" name="직선 연결선 322">
                <a:extLst>
                  <a:ext uri="{FF2B5EF4-FFF2-40B4-BE49-F238E27FC236}">
                    <a16:creationId xmlns:a16="http://schemas.microsoft.com/office/drawing/2014/main" id="{F1D54832-C53E-597D-8360-035A8A228F1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4" name="직선 연결선 323">
                <a:extLst>
                  <a:ext uri="{FF2B5EF4-FFF2-40B4-BE49-F238E27FC236}">
                    <a16:creationId xmlns:a16="http://schemas.microsoft.com/office/drawing/2014/main" id="{D1A46779-12A0-1F53-C380-6790DFB9ACC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5" name="직선 연결선 324">
                <a:extLst>
                  <a:ext uri="{FF2B5EF4-FFF2-40B4-BE49-F238E27FC236}">
                    <a16:creationId xmlns:a16="http://schemas.microsoft.com/office/drawing/2014/main" id="{7AB47D64-98B5-CE55-27F1-2EABEA4D24D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1" name="직선 연결선 326">
              <a:extLst>
                <a:ext uri="{FF2B5EF4-FFF2-40B4-BE49-F238E27FC236}">
                  <a16:creationId xmlns:a16="http://schemas.microsoft.com/office/drawing/2014/main" id="{8C5D513D-65AB-B017-AEEB-0E9BDA665F8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62" name="타원 1561">
              <a:extLst>
                <a:ext uri="{FF2B5EF4-FFF2-40B4-BE49-F238E27FC236}">
                  <a16:creationId xmlns:a16="http://schemas.microsoft.com/office/drawing/2014/main" id="{3268E4F1-733E-C5C0-86DC-D41A028A58A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67" name="그룹 1566">
            <a:extLst>
              <a:ext uri="{FF2B5EF4-FFF2-40B4-BE49-F238E27FC236}">
                <a16:creationId xmlns:a16="http://schemas.microsoft.com/office/drawing/2014/main" id="{519A9829-C00D-1946-E2B6-BB7F8283524E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425109" y="3746574"/>
            <a:ext cx="148067" cy="108000"/>
            <a:chOff x="7409659" y="2902132"/>
            <a:chExt cx="317047" cy="239471"/>
          </a:xfrm>
        </p:grpSpPr>
        <p:grpSp>
          <p:nvGrpSpPr>
            <p:cNvPr id="1568" name="그룹 1567">
              <a:extLst>
                <a:ext uri="{FF2B5EF4-FFF2-40B4-BE49-F238E27FC236}">
                  <a16:creationId xmlns:a16="http://schemas.microsoft.com/office/drawing/2014/main" id="{D6125229-94D2-4B6B-3540-8C1B8197B4F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71" name="직선 연결선 322">
                <a:extLst>
                  <a:ext uri="{FF2B5EF4-FFF2-40B4-BE49-F238E27FC236}">
                    <a16:creationId xmlns:a16="http://schemas.microsoft.com/office/drawing/2014/main" id="{BC14A158-5BB5-A740-C8BE-9CC2DFE87DD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2" name="직선 연결선 323">
                <a:extLst>
                  <a:ext uri="{FF2B5EF4-FFF2-40B4-BE49-F238E27FC236}">
                    <a16:creationId xmlns:a16="http://schemas.microsoft.com/office/drawing/2014/main" id="{877E469C-1A9E-A586-B247-1FDAF3CAA0E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3" name="직선 연결선 324">
                <a:extLst>
                  <a:ext uri="{FF2B5EF4-FFF2-40B4-BE49-F238E27FC236}">
                    <a16:creationId xmlns:a16="http://schemas.microsoft.com/office/drawing/2014/main" id="{1DA1F132-A7B4-3F3C-8948-5FB2480A248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9" name="직선 연결선 326">
              <a:extLst>
                <a:ext uri="{FF2B5EF4-FFF2-40B4-BE49-F238E27FC236}">
                  <a16:creationId xmlns:a16="http://schemas.microsoft.com/office/drawing/2014/main" id="{494874D1-8C44-7DA5-2003-5F4D4EF1093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70" name="타원 1569">
              <a:extLst>
                <a:ext uri="{FF2B5EF4-FFF2-40B4-BE49-F238E27FC236}">
                  <a16:creationId xmlns:a16="http://schemas.microsoft.com/office/drawing/2014/main" id="{D30353D0-18FC-B8CD-5ED4-CCF9E2FD247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88" name="그룹 1587">
            <a:extLst>
              <a:ext uri="{FF2B5EF4-FFF2-40B4-BE49-F238E27FC236}">
                <a16:creationId xmlns:a16="http://schemas.microsoft.com/office/drawing/2014/main" id="{D07BF419-94D9-1462-C3A1-EF4D2EBFB322}"/>
              </a:ext>
            </a:extLst>
          </p:cNvPr>
          <p:cNvGrpSpPr/>
          <p:nvPr/>
        </p:nvGrpSpPr>
        <p:grpSpPr>
          <a:xfrm rot="5400000">
            <a:off x="5810780" y="3550809"/>
            <a:ext cx="90979" cy="106796"/>
            <a:chOff x="4947906" y="3396192"/>
            <a:chExt cx="90979" cy="106796"/>
          </a:xfrm>
        </p:grpSpPr>
        <p:cxnSp>
          <p:nvCxnSpPr>
            <p:cNvPr id="1589" name="직선 연결선 326">
              <a:extLst>
                <a:ext uri="{FF2B5EF4-FFF2-40B4-BE49-F238E27FC236}">
                  <a16:creationId xmlns:a16="http://schemas.microsoft.com/office/drawing/2014/main" id="{DF718331-0246-6E0C-4A6E-0948083E85AA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0" name="타원 1589">
              <a:extLst>
                <a:ext uri="{FF2B5EF4-FFF2-40B4-BE49-F238E27FC236}">
                  <a16:creationId xmlns:a16="http://schemas.microsoft.com/office/drawing/2014/main" id="{AF4880F4-DDF3-887D-3C7A-5890355A37A4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5" name="그룹 1594">
            <a:extLst>
              <a:ext uri="{FF2B5EF4-FFF2-40B4-BE49-F238E27FC236}">
                <a16:creationId xmlns:a16="http://schemas.microsoft.com/office/drawing/2014/main" id="{C652748C-A3F2-2017-82DB-68A630E46A54}"/>
              </a:ext>
            </a:extLst>
          </p:cNvPr>
          <p:cNvGrpSpPr/>
          <p:nvPr/>
        </p:nvGrpSpPr>
        <p:grpSpPr>
          <a:xfrm rot="5400000">
            <a:off x="8396340" y="3550430"/>
            <a:ext cx="90979" cy="106796"/>
            <a:chOff x="4947906" y="3396192"/>
            <a:chExt cx="90979" cy="106796"/>
          </a:xfrm>
        </p:grpSpPr>
        <p:cxnSp>
          <p:nvCxnSpPr>
            <p:cNvPr id="1596" name="직선 연결선 326">
              <a:extLst>
                <a:ext uri="{FF2B5EF4-FFF2-40B4-BE49-F238E27FC236}">
                  <a16:creationId xmlns:a16="http://schemas.microsoft.com/office/drawing/2014/main" id="{EC5216AD-EA5E-52D4-8D39-B9CB533AC64C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7" name="타원 1596">
              <a:extLst>
                <a:ext uri="{FF2B5EF4-FFF2-40B4-BE49-F238E27FC236}">
                  <a16:creationId xmlns:a16="http://schemas.microsoft.com/office/drawing/2014/main" id="{5E834277-35EA-B02C-9605-A15C3D51FC53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8" name="그룹 1597">
            <a:extLst>
              <a:ext uri="{FF2B5EF4-FFF2-40B4-BE49-F238E27FC236}">
                <a16:creationId xmlns:a16="http://schemas.microsoft.com/office/drawing/2014/main" id="{409927C3-DF27-1227-B1D3-D7D7D4D500DC}"/>
              </a:ext>
            </a:extLst>
          </p:cNvPr>
          <p:cNvGrpSpPr/>
          <p:nvPr/>
        </p:nvGrpSpPr>
        <p:grpSpPr>
          <a:xfrm rot="10800000">
            <a:off x="10633348" y="3876737"/>
            <a:ext cx="90979" cy="106796"/>
            <a:chOff x="4947906" y="3396192"/>
            <a:chExt cx="90979" cy="106796"/>
          </a:xfrm>
        </p:grpSpPr>
        <p:cxnSp>
          <p:nvCxnSpPr>
            <p:cNvPr id="1599" name="직선 연결선 326">
              <a:extLst>
                <a:ext uri="{FF2B5EF4-FFF2-40B4-BE49-F238E27FC236}">
                  <a16:creationId xmlns:a16="http://schemas.microsoft.com/office/drawing/2014/main" id="{3C794B83-EA30-3B42-8EB3-CEF90EB6BE15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0" name="타원 1599">
              <a:extLst>
                <a:ext uri="{FF2B5EF4-FFF2-40B4-BE49-F238E27FC236}">
                  <a16:creationId xmlns:a16="http://schemas.microsoft.com/office/drawing/2014/main" id="{70F1D677-B0CB-CCA6-C893-39E737E62F6B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01" name="그룹 1600">
            <a:extLst>
              <a:ext uri="{FF2B5EF4-FFF2-40B4-BE49-F238E27FC236}">
                <a16:creationId xmlns:a16="http://schemas.microsoft.com/office/drawing/2014/main" id="{FF5E86E5-905D-7F0C-6094-E774406E83A7}"/>
              </a:ext>
            </a:extLst>
          </p:cNvPr>
          <p:cNvGrpSpPr>
            <a:grpSpLocks noChangeAspect="1"/>
          </p:cNvGrpSpPr>
          <p:nvPr/>
        </p:nvGrpSpPr>
        <p:grpSpPr>
          <a:xfrm>
            <a:off x="9707482" y="2973943"/>
            <a:ext cx="148067" cy="108000"/>
            <a:chOff x="7409659" y="2902132"/>
            <a:chExt cx="317047" cy="239471"/>
          </a:xfrm>
        </p:grpSpPr>
        <p:grpSp>
          <p:nvGrpSpPr>
            <p:cNvPr id="1602" name="그룹 1601">
              <a:extLst>
                <a:ext uri="{FF2B5EF4-FFF2-40B4-BE49-F238E27FC236}">
                  <a16:creationId xmlns:a16="http://schemas.microsoft.com/office/drawing/2014/main" id="{1F41B200-7132-F4C9-423D-68B3A489C50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05" name="직선 연결선 322">
                <a:extLst>
                  <a:ext uri="{FF2B5EF4-FFF2-40B4-BE49-F238E27FC236}">
                    <a16:creationId xmlns:a16="http://schemas.microsoft.com/office/drawing/2014/main" id="{9A4354FB-8958-1D56-966A-599E2C92AC5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6" name="직선 연결선 323">
                <a:extLst>
                  <a:ext uri="{FF2B5EF4-FFF2-40B4-BE49-F238E27FC236}">
                    <a16:creationId xmlns:a16="http://schemas.microsoft.com/office/drawing/2014/main" id="{6557EEB8-6385-E77D-D92A-B3DD9110D77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7" name="직선 연결선 324">
                <a:extLst>
                  <a:ext uri="{FF2B5EF4-FFF2-40B4-BE49-F238E27FC236}">
                    <a16:creationId xmlns:a16="http://schemas.microsoft.com/office/drawing/2014/main" id="{3015AB6E-AECD-B809-3292-1C764CFB303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03" name="직선 연결선 326">
              <a:extLst>
                <a:ext uri="{FF2B5EF4-FFF2-40B4-BE49-F238E27FC236}">
                  <a16:creationId xmlns:a16="http://schemas.microsoft.com/office/drawing/2014/main" id="{A9AF5473-8A52-F42B-1712-EA60069C0C4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4" name="타원 1603">
              <a:extLst>
                <a:ext uri="{FF2B5EF4-FFF2-40B4-BE49-F238E27FC236}">
                  <a16:creationId xmlns:a16="http://schemas.microsoft.com/office/drawing/2014/main" id="{836B27B4-8CB5-571F-15D8-DA53A550E73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10" name="그룹 1609">
            <a:extLst>
              <a:ext uri="{FF2B5EF4-FFF2-40B4-BE49-F238E27FC236}">
                <a16:creationId xmlns:a16="http://schemas.microsoft.com/office/drawing/2014/main" id="{757B166E-6D52-07C2-84E0-D9EB0CCA28C2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0145378" y="3271461"/>
            <a:ext cx="148067" cy="108000"/>
            <a:chOff x="7409659" y="2902132"/>
            <a:chExt cx="317047" cy="239471"/>
          </a:xfrm>
        </p:grpSpPr>
        <p:grpSp>
          <p:nvGrpSpPr>
            <p:cNvPr id="1611" name="그룹 1610">
              <a:extLst>
                <a:ext uri="{FF2B5EF4-FFF2-40B4-BE49-F238E27FC236}">
                  <a16:creationId xmlns:a16="http://schemas.microsoft.com/office/drawing/2014/main" id="{F0807458-5FD0-0494-6601-9ED90CCB37F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14" name="직선 연결선 322">
                <a:extLst>
                  <a:ext uri="{FF2B5EF4-FFF2-40B4-BE49-F238E27FC236}">
                    <a16:creationId xmlns:a16="http://schemas.microsoft.com/office/drawing/2014/main" id="{60C68D98-99BE-9C8E-AE0A-357DD9FD420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5" name="직선 연결선 323">
                <a:extLst>
                  <a:ext uri="{FF2B5EF4-FFF2-40B4-BE49-F238E27FC236}">
                    <a16:creationId xmlns:a16="http://schemas.microsoft.com/office/drawing/2014/main" id="{E8359BC9-7C07-C469-2767-4B7A8070B8B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6" name="직선 연결선 324">
                <a:extLst>
                  <a:ext uri="{FF2B5EF4-FFF2-40B4-BE49-F238E27FC236}">
                    <a16:creationId xmlns:a16="http://schemas.microsoft.com/office/drawing/2014/main" id="{CE2CCF4B-FAFE-5961-D0B8-6E12B696429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12" name="직선 연결선 326">
              <a:extLst>
                <a:ext uri="{FF2B5EF4-FFF2-40B4-BE49-F238E27FC236}">
                  <a16:creationId xmlns:a16="http://schemas.microsoft.com/office/drawing/2014/main" id="{779F47C7-C190-6689-0737-76231DD000D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13" name="타원 1612">
              <a:extLst>
                <a:ext uri="{FF2B5EF4-FFF2-40B4-BE49-F238E27FC236}">
                  <a16:creationId xmlns:a16="http://schemas.microsoft.com/office/drawing/2014/main" id="{764187BB-1100-64CA-1D6C-967FF86449B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618" name="직선 연결선[R] 1617">
            <a:extLst>
              <a:ext uri="{FF2B5EF4-FFF2-40B4-BE49-F238E27FC236}">
                <a16:creationId xmlns:a16="http://schemas.microsoft.com/office/drawing/2014/main" id="{7D4AEF7F-037A-A729-841C-38A21E1B776C}"/>
              </a:ext>
            </a:extLst>
          </p:cNvPr>
          <p:cNvCxnSpPr>
            <a:cxnSpLocks/>
            <a:endCxn id="793" idx="3"/>
          </p:cNvCxnSpPr>
          <p:nvPr/>
        </p:nvCxnSpPr>
        <p:spPr>
          <a:xfrm flipH="1">
            <a:off x="10579411" y="3031397"/>
            <a:ext cx="910939" cy="14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1" name="직선 연결선[R] 1620">
            <a:extLst>
              <a:ext uri="{FF2B5EF4-FFF2-40B4-BE49-F238E27FC236}">
                <a16:creationId xmlns:a16="http://schemas.microsoft.com/office/drawing/2014/main" id="{155F0FAE-029A-8DB4-7E0A-C3AEE8154E46}"/>
              </a:ext>
            </a:extLst>
          </p:cNvPr>
          <p:cNvCxnSpPr>
            <a:cxnSpLocks/>
            <a:stCxn id="872" idx="0"/>
          </p:cNvCxnSpPr>
          <p:nvPr/>
        </p:nvCxnSpPr>
        <p:spPr>
          <a:xfrm flipV="1">
            <a:off x="11499142" y="3032833"/>
            <a:ext cx="0" cy="25535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23" name="그룹 1622">
            <a:extLst>
              <a:ext uri="{FF2B5EF4-FFF2-40B4-BE49-F238E27FC236}">
                <a16:creationId xmlns:a16="http://schemas.microsoft.com/office/drawing/2014/main" id="{020EA44C-DE34-2348-B0F6-CD5CAD03479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0579411" y="2981329"/>
            <a:ext cx="148067" cy="108000"/>
            <a:chOff x="7409659" y="2902132"/>
            <a:chExt cx="317047" cy="239471"/>
          </a:xfrm>
        </p:grpSpPr>
        <p:grpSp>
          <p:nvGrpSpPr>
            <p:cNvPr id="1624" name="그룹 1623">
              <a:extLst>
                <a:ext uri="{FF2B5EF4-FFF2-40B4-BE49-F238E27FC236}">
                  <a16:creationId xmlns:a16="http://schemas.microsoft.com/office/drawing/2014/main" id="{3A6C90C9-118F-D571-9E90-122E253DBC3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27" name="직선 연결선 322">
                <a:extLst>
                  <a:ext uri="{FF2B5EF4-FFF2-40B4-BE49-F238E27FC236}">
                    <a16:creationId xmlns:a16="http://schemas.microsoft.com/office/drawing/2014/main" id="{571F8F6C-F9A3-F2F5-EBEA-1D6CFD33C7E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8" name="직선 연결선 323">
                <a:extLst>
                  <a:ext uri="{FF2B5EF4-FFF2-40B4-BE49-F238E27FC236}">
                    <a16:creationId xmlns:a16="http://schemas.microsoft.com/office/drawing/2014/main" id="{FBAF579E-CF03-8216-4400-F50F0240262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9" name="직선 연결선 324">
                <a:extLst>
                  <a:ext uri="{FF2B5EF4-FFF2-40B4-BE49-F238E27FC236}">
                    <a16:creationId xmlns:a16="http://schemas.microsoft.com/office/drawing/2014/main" id="{5F8E76BE-9DD4-733C-7F67-5FE0ABDE0A4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25" name="직선 연결선 326">
              <a:extLst>
                <a:ext uri="{FF2B5EF4-FFF2-40B4-BE49-F238E27FC236}">
                  <a16:creationId xmlns:a16="http://schemas.microsoft.com/office/drawing/2014/main" id="{9ADFB7C1-82BF-9522-7F49-FA51BABF79A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26" name="타원 1625">
              <a:extLst>
                <a:ext uri="{FF2B5EF4-FFF2-40B4-BE49-F238E27FC236}">
                  <a16:creationId xmlns:a16="http://schemas.microsoft.com/office/drawing/2014/main" id="{63185A9E-A234-4859-82D7-005A8607AD1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0" name="그룹 1629">
            <a:extLst>
              <a:ext uri="{FF2B5EF4-FFF2-40B4-BE49-F238E27FC236}">
                <a16:creationId xmlns:a16="http://schemas.microsoft.com/office/drawing/2014/main" id="{C402DAD4-F656-25B0-FCF7-A6B6E19A201F}"/>
              </a:ext>
            </a:extLst>
          </p:cNvPr>
          <p:cNvGrpSpPr/>
          <p:nvPr/>
        </p:nvGrpSpPr>
        <p:grpSpPr>
          <a:xfrm rot="5400000">
            <a:off x="11453652" y="3136844"/>
            <a:ext cx="90979" cy="106796"/>
            <a:chOff x="4947906" y="3396192"/>
            <a:chExt cx="90979" cy="106796"/>
          </a:xfrm>
        </p:grpSpPr>
        <p:cxnSp>
          <p:nvCxnSpPr>
            <p:cNvPr id="1631" name="직선 연결선 326">
              <a:extLst>
                <a:ext uri="{FF2B5EF4-FFF2-40B4-BE49-F238E27FC236}">
                  <a16:creationId xmlns:a16="http://schemas.microsoft.com/office/drawing/2014/main" id="{E520BCC4-251A-AB39-0DA5-EA6589A015E5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2" name="타원 1631">
              <a:extLst>
                <a:ext uri="{FF2B5EF4-FFF2-40B4-BE49-F238E27FC236}">
                  <a16:creationId xmlns:a16="http://schemas.microsoft.com/office/drawing/2014/main" id="{07A3364B-50ED-A08F-0004-A10FFE5B98F0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3" name="그룹 1632">
            <a:extLst>
              <a:ext uri="{FF2B5EF4-FFF2-40B4-BE49-F238E27FC236}">
                <a16:creationId xmlns:a16="http://schemas.microsoft.com/office/drawing/2014/main" id="{72A97289-AB6E-B5EB-F1E8-E50CA31DB5D6}"/>
              </a:ext>
            </a:extLst>
          </p:cNvPr>
          <p:cNvGrpSpPr/>
          <p:nvPr/>
        </p:nvGrpSpPr>
        <p:grpSpPr>
          <a:xfrm>
            <a:off x="5162781" y="6068181"/>
            <a:ext cx="90979" cy="106796"/>
            <a:chOff x="4947906" y="3396192"/>
            <a:chExt cx="90979" cy="106796"/>
          </a:xfrm>
        </p:grpSpPr>
        <p:cxnSp>
          <p:nvCxnSpPr>
            <p:cNvPr id="1634" name="직선 연결선 326">
              <a:extLst>
                <a:ext uri="{FF2B5EF4-FFF2-40B4-BE49-F238E27FC236}">
                  <a16:creationId xmlns:a16="http://schemas.microsoft.com/office/drawing/2014/main" id="{FF279448-335D-F5DD-83A8-BE6C8D3C7003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5" name="타원 1634">
              <a:extLst>
                <a:ext uri="{FF2B5EF4-FFF2-40B4-BE49-F238E27FC236}">
                  <a16:creationId xmlns:a16="http://schemas.microsoft.com/office/drawing/2014/main" id="{45815F25-F56B-FFBF-845B-251527BA47BA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43" name="그룹 1642">
            <a:extLst>
              <a:ext uri="{FF2B5EF4-FFF2-40B4-BE49-F238E27FC236}">
                <a16:creationId xmlns:a16="http://schemas.microsoft.com/office/drawing/2014/main" id="{472A4CBC-D7A6-56C1-4667-C71CEE794A60}"/>
              </a:ext>
            </a:extLst>
          </p:cNvPr>
          <p:cNvGrpSpPr>
            <a:grpSpLocks noChangeAspect="1"/>
          </p:cNvGrpSpPr>
          <p:nvPr/>
        </p:nvGrpSpPr>
        <p:grpSpPr>
          <a:xfrm>
            <a:off x="6440121" y="5663535"/>
            <a:ext cx="148067" cy="108000"/>
            <a:chOff x="7409659" y="2902132"/>
            <a:chExt cx="317047" cy="239471"/>
          </a:xfrm>
        </p:grpSpPr>
        <p:grpSp>
          <p:nvGrpSpPr>
            <p:cNvPr id="1644" name="그룹 1643">
              <a:extLst>
                <a:ext uri="{FF2B5EF4-FFF2-40B4-BE49-F238E27FC236}">
                  <a16:creationId xmlns:a16="http://schemas.microsoft.com/office/drawing/2014/main" id="{57B9E147-2A5C-633B-4731-8DD7B1CA612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47" name="직선 연결선 322">
                <a:extLst>
                  <a:ext uri="{FF2B5EF4-FFF2-40B4-BE49-F238E27FC236}">
                    <a16:creationId xmlns:a16="http://schemas.microsoft.com/office/drawing/2014/main" id="{8CF1728B-251A-FE89-FAF9-F155DDF4C9A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8" name="직선 연결선 323">
                <a:extLst>
                  <a:ext uri="{FF2B5EF4-FFF2-40B4-BE49-F238E27FC236}">
                    <a16:creationId xmlns:a16="http://schemas.microsoft.com/office/drawing/2014/main" id="{84CEBC75-9BF6-9C81-F684-2A3A7E608E2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9" name="직선 연결선 324">
                <a:extLst>
                  <a:ext uri="{FF2B5EF4-FFF2-40B4-BE49-F238E27FC236}">
                    <a16:creationId xmlns:a16="http://schemas.microsoft.com/office/drawing/2014/main" id="{4E704F17-2F75-4366-934D-9AD5C2B0C0E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45" name="직선 연결선 326">
              <a:extLst>
                <a:ext uri="{FF2B5EF4-FFF2-40B4-BE49-F238E27FC236}">
                  <a16:creationId xmlns:a16="http://schemas.microsoft.com/office/drawing/2014/main" id="{2003882C-9AEF-08C6-D26F-F21126A735B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6" name="타원 1645">
              <a:extLst>
                <a:ext uri="{FF2B5EF4-FFF2-40B4-BE49-F238E27FC236}">
                  <a16:creationId xmlns:a16="http://schemas.microsoft.com/office/drawing/2014/main" id="{84DA1F9B-5156-FE3E-5216-F61F21D27E8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0" name="그룹 1649">
            <a:extLst>
              <a:ext uri="{FF2B5EF4-FFF2-40B4-BE49-F238E27FC236}">
                <a16:creationId xmlns:a16="http://schemas.microsoft.com/office/drawing/2014/main" id="{B9FC6E27-27AF-2C6D-6C01-6682F2DE787E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8188" y="5527249"/>
            <a:ext cx="148067" cy="108000"/>
            <a:chOff x="7409659" y="2902132"/>
            <a:chExt cx="317047" cy="239471"/>
          </a:xfrm>
        </p:grpSpPr>
        <p:grpSp>
          <p:nvGrpSpPr>
            <p:cNvPr id="1651" name="그룹 1650">
              <a:extLst>
                <a:ext uri="{FF2B5EF4-FFF2-40B4-BE49-F238E27FC236}">
                  <a16:creationId xmlns:a16="http://schemas.microsoft.com/office/drawing/2014/main" id="{96898577-CD38-C7C9-F3AC-ADBF54CFD68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54" name="직선 연결선 322">
                <a:extLst>
                  <a:ext uri="{FF2B5EF4-FFF2-40B4-BE49-F238E27FC236}">
                    <a16:creationId xmlns:a16="http://schemas.microsoft.com/office/drawing/2014/main" id="{A2A531A2-8AF6-84F9-B339-4708642A691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5" name="직선 연결선 323">
                <a:extLst>
                  <a:ext uri="{FF2B5EF4-FFF2-40B4-BE49-F238E27FC236}">
                    <a16:creationId xmlns:a16="http://schemas.microsoft.com/office/drawing/2014/main" id="{0D4B71CB-637F-2B9D-3C8E-3807C7AEB5D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6" name="직선 연결선 324">
                <a:extLst>
                  <a:ext uri="{FF2B5EF4-FFF2-40B4-BE49-F238E27FC236}">
                    <a16:creationId xmlns:a16="http://schemas.microsoft.com/office/drawing/2014/main" id="{DDFE0B62-5F61-09ED-471C-4B1C55196AB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52" name="직선 연결선 326">
              <a:extLst>
                <a:ext uri="{FF2B5EF4-FFF2-40B4-BE49-F238E27FC236}">
                  <a16:creationId xmlns:a16="http://schemas.microsoft.com/office/drawing/2014/main" id="{E53743D5-19C5-4FD6-D008-E35C7FB53A1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53" name="타원 1652">
              <a:extLst>
                <a:ext uri="{FF2B5EF4-FFF2-40B4-BE49-F238E27FC236}">
                  <a16:creationId xmlns:a16="http://schemas.microsoft.com/office/drawing/2014/main" id="{BA0CD905-3902-3105-8FD1-31BA43948FD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9" name="그룹 1658">
            <a:extLst>
              <a:ext uri="{FF2B5EF4-FFF2-40B4-BE49-F238E27FC236}">
                <a16:creationId xmlns:a16="http://schemas.microsoft.com/office/drawing/2014/main" id="{62C75221-3C85-15FD-E4EA-4280E0534DCC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7698" y="5666242"/>
            <a:ext cx="148067" cy="108000"/>
            <a:chOff x="7409659" y="2902132"/>
            <a:chExt cx="317047" cy="239471"/>
          </a:xfrm>
        </p:grpSpPr>
        <p:grpSp>
          <p:nvGrpSpPr>
            <p:cNvPr id="1660" name="그룹 1659">
              <a:extLst>
                <a:ext uri="{FF2B5EF4-FFF2-40B4-BE49-F238E27FC236}">
                  <a16:creationId xmlns:a16="http://schemas.microsoft.com/office/drawing/2014/main" id="{91673FDA-E3D9-0335-DC48-9D8D2E71292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63" name="직선 연결선 322">
                <a:extLst>
                  <a:ext uri="{FF2B5EF4-FFF2-40B4-BE49-F238E27FC236}">
                    <a16:creationId xmlns:a16="http://schemas.microsoft.com/office/drawing/2014/main" id="{139552D6-EA0D-5B92-247E-C62915C924F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4" name="직선 연결선 323">
                <a:extLst>
                  <a:ext uri="{FF2B5EF4-FFF2-40B4-BE49-F238E27FC236}">
                    <a16:creationId xmlns:a16="http://schemas.microsoft.com/office/drawing/2014/main" id="{A1D16EB0-AA0A-01AD-403C-E88BF4FF2A7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5" name="직선 연결선 324">
                <a:extLst>
                  <a:ext uri="{FF2B5EF4-FFF2-40B4-BE49-F238E27FC236}">
                    <a16:creationId xmlns:a16="http://schemas.microsoft.com/office/drawing/2014/main" id="{38269849-20B5-28A7-AC14-0997DBF7D3B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1" name="직선 연결선 326">
              <a:extLst>
                <a:ext uri="{FF2B5EF4-FFF2-40B4-BE49-F238E27FC236}">
                  <a16:creationId xmlns:a16="http://schemas.microsoft.com/office/drawing/2014/main" id="{621B9CC9-3855-B0FB-87E9-E3AA4FA0224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2" name="타원 1661">
              <a:extLst>
                <a:ext uri="{FF2B5EF4-FFF2-40B4-BE49-F238E27FC236}">
                  <a16:creationId xmlns:a16="http://schemas.microsoft.com/office/drawing/2014/main" id="{F599845A-D13E-FB19-3C8F-750FF23574A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66" name="그룹 1665">
            <a:extLst>
              <a:ext uri="{FF2B5EF4-FFF2-40B4-BE49-F238E27FC236}">
                <a16:creationId xmlns:a16="http://schemas.microsoft.com/office/drawing/2014/main" id="{69608D3D-BF75-BE18-EBB2-CF33A408833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40272" y="2791543"/>
            <a:ext cx="148067" cy="108000"/>
            <a:chOff x="7409659" y="2902132"/>
            <a:chExt cx="317047" cy="239471"/>
          </a:xfrm>
        </p:grpSpPr>
        <p:grpSp>
          <p:nvGrpSpPr>
            <p:cNvPr id="1667" name="그룹 1666">
              <a:extLst>
                <a:ext uri="{FF2B5EF4-FFF2-40B4-BE49-F238E27FC236}">
                  <a16:creationId xmlns:a16="http://schemas.microsoft.com/office/drawing/2014/main" id="{0F42E492-C36E-946C-02B2-6BF82674C4B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70" name="직선 연결선 322">
                <a:extLst>
                  <a:ext uri="{FF2B5EF4-FFF2-40B4-BE49-F238E27FC236}">
                    <a16:creationId xmlns:a16="http://schemas.microsoft.com/office/drawing/2014/main" id="{716B8795-F969-7D99-9CB2-7AE22BE2AAF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1" name="직선 연결선 323">
                <a:extLst>
                  <a:ext uri="{FF2B5EF4-FFF2-40B4-BE49-F238E27FC236}">
                    <a16:creationId xmlns:a16="http://schemas.microsoft.com/office/drawing/2014/main" id="{74B4E706-CDE7-F827-4449-6E66F7FBC9C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2" name="직선 연결선 324">
                <a:extLst>
                  <a:ext uri="{FF2B5EF4-FFF2-40B4-BE49-F238E27FC236}">
                    <a16:creationId xmlns:a16="http://schemas.microsoft.com/office/drawing/2014/main" id="{A4F888C3-92DB-FBE5-F619-F3E2BE832D3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8" name="직선 연결선 326">
              <a:extLst>
                <a:ext uri="{FF2B5EF4-FFF2-40B4-BE49-F238E27FC236}">
                  <a16:creationId xmlns:a16="http://schemas.microsoft.com/office/drawing/2014/main" id="{C1B3D9FB-8E4D-AC8F-BDC5-869F44D1ABC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9" name="타원 1668">
              <a:extLst>
                <a:ext uri="{FF2B5EF4-FFF2-40B4-BE49-F238E27FC236}">
                  <a16:creationId xmlns:a16="http://schemas.microsoft.com/office/drawing/2014/main" id="{11096263-580F-BBC5-14FA-C76FED17F13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76" name="그룹 1675">
            <a:extLst>
              <a:ext uri="{FF2B5EF4-FFF2-40B4-BE49-F238E27FC236}">
                <a16:creationId xmlns:a16="http://schemas.microsoft.com/office/drawing/2014/main" id="{FBBD4EC9-DC10-CC8A-AEF6-A5D18215C1DF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587906" y="2503450"/>
            <a:ext cx="148067" cy="108000"/>
            <a:chOff x="7409659" y="2902132"/>
            <a:chExt cx="317047" cy="239471"/>
          </a:xfrm>
        </p:grpSpPr>
        <p:grpSp>
          <p:nvGrpSpPr>
            <p:cNvPr id="1677" name="그룹 1676">
              <a:extLst>
                <a:ext uri="{FF2B5EF4-FFF2-40B4-BE49-F238E27FC236}">
                  <a16:creationId xmlns:a16="http://schemas.microsoft.com/office/drawing/2014/main" id="{8799F71B-F334-FEB1-E192-A40810FC618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0" name="직선 연결선 322">
                <a:extLst>
                  <a:ext uri="{FF2B5EF4-FFF2-40B4-BE49-F238E27FC236}">
                    <a16:creationId xmlns:a16="http://schemas.microsoft.com/office/drawing/2014/main" id="{E724BA3D-F386-1568-FAA8-15F102B6E2D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1" name="직선 연결선 323">
                <a:extLst>
                  <a:ext uri="{FF2B5EF4-FFF2-40B4-BE49-F238E27FC236}">
                    <a16:creationId xmlns:a16="http://schemas.microsoft.com/office/drawing/2014/main" id="{A5EA986D-655F-FCF7-8741-8AF92BACA26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2" name="직선 연결선 324">
                <a:extLst>
                  <a:ext uri="{FF2B5EF4-FFF2-40B4-BE49-F238E27FC236}">
                    <a16:creationId xmlns:a16="http://schemas.microsoft.com/office/drawing/2014/main" id="{C1EBE2DB-D006-ED3D-E331-2103B12AC6A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78" name="직선 연결선 326">
              <a:extLst>
                <a:ext uri="{FF2B5EF4-FFF2-40B4-BE49-F238E27FC236}">
                  <a16:creationId xmlns:a16="http://schemas.microsoft.com/office/drawing/2014/main" id="{B45B5455-B0AB-BA08-C42E-98A821B9CCE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79" name="타원 1678">
              <a:extLst>
                <a:ext uri="{FF2B5EF4-FFF2-40B4-BE49-F238E27FC236}">
                  <a16:creationId xmlns:a16="http://schemas.microsoft.com/office/drawing/2014/main" id="{331E79C3-60DD-8D9F-E1CE-990ECB71EB4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83" name="그룹 1682">
            <a:extLst>
              <a:ext uri="{FF2B5EF4-FFF2-40B4-BE49-F238E27FC236}">
                <a16:creationId xmlns:a16="http://schemas.microsoft.com/office/drawing/2014/main" id="{2D757205-8D8B-F86C-9BB5-C9B5A8FFF4F6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6874155" y="5068900"/>
            <a:ext cx="148067" cy="108000"/>
            <a:chOff x="7409659" y="2902132"/>
            <a:chExt cx="317047" cy="239471"/>
          </a:xfrm>
        </p:grpSpPr>
        <p:grpSp>
          <p:nvGrpSpPr>
            <p:cNvPr id="1684" name="그룹 1683">
              <a:extLst>
                <a:ext uri="{FF2B5EF4-FFF2-40B4-BE49-F238E27FC236}">
                  <a16:creationId xmlns:a16="http://schemas.microsoft.com/office/drawing/2014/main" id="{2FA30172-5D38-2529-67B5-F051D3820A2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7" name="직선 연결선 322">
                <a:extLst>
                  <a:ext uri="{FF2B5EF4-FFF2-40B4-BE49-F238E27FC236}">
                    <a16:creationId xmlns:a16="http://schemas.microsoft.com/office/drawing/2014/main" id="{695F03F1-4072-2A67-D250-D1BC09C412C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8" name="직선 연결선 323">
                <a:extLst>
                  <a:ext uri="{FF2B5EF4-FFF2-40B4-BE49-F238E27FC236}">
                    <a16:creationId xmlns:a16="http://schemas.microsoft.com/office/drawing/2014/main" id="{8F879B78-0768-AC7D-E400-DAC6174418C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9" name="직선 연결선 324">
                <a:extLst>
                  <a:ext uri="{FF2B5EF4-FFF2-40B4-BE49-F238E27FC236}">
                    <a16:creationId xmlns:a16="http://schemas.microsoft.com/office/drawing/2014/main" id="{0BB499E2-E801-52F8-09EE-398F7A8C389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85" name="직선 연결선 326">
              <a:extLst>
                <a:ext uri="{FF2B5EF4-FFF2-40B4-BE49-F238E27FC236}">
                  <a16:creationId xmlns:a16="http://schemas.microsoft.com/office/drawing/2014/main" id="{86F5C4A0-5D8E-4238-A71F-A024E746C38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86" name="타원 1685">
              <a:extLst>
                <a:ext uri="{FF2B5EF4-FFF2-40B4-BE49-F238E27FC236}">
                  <a16:creationId xmlns:a16="http://schemas.microsoft.com/office/drawing/2014/main" id="{392C7DC9-523E-EB11-E63D-9C55DDE006C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92" name="그룹 1691">
            <a:extLst>
              <a:ext uri="{FF2B5EF4-FFF2-40B4-BE49-F238E27FC236}">
                <a16:creationId xmlns:a16="http://schemas.microsoft.com/office/drawing/2014/main" id="{F2D517D7-D3F9-91B8-9296-9FF61EE56DB6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041082" y="4482009"/>
            <a:ext cx="148067" cy="108000"/>
            <a:chOff x="7409659" y="2902132"/>
            <a:chExt cx="317047" cy="239471"/>
          </a:xfrm>
        </p:grpSpPr>
        <p:grpSp>
          <p:nvGrpSpPr>
            <p:cNvPr id="1693" name="그룹 1692">
              <a:extLst>
                <a:ext uri="{FF2B5EF4-FFF2-40B4-BE49-F238E27FC236}">
                  <a16:creationId xmlns:a16="http://schemas.microsoft.com/office/drawing/2014/main" id="{4ECC59A2-EE70-1430-6097-7AB9E57727C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96" name="직선 연결선 322">
                <a:extLst>
                  <a:ext uri="{FF2B5EF4-FFF2-40B4-BE49-F238E27FC236}">
                    <a16:creationId xmlns:a16="http://schemas.microsoft.com/office/drawing/2014/main" id="{B2332DBF-3C4D-A64D-91D3-ECC2DA5B144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7" name="직선 연결선 323">
                <a:extLst>
                  <a:ext uri="{FF2B5EF4-FFF2-40B4-BE49-F238E27FC236}">
                    <a16:creationId xmlns:a16="http://schemas.microsoft.com/office/drawing/2014/main" id="{17E8120C-5F11-F41A-6527-F956A9626B6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8" name="직선 연결선 324">
                <a:extLst>
                  <a:ext uri="{FF2B5EF4-FFF2-40B4-BE49-F238E27FC236}">
                    <a16:creationId xmlns:a16="http://schemas.microsoft.com/office/drawing/2014/main" id="{4FA1AF8A-1A03-699F-8573-FFEA138A957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94" name="직선 연결선 326">
              <a:extLst>
                <a:ext uri="{FF2B5EF4-FFF2-40B4-BE49-F238E27FC236}">
                  <a16:creationId xmlns:a16="http://schemas.microsoft.com/office/drawing/2014/main" id="{DC43E3D1-D5E3-4500-445A-6C2847BA003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95" name="타원 1694">
              <a:extLst>
                <a:ext uri="{FF2B5EF4-FFF2-40B4-BE49-F238E27FC236}">
                  <a16:creationId xmlns:a16="http://schemas.microsoft.com/office/drawing/2014/main" id="{7270BF66-D60D-8CA4-6E17-E0892D246A9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2" name="그룹 1701">
            <a:extLst>
              <a:ext uri="{FF2B5EF4-FFF2-40B4-BE49-F238E27FC236}">
                <a16:creationId xmlns:a16="http://schemas.microsoft.com/office/drawing/2014/main" id="{A028790A-5AC4-44E6-F532-4A4A644BB77A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800274" y="2792513"/>
            <a:ext cx="148067" cy="108000"/>
            <a:chOff x="7409659" y="2902132"/>
            <a:chExt cx="317047" cy="239471"/>
          </a:xfrm>
        </p:grpSpPr>
        <p:grpSp>
          <p:nvGrpSpPr>
            <p:cNvPr id="1703" name="그룹 1702">
              <a:extLst>
                <a:ext uri="{FF2B5EF4-FFF2-40B4-BE49-F238E27FC236}">
                  <a16:creationId xmlns:a16="http://schemas.microsoft.com/office/drawing/2014/main" id="{5FC57ED0-BBEE-4001-CC9D-C91DB5FEDF9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06" name="직선 연결선 322">
                <a:extLst>
                  <a:ext uri="{FF2B5EF4-FFF2-40B4-BE49-F238E27FC236}">
                    <a16:creationId xmlns:a16="http://schemas.microsoft.com/office/drawing/2014/main" id="{1B48F1B9-3F4F-20F5-5134-BF7BF63999B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7" name="직선 연결선 323">
                <a:extLst>
                  <a:ext uri="{FF2B5EF4-FFF2-40B4-BE49-F238E27FC236}">
                    <a16:creationId xmlns:a16="http://schemas.microsoft.com/office/drawing/2014/main" id="{D2730DE7-FCB6-3AB3-538D-85A4B3A7740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8" name="직선 연결선 324">
                <a:extLst>
                  <a:ext uri="{FF2B5EF4-FFF2-40B4-BE49-F238E27FC236}">
                    <a16:creationId xmlns:a16="http://schemas.microsoft.com/office/drawing/2014/main" id="{075E9C3F-8EEC-9FF8-4128-688E6ADD023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04" name="직선 연결선 326">
              <a:extLst>
                <a:ext uri="{FF2B5EF4-FFF2-40B4-BE49-F238E27FC236}">
                  <a16:creationId xmlns:a16="http://schemas.microsoft.com/office/drawing/2014/main" id="{F379133D-E6AF-5D9F-3E88-106B2BB1A72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05" name="타원 1704">
              <a:extLst>
                <a:ext uri="{FF2B5EF4-FFF2-40B4-BE49-F238E27FC236}">
                  <a16:creationId xmlns:a16="http://schemas.microsoft.com/office/drawing/2014/main" id="{396BD5BC-6636-F43D-E858-C71C9D4FF49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9" name="그룹 1708">
            <a:extLst>
              <a:ext uri="{FF2B5EF4-FFF2-40B4-BE49-F238E27FC236}">
                <a16:creationId xmlns:a16="http://schemas.microsoft.com/office/drawing/2014/main" id="{B70965DC-C0A4-820C-EE9F-22496EA3459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2503450"/>
            <a:ext cx="148067" cy="108000"/>
            <a:chOff x="7409659" y="2902132"/>
            <a:chExt cx="317047" cy="239471"/>
          </a:xfrm>
        </p:grpSpPr>
        <p:grpSp>
          <p:nvGrpSpPr>
            <p:cNvPr id="1710" name="그룹 1709">
              <a:extLst>
                <a:ext uri="{FF2B5EF4-FFF2-40B4-BE49-F238E27FC236}">
                  <a16:creationId xmlns:a16="http://schemas.microsoft.com/office/drawing/2014/main" id="{69872A81-E3CC-9B58-9D9D-3D05F30589D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13" name="직선 연결선 322">
                <a:extLst>
                  <a:ext uri="{FF2B5EF4-FFF2-40B4-BE49-F238E27FC236}">
                    <a16:creationId xmlns:a16="http://schemas.microsoft.com/office/drawing/2014/main" id="{5B15BAFA-489E-4770-4588-CE4DCBB34EA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4" name="직선 연결선 323">
                <a:extLst>
                  <a:ext uri="{FF2B5EF4-FFF2-40B4-BE49-F238E27FC236}">
                    <a16:creationId xmlns:a16="http://schemas.microsoft.com/office/drawing/2014/main" id="{5F2646F5-663E-E949-EA49-925189A5203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5" name="직선 연결선 324">
                <a:extLst>
                  <a:ext uri="{FF2B5EF4-FFF2-40B4-BE49-F238E27FC236}">
                    <a16:creationId xmlns:a16="http://schemas.microsoft.com/office/drawing/2014/main" id="{1A274D2A-1469-F3C4-1736-E7AC601CD56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1" name="직선 연결선 326">
              <a:extLst>
                <a:ext uri="{FF2B5EF4-FFF2-40B4-BE49-F238E27FC236}">
                  <a16:creationId xmlns:a16="http://schemas.microsoft.com/office/drawing/2014/main" id="{ED8FEA1B-E29B-2235-BF93-3D438973B95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2" name="타원 1711">
              <a:extLst>
                <a:ext uri="{FF2B5EF4-FFF2-40B4-BE49-F238E27FC236}">
                  <a16:creationId xmlns:a16="http://schemas.microsoft.com/office/drawing/2014/main" id="{E0E1BDDF-1BA2-385D-874D-41939BF9645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16" name="그룹 1715">
            <a:extLst>
              <a:ext uri="{FF2B5EF4-FFF2-40B4-BE49-F238E27FC236}">
                <a16:creationId xmlns:a16="http://schemas.microsoft.com/office/drawing/2014/main" id="{F70B7D5B-C055-0DD1-335B-0E83E2230BD9}"/>
              </a:ext>
            </a:extLst>
          </p:cNvPr>
          <p:cNvGrpSpPr>
            <a:grpSpLocks noChangeAspect="1"/>
          </p:cNvGrpSpPr>
          <p:nvPr/>
        </p:nvGrpSpPr>
        <p:grpSpPr>
          <a:xfrm>
            <a:off x="2359423" y="1948443"/>
            <a:ext cx="148067" cy="108000"/>
            <a:chOff x="7409659" y="2902132"/>
            <a:chExt cx="317047" cy="239471"/>
          </a:xfrm>
        </p:grpSpPr>
        <p:grpSp>
          <p:nvGrpSpPr>
            <p:cNvPr id="1717" name="그룹 1716">
              <a:extLst>
                <a:ext uri="{FF2B5EF4-FFF2-40B4-BE49-F238E27FC236}">
                  <a16:creationId xmlns:a16="http://schemas.microsoft.com/office/drawing/2014/main" id="{C35BB234-75E8-520E-0CF6-B0150DC5E1A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0" name="직선 연결선 322">
                <a:extLst>
                  <a:ext uri="{FF2B5EF4-FFF2-40B4-BE49-F238E27FC236}">
                    <a16:creationId xmlns:a16="http://schemas.microsoft.com/office/drawing/2014/main" id="{99134197-E851-EA2C-121E-06ACABD7035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1" name="직선 연결선 323">
                <a:extLst>
                  <a:ext uri="{FF2B5EF4-FFF2-40B4-BE49-F238E27FC236}">
                    <a16:creationId xmlns:a16="http://schemas.microsoft.com/office/drawing/2014/main" id="{D0F50DC2-AF2F-50D2-42EE-88DA566316E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2" name="직선 연결선 324">
                <a:extLst>
                  <a:ext uri="{FF2B5EF4-FFF2-40B4-BE49-F238E27FC236}">
                    <a16:creationId xmlns:a16="http://schemas.microsoft.com/office/drawing/2014/main" id="{2FB387A4-F26A-E917-157C-7B574DFC095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8" name="직선 연결선 326">
              <a:extLst>
                <a:ext uri="{FF2B5EF4-FFF2-40B4-BE49-F238E27FC236}">
                  <a16:creationId xmlns:a16="http://schemas.microsoft.com/office/drawing/2014/main" id="{4C862C83-0099-EC6C-BCE2-0C523D70CA4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9" name="타원 1718">
              <a:extLst>
                <a:ext uri="{FF2B5EF4-FFF2-40B4-BE49-F238E27FC236}">
                  <a16:creationId xmlns:a16="http://schemas.microsoft.com/office/drawing/2014/main" id="{5CF9E196-1852-5AE0-DFDE-4BA8E730CEC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23" name="그룹 1722">
            <a:extLst>
              <a:ext uri="{FF2B5EF4-FFF2-40B4-BE49-F238E27FC236}">
                <a16:creationId xmlns:a16="http://schemas.microsoft.com/office/drawing/2014/main" id="{FFE1C59E-8072-C423-1BCB-41C2DAB663B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1959431"/>
            <a:ext cx="148067" cy="108000"/>
            <a:chOff x="7409659" y="2902132"/>
            <a:chExt cx="317047" cy="239471"/>
          </a:xfrm>
        </p:grpSpPr>
        <p:grpSp>
          <p:nvGrpSpPr>
            <p:cNvPr id="1724" name="그룹 1723">
              <a:extLst>
                <a:ext uri="{FF2B5EF4-FFF2-40B4-BE49-F238E27FC236}">
                  <a16:creationId xmlns:a16="http://schemas.microsoft.com/office/drawing/2014/main" id="{AB7CF5DE-3588-88C2-E3B3-159BA8CFA21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7" name="직선 연결선 322">
                <a:extLst>
                  <a:ext uri="{FF2B5EF4-FFF2-40B4-BE49-F238E27FC236}">
                    <a16:creationId xmlns:a16="http://schemas.microsoft.com/office/drawing/2014/main" id="{C4F4BDFD-2FB3-4DA0-75F0-73EFBB20D35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8" name="직선 연결선 323">
                <a:extLst>
                  <a:ext uri="{FF2B5EF4-FFF2-40B4-BE49-F238E27FC236}">
                    <a16:creationId xmlns:a16="http://schemas.microsoft.com/office/drawing/2014/main" id="{CDAFD3F3-5C1C-BBDC-244A-86648B72944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9" name="직선 연결선 324">
                <a:extLst>
                  <a:ext uri="{FF2B5EF4-FFF2-40B4-BE49-F238E27FC236}">
                    <a16:creationId xmlns:a16="http://schemas.microsoft.com/office/drawing/2014/main" id="{4388DAE9-6EF3-5D3D-4D7D-850F349C688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25" name="직선 연결선 326">
              <a:extLst>
                <a:ext uri="{FF2B5EF4-FFF2-40B4-BE49-F238E27FC236}">
                  <a16:creationId xmlns:a16="http://schemas.microsoft.com/office/drawing/2014/main" id="{F22B19C7-7FC8-B27F-EF9F-E3205715DAF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26" name="타원 1725">
              <a:extLst>
                <a:ext uri="{FF2B5EF4-FFF2-40B4-BE49-F238E27FC236}">
                  <a16:creationId xmlns:a16="http://schemas.microsoft.com/office/drawing/2014/main" id="{DEB3FB19-571E-D857-4BBC-961F98E784C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32" name="직선 연결선[R] 1731">
            <a:extLst>
              <a:ext uri="{FF2B5EF4-FFF2-40B4-BE49-F238E27FC236}">
                <a16:creationId xmlns:a16="http://schemas.microsoft.com/office/drawing/2014/main" id="{763A3DB1-75F0-73B4-9945-CA650AF23F3D}"/>
              </a:ext>
            </a:extLst>
          </p:cNvPr>
          <p:cNvCxnSpPr>
            <a:cxnSpLocks/>
            <a:stCxn id="1387" idx="1"/>
          </p:cNvCxnSpPr>
          <p:nvPr/>
        </p:nvCxnSpPr>
        <p:spPr>
          <a:xfrm flipH="1">
            <a:off x="879231" y="1502765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7" name="직선 연결선[R] 1736">
            <a:extLst>
              <a:ext uri="{FF2B5EF4-FFF2-40B4-BE49-F238E27FC236}">
                <a16:creationId xmlns:a16="http://schemas.microsoft.com/office/drawing/2014/main" id="{DAB5DE15-5714-6EE5-CCDB-52B68D789D61}"/>
              </a:ext>
            </a:extLst>
          </p:cNvPr>
          <p:cNvCxnSpPr>
            <a:cxnSpLocks/>
          </p:cNvCxnSpPr>
          <p:nvPr/>
        </p:nvCxnSpPr>
        <p:spPr>
          <a:xfrm flipH="1">
            <a:off x="879231" y="2921257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8" name="직선 연결선[R] 1737">
            <a:extLst>
              <a:ext uri="{FF2B5EF4-FFF2-40B4-BE49-F238E27FC236}">
                <a16:creationId xmlns:a16="http://schemas.microsoft.com/office/drawing/2014/main" id="{C183B48F-D8BA-278B-0599-7673E2D2A5EA}"/>
              </a:ext>
            </a:extLst>
          </p:cNvPr>
          <p:cNvCxnSpPr>
            <a:cxnSpLocks/>
          </p:cNvCxnSpPr>
          <p:nvPr/>
        </p:nvCxnSpPr>
        <p:spPr>
          <a:xfrm flipV="1">
            <a:off x="885704" y="1506415"/>
            <a:ext cx="0" cy="141849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1" name="그룹 1740">
            <a:extLst>
              <a:ext uri="{FF2B5EF4-FFF2-40B4-BE49-F238E27FC236}">
                <a16:creationId xmlns:a16="http://schemas.microsoft.com/office/drawing/2014/main" id="{E4065005-0BDD-5F04-955F-B8598A8AC1DF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1453377"/>
            <a:ext cx="148067" cy="108000"/>
            <a:chOff x="7409659" y="2902132"/>
            <a:chExt cx="317047" cy="239471"/>
          </a:xfrm>
        </p:grpSpPr>
        <p:grpSp>
          <p:nvGrpSpPr>
            <p:cNvPr id="1742" name="그룹 1741">
              <a:extLst>
                <a:ext uri="{FF2B5EF4-FFF2-40B4-BE49-F238E27FC236}">
                  <a16:creationId xmlns:a16="http://schemas.microsoft.com/office/drawing/2014/main" id="{F6B2186B-F7BC-98F8-D1D5-AB27D924A5B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45" name="직선 연결선 322">
                <a:extLst>
                  <a:ext uri="{FF2B5EF4-FFF2-40B4-BE49-F238E27FC236}">
                    <a16:creationId xmlns:a16="http://schemas.microsoft.com/office/drawing/2014/main" id="{7B9132C0-3655-E48C-2860-865DD6247ED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6" name="직선 연결선 323">
                <a:extLst>
                  <a:ext uri="{FF2B5EF4-FFF2-40B4-BE49-F238E27FC236}">
                    <a16:creationId xmlns:a16="http://schemas.microsoft.com/office/drawing/2014/main" id="{C6F6D12D-AE05-7C43-EDF8-D567E27E332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7" name="직선 연결선 324">
                <a:extLst>
                  <a:ext uri="{FF2B5EF4-FFF2-40B4-BE49-F238E27FC236}">
                    <a16:creationId xmlns:a16="http://schemas.microsoft.com/office/drawing/2014/main" id="{9F420BF6-A1BD-160C-E4D7-19E40EF08CE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43" name="직선 연결선 326">
              <a:extLst>
                <a:ext uri="{FF2B5EF4-FFF2-40B4-BE49-F238E27FC236}">
                  <a16:creationId xmlns:a16="http://schemas.microsoft.com/office/drawing/2014/main" id="{7F8CE9B0-4F88-C4F5-A732-A55C47F5F08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44" name="타원 1743">
              <a:extLst>
                <a:ext uri="{FF2B5EF4-FFF2-40B4-BE49-F238E27FC236}">
                  <a16:creationId xmlns:a16="http://schemas.microsoft.com/office/drawing/2014/main" id="{80821861-7D3C-5B57-EAB5-DE0ECE1A9A7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48" name="직선 연결선 351">
            <a:extLst>
              <a:ext uri="{FF2B5EF4-FFF2-40B4-BE49-F238E27FC236}">
                <a16:creationId xmlns:a16="http://schemas.microsoft.com/office/drawing/2014/main" id="{C9A5CECB-67E6-A388-73B0-7B0645CA630D}"/>
              </a:ext>
            </a:extLst>
          </p:cNvPr>
          <p:cNvCxnSpPr>
            <a:cxnSpLocks/>
          </p:cNvCxnSpPr>
          <p:nvPr/>
        </p:nvCxnSpPr>
        <p:spPr>
          <a:xfrm>
            <a:off x="1082227" y="2868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749" name="그룹 1748">
            <a:extLst>
              <a:ext uri="{FF2B5EF4-FFF2-40B4-BE49-F238E27FC236}">
                <a16:creationId xmlns:a16="http://schemas.microsoft.com/office/drawing/2014/main" id="{37FFA214-DEB8-B3F7-8AB0-9D729282B52E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544830"/>
            <a:ext cx="148067" cy="108000"/>
            <a:chOff x="7409659" y="2902132"/>
            <a:chExt cx="317047" cy="239471"/>
          </a:xfrm>
        </p:grpSpPr>
        <p:grpSp>
          <p:nvGrpSpPr>
            <p:cNvPr id="1750" name="그룹 1749">
              <a:extLst>
                <a:ext uri="{FF2B5EF4-FFF2-40B4-BE49-F238E27FC236}">
                  <a16:creationId xmlns:a16="http://schemas.microsoft.com/office/drawing/2014/main" id="{36562BAE-6293-5C4B-AAC6-8FDCE3BCDC2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53" name="직선 연결선 322">
                <a:extLst>
                  <a:ext uri="{FF2B5EF4-FFF2-40B4-BE49-F238E27FC236}">
                    <a16:creationId xmlns:a16="http://schemas.microsoft.com/office/drawing/2014/main" id="{E9DDF069-B374-1C16-5A93-33EE71CD7BD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4" name="직선 연결선 323">
                <a:extLst>
                  <a:ext uri="{FF2B5EF4-FFF2-40B4-BE49-F238E27FC236}">
                    <a16:creationId xmlns:a16="http://schemas.microsoft.com/office/drawing/2014/main" id="{2694A23E-38C8-C08C-EAE5-C41BAA76F17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5" name="직선 연결선 324">
                <a:extLst>
                  <a:ext uri="{FF2B5EF4-FFF2-40B4-BE49-F238E27FC236}">
                    <a16:creationId xmlns:a16="http://schemas.microsoft.com/office/drawing/2014/main" id="{41672C6B-6E92-6CC4-1996-EA2DF0A6A9A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51" name="직선 연결선 326">
              <a:extLst>
                <a:ext uri="{FF2B5EF4-FFF2-40B4-BE49-F238E27FC236}">
                  <a16:creationId xmlns:a16="http://schemas.microsoft.com/office/drawing/2014/main" id="{AB10F692-DFD8-AA8C-4405-3994AE1C2F0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2" name="타원 1751">
              <a:extLst>
                <a:ext uri="{FF2B5EF4-FFF2-40B4-BE49-F238E27FC236}">
                  <a16:creationId xmlns:a16="http://schemas.microsoft.com/office/drawing/2014/main" id="{B5569FB1-37B8-CA00-8B88-44E463B2FAD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6" name="그룹 1755">
            <a:extLst>
              <a:ext uri="{FF2B5EF4-FFF2-40B4-BE49-F238E27FC236}">
                <a16:creationId xmlns:a16="http://schemas.microsoft.com/office/drawing/2014/main" id="{69E24C85-AEA1-6D02-5641-69524931E8CF}"/>
              </a:ext>
            </a:extLst>
          </p:cNvPr>
          <p:cNvGrpSpPr/>
          <p:nvPr/>
        </p:nvGrpSpPr>
        <p:grpSpPr>
          <a:xfrm rot="5400000">
            <a:off x="2822000" y="1644696"/>
            <a:ext cx="90979" cy="106796"/>
            <a:chOff x="4947906" y="3396192"/>
            <a:chExt cx="90979" cy="106796"/>
          </a:xfrm>
        </p:grpSpPr>
        <p:cxnSp>
          <p:nvCxnSpPr>
            <p:cNvPr id="1757" name="직선 연결선 326">
              <a:extLst>
                <a:ext uri="{FF2B5EF4-FFF2-40B4-BE49-F238E27FC236}">
                  <a16:creationId xmlns:a16="http://schemas.microsoft.com/office/drawing/2014/main" id="{F1EFBFE7-089C-E0DC-E3BF-0DFA676D8830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8" name="타원 1757">
              <a:extLst>
                <a:ext uri="{FF2B5EF4-FFF2-40B4-BE49-F238E27FC236}">
                  <a16:creationId xmlns:a16="http://schemas.microsoft.com/office/drawing/2014/main" id="{B9055366-6AC3-DE77-7348-BC68F47B46E0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9" name="그룹 1758">
            <a:extLst>
              <a:ext uri="{FF2B5EF4-FFF2-40B4-BE49-F238E27FC236}">
                <a16:creationId xmlns:a16="http://schemas.microsoft.com/office/drawing/2014/main" id="{47EB6985-EE18-1831-1573-A55FE9DEA50A}"/>
              </a:ext>
            </a:extLst>
          </p:cNvPr>
          <p:cNvGrpSpPr/>
          <p:nvPr/>
        </p:nvGrpSpPr>
        <p:grpSpPr>
          <a:xfrm rot="5400000">
            <a:off x="1462134" y="1136243"/>
            <a:ext cx="90979" cy="106796"/>
            <a:chOff x="4947906" y="3396192"/>
            <a:chExt cx="90979" cy="106796"/>
          </a:xfrm>
        </p:grpSpPr>
        <p:cxnSp>
          <p:nvCxnSpPr>
            <p:cNvPr id="1760" name="직선 연결선 326">
              <a:extLst>
                <a:ext uri="{FF2B5EF4-FFF2-40B4-BE49-F238E27FC236}">
                  <a16:creationId xmlns:a16="http://schemas.microsoft.com/office/drawing/2014/main" id="{06153E86-5D3F-07A3-116D-0212C6A78DB7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1" name="타원 1760">
              <a:extLst>
                <a:ext uri="{FF2B5EF4-FFF2-40B4-BE49-F238E27FC236}">
                  <a16:creationId xmlns:a16="http://schemas.microsoft.com/office/drawing/2014/main" id="{AC59B79B-519E-97F7-D639-B368D7F13DEA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2" name="그룹 1761">
            <a:extLst>
              <a:ext uri="{FF2B5EF4-FFF2-40B4-BE49-F238E27FC236}">
                <a16:creationId xmlns:a16="http://schemas.microsoft.com/office/drawing/2014/main" id="{9130FF49-9810-C67B-449A-E28FFB17F5C6}"/>
              </a:ext>
            </a:extLst>
          </p:cNvPr>
          <p:cNvGrpSpPr/>
          <p:nvPr/>
        </p:nvGrpSpPr>
        <p:grpSpPr>
          <a:xfrm rot="5400000">
            <a:off x="5622416" y="861248"/>
            <a:ext cx="90979" cy="106796"/>
            <a:chOff x="4947906" y="3396192"/>
            <a:chExt cx="90979" cy="106796"/>
          </a:xfrm>
        </p:grpSpPr>
        <p:cxnSp>
          <p:nvCxnSpPr>
            <p:cNvPr id="1763" name="직선 연결선 326">
              <a:extLst>
                <a:ext uri="{FF2B5EF4-FFF2-40B4-BE49-F238E27FC236}">
                  <a16:creationId xmlns:a16="http://schemas.microsoft.com/office/drawing/2014/main" id="{6EB1C24B-4799-A054-8081-C3AD7B5256FD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4" name="타원 1763">
              <a:extLst>
                <a:ext uri="{FF2B5EF4-FFF2-40B4-BE49-F238E27FC236}">
                  <a16:creationId xmlns:a16="http://schemas.microsoft.com/office/drawing/2014/main" id="{572F09C0-80D1-0C5B-4071-2948F17A91B5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7" name="그룹 1766">
            <a:extLst>
              <a:ext uri="{FF2B5EF4-FFF2-40B4-BE49-F238E27FC236}">
                <a16:creationId xmlns:a16="http://schemas.microsoft.com/office/drawing/2014/main" id="{79D5F3C3-F14C-A91E-C6A7-C91294A16B1F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875343" y="266461"/>
            <a:ext cx="148067" cy="108000"/>
            <a:chOff x="7409659" y="2902132"/>
            <a:chExt cx="317047" cy="239471"/>
          </a:xfrm>
        </p:grpSpPr>
        <p:grpSp>
          <p:nvGrpSpPr>
            <p:cNvPr id="1768" name="그룹 1767">
              <a:extLst>
                <a:ext uri="{FF2B5EF4-FFF2-40B4-BE49-F238E27FC236}">
                  <a16:creationId xmlns:a16="http://schemas.microsoft.com/office/drawing/2014/main" id="{DC62DE63-3B78-8DA0-D2F1-C0A4629B055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1" name="직선 연결선 322">
                <a:extLst>
                  <a:ext uri="{FF2B5EF4-FFF2-40B4-BE49-F238E27FC236}">
                    <a16:creationId xmlns:a16="http://schemas.microsoft.com/office/drawing/2014/main" id="{A5E54D6E-65C4-AAF1-A25C-6D2B23FE315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2" name="직선 연결선 323">
                <a:extLst>
                  <a:ext uri="{FF2B5EF4-FFF2-40B4-BE49-F238E27FC236}">
                    <a16:creationId xmlns:a16="http://schemas.microsoft.com/office/drawing/2014/main" id="{264E1C94-4F40-B63B-5040-A322D2DB830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3" name="직선 연결선 324">
                <a:extLst>
                  <a:ext uri="{FF2B5EF4-FFF2-40B4-BE49-F238E27FC236}">
                    <a16:creationId xmlns:a16="http://schemas.microsoft.com/office/drawing/2014/main" id="{DDD977F9-3CBC-C6E4-9247-D73F2863C99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69" name="직선 연결선 326">
              <a:extLst>
                <a:ext uri="{FF2B5EF4-FFF2-40B4-BE49-F238E27FC236}">
                  <a16:creationId xmlns:a16="http://schemas.microsoft.com/office/drawing/2014/main" id="{5E008A23-016E-00B4-E7AD-70C35CA259A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0" name="타원 1769">
              <a:extLst>
                <a:ext uri="{FF2B5EF4-FFF2-40B4-BE49-F238E27FC236}">
                  <a16:creationId xmlns:a16="http://schemas.microsoft.com/office/drawing/2014/main" id="{F157442A-7DF1-7E70-6E7F-1D65E186DE8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74" name="그룹 1773">
            <a:extLst>
              <a:ext uri="{FF2B5EF4-FFF2-40B4-BE49-F238E27FC236}">
                <a16:creationId xmlns:a16="http://schemas.microsoft.com/office/drawing/2014/main" id="{DA36A24F-4813-96F3-E988-43B994F3FF26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35813" y="556494"/>
            <a:ext cx="148067" cy="108000"/>
            <a:chOff x="7409659" y="2902132"/>
            <a:chExt cx="317047" cy="239471"/>
          </a:xfrm>
        </p:grpSpPr>
        <p:grpSp>
          <p:nvGrpSpPr>
            <p:cNvPr id="1775" name="그룹 1774">
              <a:extLst>
                <a:ext uri="{FF2B5EF4-FFF2-40B4-BE49-F238E27FC236}">
                  <a16:creationId xmlns:a16="http://schemas.microsoft.com/office/drawing/2014/main" id="{8481CC86-9994-8BD7-2421-093746F22CD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8" name="직선 연결선 322">
                <a:extLst>
                  <a:ext uri="{FF2B5EF4-FFF2-40B4-BE49-F238E27FC236}">
                    <a16:creationId xmlns:a16="http://schemas.microsoft.com/office/drawing/2014/main" id="{0A3E3F55-A2A6-B932-28DA-B59F9EB7441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9" name="직선 연결선 323">
                <a:extLst>
                  <a:ext uri="{FF2B5EF4-FFF2-40B4-BE49-F238E27FC236}">
                    <a16:creationId xmlns:a16="http://schemas.microsoft.com/office/drawing/2014/main" id="{B914C1DB-BE0E-A43E-AAEF-D324C6DBE28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0" name="직선 연결선 324">
                <a:extLst>
                  <a:ext uri="{FF2B5EF4-FFF2-40B4-BE49-F238E27FC236}">
                    <a16:creationId xmlns:a16="http://schemas.microsoft.com/office/drawing/2014/main" id="{318B50D0-B2AB-2946-602B-31968EEE69D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76" name="직선 연결선 326">
              <a:extLst>
                <a:ext uri="{FF2B5EF4-FFF2-40B4-BE49-F238E27FC236}">
                  <a16:creationId xmlns:a16="http://schemas.microsoft.com/office/drawing/2014/main" id="{188702A5-7A87-CC39-8A01-59D70492AA4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7" name="타원 1776">
              <a:extLst>
                <a:ext uri="{FF2B5EF4-FFF2-40B4-BE49-F238E27FC236}">
                  <a16:creationId xmlns:a16="http://schemas.microsoft.com/office/drawing/2014/main" id="{3433F190-25E7-796B-F0C0-DA74964B47C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1" name="그룹 1780">
            <a:extLst>
              <a:ext uri="{FF2B5EF4-FFF2-40B4-BE49-F238E27FC236}">
                <a16:creationId xmlns:a16="http://schemas.microsoft.com/office/drawing/2014/main" id="{F434EDA0-8967-9C6D-1D74-CAFBBA722AE6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91607" y="1461750"/>
            <a:ext cx="148067" cy="108000"/>
            <a:chOff x="7409659" y="2902132"/>
            <a:chExt cx="317047" cy="239471"/>
          </a:xfrm>
        </p:grpSpPr>
        <p:grpSp>
          <p:nvGrpSpPr>
            <p:cNvPr id="1782" name="그룹 1781">
              <a:extLst>
                <a:ext uri="{FF2B5EF4-FFF2-40B4-BE49-F238E27FC236}">
                  <a16:creationId xmlns:a16="http://schemas.microsoft.com/office/drawing/2014/main" id="{CC5FDB3F-235C-CE2B-DA44-76E7404877D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85" name="직선 연결선 322">
                <a:extLst>
                  <a:ext uri="{FF2B5EF4-FFF2-40B4-BE49-F238E27FC236}">
                    <a16:creationId xmlns:a16="http://schemas.microsoft.com/office/drawing/2014/main" id="{48D57684-32AD-F4D0-9704-A80CA81A350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6" name="직선 연결선 323">
                <a:extLst>
                  <a:ext uri="{FF2B5EF4-FFF2-40B4-BE49-F238E27FC236}">
                    <a16:creationId xmlns:a16="http://schemas.microsoft.com/office/drawing/2014/main" id="{24383E6D-43F4-DB9C-688F-4E2D1DE1003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7" name="직선 연결선 324">
                <a:extLst>
                  <a:ext uri="{FF2B5EF4-FFF2-40B4-BE49-F238E27FC236}">
                    <a16:creationId xmlns:a16="http://schemas.microsoft.com/office/drawing/2014/main" id="{0D4C9697-9E03-C154-A826-A9655FA53E7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83" name="직선 연결선 326">
              <a:extLst>
                <a:ext uri="{FF2B5EF4-FFF2-40B4-BE49-F238E27FC236}">
                  <a16:creationId xmlns:a16="http://schemas.microsoft.com/office/drawing/2014/main" id="{F2E08251-F233-C614-E6F0-2DBBBCC3BA6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84" name="타원 1783">
              <a:extLst>
                <a:ext uri="{FF2B5EF4-FFF2-40B4-BE49-F238E27FC236}">
                  <a16:creationId xmlns:a16="http://schemas.microsoft.com/office/drawing/2014/main" id="{E171641D-4365-8330-D562-CC6F59933F5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8" name="그룹 1787">
            <a:extLst>
              <a:ext uri="{FF2B5EF4-FFF2-40B4-BE49-F238E27FC236}">
                <a16:creationId xmlns:a16="http://schemas.microsoft.com/office/drawing/2014/main" id="{7426F2DD-38C4-15BA-476A-B6C7C2B89E4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8499" y="5658592"/>
            <a:ext cx="148067" cy="108000"/>
            <a:chOff x="7409659" y="2902132"/>
            <a:chExt cx="317047" cy="239471"/>
          </a:xfrm>
        </p:grpSpPr>
        <p:grpSp>
          <p:nvGrpSpPr>
            <p:cNvPr id="1789" name="그룹 1788">
              <a:extLst>
                <a:ext uri="{FF2B5EF4-FFF2-40B4-BE49-F238E27FC236}">
                  <a16:creationId xmlns:a16="http://schemas.microsoft.com/office/drawing/2014/main" id="{4623DD78-2A6D-B2AB-0D39-C1E08E0D87F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2" name="직선 연결선 322">
                <a:extLst>
                  <a:ext uri="{FF2B5EF4-FFF2-40B4-BE49-F238E27FC236}">
                    <a16:creationId xmlns:a16="http://schemas.microsoft.com/office/drawing/2014/main" id="{A3619053-C48C-9120-E27B-C86980C9494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3" name="직선 연결선 323">
                <a:extLst>
                  <a:ext uri="{FF2B5EF4-FFF2-40B4-BE49-F238E27FC236}">
                    <a16:creationId xmlns:a16="http://schemas.microsoft.com/office/drawing/2014/main" id="{6A14F83B-348B-FC7D-7E89-8D53D9B4FD3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4" name="직선 연결선 324">
                <a:extLst>
                  <a:ext uri="{FF2B5EF4-FFF2-40B4-BE49-F238E27FC236}">
                    <a16:creationId xmlns:a16="http://schemas.microsoft.com/office/drawing/2014/main" id="{F6BC5F65-587A-239D-0DB9-1360AAFF3D7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0" name="직선 연결선 326">
              <a:extLst>
                <a:ext uri="{FF2B5EF4-FFF2-40B4-BE49-F238E27FC236}">
                  <a16:creationId xmlns:a16="http://schemas.microsoft.com/office/drawing/2014/main" id="{02101444-1F5C-BECA-7415-85D6DA3F5D0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1" name="타원 1790">
              <a:extLst>
                <a:ext uri="{FF2B5EF4-FFF2-40B4-BE49-F238E27FC236}">
                  <a16:creationId xmlns:a16="http://schemas.microsoft.com/office/drawing/2014/main" id="{2F194ADA-6955-5F08-810A-CD9036E20A8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95" name="그룹 1794">
            <a:extLst>
              <a:ext uri="{FF2B5EF4-FFF2-40B4-BE49-F238E27FC236}">
                <a16:creationId xmlns:a16="http://schemas.microsoft.com/office/drawing/2014/main" id="{09D4B3FE-9D7D-AAC3-51A6-C9A0D0BC9523}"/>
              </a:ext>
            </a:extLst>
          </p:cNvPr>
          <p:cNvGrpSpPr>
            <a:grpSpLocks noChangeAspect="1"/>
          </p:cNvGrpSpPr>
          <p:nvPr/>
        </p:nvGrpSpPr>
        <p:grpSpPr>
          <a:xfrm>
            <a:off x="5590097" y="4759125"/>
            <a:ext cx="148067" cy="108000"/>
            <a:chOff x="7409659" y="2902132"/>
            <a:chExt cx="317047" cy="239471"/>
          </a:xfrm>
        </p:grpSpPr>
        <p:grpSp>
          <p:nvGrpSpPr>
            <p:cNvPr id="1796" name="그룹 1795">
              <a:extLst>
                <a:ext uri="{FF2B5EF4-FFF2-40B4-BE49-F238E27FC236}">
                  <a16:creationId xmlns:a16="http://schemas.microsoft.com/office/drawing/2014/main" id="{E1362E99-6ED7-056A-45EA-AC05311AD4B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9" name="직선 연결선 322">
                <a:extLst>
                  <a:ext uri="{FF2B5EF4-FFF2-40B4-BE49-F238E27FC236}">
                    <a16:creationId xmlns:a16="http://schemas.microsoft.com/office/drawing/2014/main" id="{51F1D007-C690-229D-5AD8-773B9C8D294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0" name="직선 연결선 323">
                <a:extLst>
                  <a:ext uri="{FF2B5EF4-FFF2-40B4-BE49-F238E27FC236}">
                    <a16:creationId xmlns:a16="http://schemas.microsoft.com/office/drawing/2014/main" id="{94531ABF-645A-71C7-2DE6-7C0EC64EF37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1" name="직선 연결선 324">
                <a:extLst>
                  <a:ext uri="{FF2B5EF4-FFF2-40B4-BE49-F238E27FC236}">
                    <a16:creationId xmlns:a16="http://schemas.microsoft.com/office/drawing/2014/main" id="{8376B35E-0593-7F14-9C9A-737EE448511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7" name="직선 연결선 326">
              <a:extLst>
                <a:ext uri="{FF2B5EF4-FFF2-40B4-BE49-F238E27FC236}">
                  <a16:creationId xmlns:a16="http://schemas.microsoft.com/office/drawing/2014/main" id="{671DE67B-EDE8-D78C-405C-2CAC10BC2C1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8" name="타원 1797">
              <a:extLst>
                <a:ext uri="{FF2B5EF4-FFF2-40B4-BE49-F238E27FC236}">
                  <a16:creationId xmlns:a16="http://schemas.microsoft.com/office/drawing/2014/main" id="{7BE5E128-3744-182D-DFE0-E3DEE215CA7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2" name="그룹 1801">
            <a:extLst>
              <a:ext uri="{FF2B5EF4-FFF2-40B4-BE49-F238E27FC236}">
                <a16:creationId xmlns:a16="http://schemas.microsoft.com/office/drawing/2014/main" id="{9CEDF82A-E7CE-A28C-DFD9-2B2BD9577ED5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143906" y="4468826"/>
            <a:ext cx="148067" cy="108000"/>
            <a:chOff x="7409659" y="2902132"/>
            <a:chExt cx="317047" cy="239471"/>
          </a:xfrm>
        </p:grpSpPr>
        <p:grpSp>
          <p:nvGrpSpPr>
            <p:cNvPr id="1803" name="그룹 1802">
              <a:extLst>
                <a:ext uri="{FF2B5EF4-FFF2-40B4-BE49-F238E27FC236}">
                  <a16:creationId xmlns:a16="http://schemas.microsoft.com/office/drawing/2014/main" id="{59836E3E-DA52-79F2-88B9-A2BC0B6E4EF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06" name="직선 연결선 322">
                <a:extLst>
                  <a:ext uri="{FF2B5EF4-FFF2-40B4-BE49-F238E27FC236}">
                    <a16:creationId xmlns:a16="http://schemas.microsoft.com/office/drawing/2014/main" id="{73681040-FA5D-D0EB-1838-947E2269750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7" name="직선 연결선 323">
                <a:extLst>
                  <a:ext uri="{FF2B5EF4-FFF2-40B4-BE49-F238E27FC236}">
                    <a16:creationId xmlns:a16="http://schemas.microsoft.com/office/drawing/2014/main" id="{9E79A424-9BFC-46C4-5616-B79CDA038B0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8" name="직선 연결선 324">
                <a:extLst>
                  <a:ext uri="{FF2B5EF4-FFF2-40B4-BE49-F238E27FC236}">
                    <a16:creationId xmlns:a16="http://schemas.microsoft.com/office/drawing/2014/main" id="{FF746F05-4816-923C-F446-BACF62C94E5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04" name="직선 연결선 326">
              <a:extLst>
                <a:ext uri="{FF2B5EF4-FFF2-40B4-BE49-F238E27FC236}">
                  <a16:creationId xmlns:a16="http://schemas.microsoft.com/office/drawing/2014/main" id="{AEBE9AD0-B795-E5CD-25BC-476E60DA937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05" name="타원 1804">
              <a:extLst>
                <a:ext uri="{FF2B5EF4-FFF2-40B4-BE49-F238E27FC236}">
                  <a16:creationId xmlns:a16="http://schemas.microsoft.com/office/drawing/2014/main" id="{77D9C7B0-6733-384C-2425-EABDC39FBF0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9" name="그룹 1808">
            <a:extLst>
              <a:ext uri="{FF2B5EF4-FFF2-40B4-BE49-F238E27FC236}">
                <a16:creationId xmlns:a16="http://schemas.microsoft.com/office/drawing/2014/main" id="{E89AF9DC-261C-926D-8304-5542D2C8DACC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20071" y="5332821"/>
            <a:ext cx="148067" cy="108000"/>
            <a:chOff x="7409659" y="2902132"/>
            <a:chExt cx="317047" cy="239471"/>
          </a:xfrm>
        </p:grpSpPr>
        <p:grpSp>
          <p:nvGrpSpPr>
            <p:cNvPr id="1810" name="그룹 1809">
              <a:extLst>
                <a:ext uri="{FF2B5EF4-FFF2-40B4-BE49-F238E27FC236}">
                  <a16:creationId xmlns:a16="http://schemas.microsoft.com/office/drawing/2014/main" id="{12F0FCDB-A545-4183-6F0E-BAA82FD6549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13" name="직선 연결선 322">
                <a:extLst>
                  <a:ext uri="{FF2B5EF4-FFF2-40B4-BE49-F238E27FC236}">
                    <a16:creationId xmlns:a16="http://schemas.microsoft.com/office/drawing/2014/main" id="{8BE4A30C-8DDC-6B98-19E9-6422FC8994A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4" name="직선 연결선 323">
                <a:extLst>
                  <a:ext uri="{FF2B5EF4-FFF2-40B4-BE49-F238E27FC236}">
                    <a16:creationId xmlns:a16="http://schemas.microsoft.com/office/drawing/2014/main" id="{28CB9FA2-F26A-4869-BE3E-A58F436FB44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5" name="직선 연결선 324">
                <a:extLst>
                  <a:ext uri="{FF2B5EF4-FFF2-40B4-BE49-F238E27FC236}">
                    <a16:creationId xmlns:a16="http://schemas.microsoft.com/office/drawing/2014/main" id="{E286F617-74C5-A1FC-7C1F-167C1213A6D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1" name="직선 연결선 326">
              <a:extLst>
                <a:ext uri="{FF2B5EF4-FFF2-40B4-BE49-F238E27FC236}">
                  <a16:creationId xmlns:a16="http://schemas.microsoft.com/office/drawing/2014/main" id="{7DE709D7-088A-41A2-0CAC-E4491980294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2" name="타원 1811">
              <a:extLst>
                <a:ext uri="{FF2B5EF4-FFF2-40B4-BE49-F238E27FC236}">
                  <a16:creationId xmlns:a16="http://schemas.microsoft.com/office/drawing/2014/main" id="{D131F3CF-A9DE-F404-149D-0ADB731B33F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16" name="그룹 1815">
            <a:extLst>
              <a:ext uri="{FF2B5EF4-FFF2-40B4-BE49-F238E27FC236}">
                <a16:creationId xmlns:a16="http://schemas.microsoft.com/office/drawing/2014/main" id="{E45168AF-6E97-D06D-4E42-ABD60509A69A}"/>
              </a:ext>
            </a:extLst>
          </p:cNvPr>
          <p:cNvGrpSpPr>
            <a:grpSpLocks noChangeAspect="1"/>
          </p:cNvGrpSpPr>
          <p:nvPr/>
        </p:nvGrpSpPr>
        <p:grpSpPr>
          <a:xfrm>
            <a:off x="4843039" y="5500842"/>
            <a:ext cx="148067" cy="108000"/>
            <a:chOff x="7409659" y="2902132"/>
            <a:chExt cx="317047" cy="239471"/>
          </a:xfrm>
        </p:grpSpPr>
        <p:grpSp>
          <p:nvGrpSpPr>
            <p:cNvPr id="1817" name="그룹 1816">
              <a:extLst>
                <a:ext uri="{FF2B5EF4-FFF2-40B4-BE49-F238E27FC236}">
                  <a16:creationId xmlns:a16="http://schemas.microsoft.com/office/drawing/2014/main" id="{5EB7FBC0-224D-9836-DC00-908A41024E3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0" name="직선 연결선 322">
                <a:extLst>
                  <a:ext uri="{FF2B5EF4-FFF2-40B4-BE49-F238E27FC236}">
                    <a16:creationId xmlns:a16="http://schemas.microsoft.com/office/drawing/2014/main" id="{49784B1D-7120-9C1C-3F62-3A5BCB34830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1" name="직선 연결선 323">
                <a:extLst>
                  <a:ext uri="{FF2B5EF4-FFF2-40B4-BE49-F238E27FC236}">
                    <a16:creationId xmlns:a16="http://schemas.microsoft.com/office/drawing/2014/main" id="{9E3186FA-97D3-6EC6-06F8-520BF678BBF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2" name="직선 연결선 324">
                <a:extLst>
                  <a:ext uri="{FF2B5EF4-FFF2-40B4-BE49-F238E27FC236}">
                    <a16:creationId xmlns:a16="http://schemas.microsoft.com/office/drawing/2014/main" id="{1570791D-2762-2CCA-49C8-D5FCF0CAC77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8" name="직선 연결선 326">
              <a:extLst>
                <a:ext uri="{FF2B5EF4-FFF2-40B4-BE49-F238E27FC236}">
                  <a16:creationId xmlns:a16="http://schemas.microsoft.com/office/drawing/2014/main" id="{FEA5C40B-ECA4-EB72-639A-893990A0D68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9" name="타원 1818">
              <a:extLst>
                <a:ext uri="{FF2B5EF4-FFF2-40B4-BE49-F238E27FC236}">
                  <a16:creationId xmlns:a16="http://schemas.microsoft.com/office/drawing/2014/main" id="{08931860-60E8-76EE-FD93-58ECC40A6BC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23" name="그룹 1822">
            <a:extLst>
              <a:ext uri="{FF2B5EF4-FFF2-40B4-BE49-F238E27FC236}">
                <a16:creationId xmlns:a16="http://schemas.microsoft.com/office/drawing/2014/main" id="{035FCF4B-6DE4-7F45-8C40-8D0E086630FF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19239" y="4155496"/>
            <a:ext cx="148067" cy="108000"/>
            <a:chOff x="7409659" y="2902132"/>
            <a:chExt cx="317047" cy="239471"/>
          </a:xfrm>
        </p:grpSpPr>
        <p:grpSp>
          <p:nvGrpSpPr>
            <p:cNvPr id="1824" name="그룹 1823">
              <a:extLst>
                <a:ext uri="{FF2B5EF4-FFF2-40B4-BE49-F238E27FC236}">
                  <a16:creationId xmlns:a16="http://schemas.microsoft.com/office/drawing/2014/main" id="{3EF2FF1F-BF15-15AF-187D-17C18138DFA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7" name="직선 연결선 322">
                <a:extLst>
                  <a:ext uri="{FF2B5EF4-FFF2-40B4-BE49-F238E27FC236}">
                    <a16:creationId xmlns:a16="http://schemas.microsoft.com/office/drawing/2014/main" id="{B5B4DF4A-9903-7122-683A-4C62D11C2B8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8" name="직선 연결선 323">
                <a:extLst>
                  <a:ext uri="{FF2B5EF4-FFF2-40B4-BE49-F238E27FC236}">
                    <a16:creationId xmlns:a16="http://schemas.microsoft.com/office/drawing/2014/main" id="{C4FCEA72-A396-22F0-2B12-69EDB113FF8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9" name="직선 연결선 324">
                <a:extLst>
                  <a:ext uri="{FF2B5EF4-FFF2-40B4-BE49-F238E27FC236}">
                    <a16:creationId xmlns:a16="http://schemas.microsoft.com/office/drawing/2014/main" id="{147CDE16-9FB7-833D-FE78-44E3FCC0392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25" name="직선 연결선 326">
              <a:extLst>
                <a:ext uri="{FF2B5EF4-FFF2-40B4-BE49-F238E27FC236}">
                  <a16:creationId xmlns:a16="http://schemas.microsoft.com/office/drawing/2014/main" id="{168FD124-46CF-61B7-9FEE-83B24075BAE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26" name="타원 1825">
              <a:extLst>
                <a:ext uri="{FF2B5EF4-FFF2-40B4-BE49-F238E27FC236}">
                  <a16:creationId xmlns:a16="http://schemas.microsoft.com/office/drawing/2014/main" id="{89162D59-336E-5A2D-917D-BF88C6256BD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0" name="그룹 1829">
            <a:extLst>
              <a:ext uri="{FF2B5EF4-FFF2-40B4-BE49-F238E27FC236}">
                <a16:creationId xmlns:a16="http://schemas.microsoft.com/office/drawing/2014/main" id="{5FD9BC63-CE90-E8D3-79B1-C987B6E14C4D}"/>
              </a:ext>
            </a:extLst>
          </p:cNvPr>
          <p:cNvGrpSpPr>
            <a:grpSpLocks noChangeAspect="1"/>
          </p:cNvGrpSpPr>
          <p:nvPr/>
        </p:nvGrpSpPr>
        <p:grpSpPr>
          <a:xfrm>
            <a:off x="9004861" y="1086714"/>
            <a:ext cx="148067" cy="108000"/>
            <a:chOff x="7409659" y="2902132"/>
            <a:chExt cx="317047" cy="239471"/>
          </a:xfrm>
        </p:grpSpPr>
        <p:grpSp>
          <p:nvGrpSpPr>
            <p:cNvPr id="1831" name="그룹 1830">
              <a:extLst>
                <a:ext uri="{FF2B5EF4-FFF2-40B4-BE49-F238E27FC236}">
                  <a16:creationId xmlns:a16="http://schemas.microsoft.com/office/drawing/2014/main" id="{56DFF793-C2D6-BDE1-E92D-7EA1E2A6A99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34" name="직선 연결선 322">
                <a:extLst>
                  <a:ext uri="{FF2B5EF4-FFF2-40B4-BE49-F238E27FC236}">
                    <a16:creationId xmlns:a16="http://schemas.microsoft.com/office/drawing/2014/main" id="{E4B0D80C-7B18-2E97-F36B-B8BE1E31CDE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5" name="직선 연결선 323">
                <a:extLst>
                  <a:ext uri="{FF2B5EF4-FFF2-40B4-BE49-F238E27FC236}">
                    <a16:creationId xmlns:a16="http://schemas.microsoft.com/office/drawing/2014/main" id="{519F7944-89A0-613D-54D8-B7CD96F3053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6" name="직선 연결선 324">
                <a:extLst>
                  <a:ext uri="{FF2B5EF4-FFF2-40B4-BE49-F238E27FC236}">
                    <a16:creationId xmlns:a16="http://schemas.microsoft.com/office/drawing/2014/main" id="{8FC43EB1-25DC-DCCC-3991-BA1453E960B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2" name="직선 연결선 326">
              <a:extLst>
                <a:ext uri="{FF2B5EF4-FFF2-40B4-BE49-F238E27FC236}">
                  <a16:creationId xmlns:a16="http://schemas.microsoft.com/office/drawing/2014/main" id="{AA240F44-0361-FD09-60F6-2D6096444B7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33" name="타원 1832">
              <a:extLst>
                <a:ext uri="{FF2B5EF4-FFF2-40B4-BE49-F238E27FC236}">
                  <a16:creationId xmlns:a16="http://schemas.microsoft.com/office/drawing/2014/main" id="{7E071FCC-252D-8485-DD9B-39F1C029098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7" name="그룹 1836">
            <a:extLst>
              <a:ext uri="{FF2B5EF4-FFF2-40B4-BE49-F238E27FC236}">
                <a16:creationId xmlns:a16="http://schemas.microsoft.com/office/drawing/2014/main" id="{A78CF76F-9D0A-B5F1-D39C-527B2752EFB8}"/>
              </a:ext>
            </a:extLst>
          </p:cNvPr>
          <p:cNvGrpSpPr>
            <a:grpSpLocks noChangeAspect="1"/>
          </p:cNvGrpSpPr>
          <p:nvPr/>
        </p:nvGrpSpPr>
        <p:grpSpPr>
          <a:xfrm>
            <a:off x="9000094" y="1243877"/>
            <a:ext cx="148067" cy="108000"/>
            <a:chOff x="7409659" y="2902132"/>
            <a:chExt cx="317047" cy="239471"/>
          </a:xfrm>
        </p:grpSpPr>
        <p:grpSp>
          <p:nvGrpSpPr>
            <p:cNvPr id="1838" name="그룹 1837">
              <a:extLst>
                <a:ext uri="{FF2B5EF4-FFF2-40B4-BE49-F238E27FC236}">
                  <a16:creationId xmlns:a16="http://schemas.microsoft.com/office/drawing/2014/main" id="{9AF87DF0-30BC-E1B8-840B-8413CF6D92C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1" name="직선 연결선 322">
                <a:extLst>
                  <a:ext uri="{FF2B5EF4-FFF2-40B4-BE49-F238E27FC236}">
                    <a16:creationId xmlns:a16="http://schemas.microsoft.com/office/drawing/2014/main" id="{C4336F99-7CF1-18C0-F07D-0D9042F9FA8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2" name="직선 연결선 323">
                <a:extLst>
                  <a:ext uri="{FF2B5EF4-FFF2-40B4-BE49-F238E27FC236}">
                    <a16:creationId xmlns:a16="http://schemas.microsoft.com/office/drawing/2014/main" id="{5E77748C-FE9E-694F-F94A-E092ED650D1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3" name="직선 연결선 324">
                <a:extLst>
                  <a:ext uri="{FF2B5EF4-FFF2-40B4-BE49-F238E27FC236}">
                    <a16:creationId xmlns:a16="http://schemas.microsoft.com/office/drawing/2014/main" id="{DCDCECDE-317B-FD3E-3B21-7E59A1C8503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9" name="직선 연결선 326">
              <a:extLst>
                <a:ext uri="{FF2B5EF4-FFF2-40B4-BE49-F238E27FC236}">
                  <a16:creationId xmlns:a16="http://schemas.microsoft.com/office/drawing/2014/main" id="{FD9A88FB-3F9F-041E-B89B-EC086A85A23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0" name="타원 1839">
              <a:extLst>
                <a:ext uri="{FF2B5EF4-FFF2-40B4-BE49-F238E27FC236}">
                  <a16:creationId xmlns:a16="http://schemas.microsoft.com/office/drawing/2014/main" id="{E9BE2E12-EB5E-2C55-D69F-46F7C7DE794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44" name="그룹 1843">
            <a:extLst>
              <a:ext uri="{FF2B5EF4-FFF2-40B4-BE49-F238E27FC236}">
                <a16:creationId xmlns:a16="http://schemas.microsoft.com/office/drawing/2014/main" id="{379AE199-2034-1378-BE00-110CF8AD2933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747310" y="2361483"/>
            <a:ext cx="148067" cy="108000"/>
            <a:chOff x="7409659" y="2902132"/>
            <a:chExt cx="317047" cy="239471"/>
          </a:xfrm>
        </p:grpSpPr>
        <p:grpSp>
          <p:nvGrpSpPr>
            <p:cNvPr id="1845" name="그룹 1844">
              <a:extLst>
                <a:ext uri="{FF2B5EF4-FFF2-40B4-BE49-F238E27FC236}">
                  <a16:creationId xmlns:a16="http://schemas.microsoft.com/office/drawing/2014/main" id="{991212A7-3653-26B3-11BB-EE9CD370371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8" name="직선 연결선 322">
                <a:extLst>
                  <a:ext uri="{FF2B5EF4-FFF2-40B4-BE49-F238E27FC236}">
                    <a16:creationId xmlns:a16="http://schemas.microsoft.com/office/drawing/2014/main" id="{7F5B7CC5-73E1-E720-9340-5721687AB20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9" name="직선 연결선 323">
                <a:extLst>
                  <a:ext uri="{FF2B5EF4-FFF2-40B4-BE49-F238E27FC236}">
                    <a16:creationId xmlns:a16="http://schemas.microsoft.com/office/drawing/2014/main" id="{FD883AE1-F385-026A-0E37-137ED903568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0" name="직선 연결선 324">
                <a:extLst>
                  <a:ext uri="{FF2B5EF4-FFF2-40B4-BE49-F238E27FC236}">
                    <a16:creationId xmlns:a16="http://schemas.microsoft.com/office/drawing/2014/main" id="{718E28F7-66B5-2CE0-32D1-AAB1BBE5878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46" name="직선 연결선 326">
              <a:extLst>
                <a:ext uri="{FF2B5EF4-FFF2-40B4-BE49-F238E27FC236}">
                  <a16:creationId xmlns:a16="http://schemas.microsoft.com/office/drawing/2014/main" id="{2B409835-083D-26E8-DACF-01EA3B49B44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7" name="타원 1846">
              <a:extLst>
                <a:ext uri="{FF2B5EF4-FFF2-40B4-BE49-F238E27FC236}">
                  <a16:creationId xmlns:a16="http://schemas.microsoft.com/office/drawing/2014/main" id="{41F29EA8-D8CD-0947-9FE6-724CE570C53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1" name="그룹 1850">
            <a:extLst>
              <a:ext uri="{FF2B5EF4-FFF2-40B4-BE49-F238E27FC236}">
                <a16:creationId xmlns:a16="http://schemas.microsoft.com/office/drawing/2014/main" id="{D6E7DBFB-1433-1743-22E8-F8BA3C436915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934856" y="1781417"/>
            <a:ext cx="148067" cy="108000"/>
            <a:chOff x="7409659" y="2902132"/>
            <a:chExt cx="317047" cy="239471"/>
          </a:xfrm>
        </p:grpSpPr>
        <p:grpSp>
          <p:nvGrpSpPr>
            <p:cNvPr id="1852" name="그룹 1851">
              <a:extLst>
                <a:ext uri="{FF2B5EF4-FFF2-40B4-BE49-F238E27FC236}">
                  <a16:creationId xmlns:a16="http://schemas.microsoft.com/office/drawing/2014/main" id="{12A1284F-1F25-0E19-5E32-C9DB2D10286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55" name="직선 연결선 322">
                <a:extLst>
                  <a:ext uri="{FF2B5EF4-FFF2-40B4-BE49-F238E27FC236}">
                    <a16:creationId xmlns:a16="http://schemas.microsoft.com/office/drawing/2014/main" id="{E0214437-9381-4A96-C438-3979A732315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6" name="직선 연결선 323">
                <a:extLst>
                  <a:ext uri="{FF2B5EF4-FFF2-40B4-BE49-F238E27FC236}">
                    <a16:creationId xmlns:a16="http://schemas.microsoft.com/office/drawing/2014/main" id="{1EC2E1F7-70EA-8B34-FE84-DCF3E072A2C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7" name="직선 연결선 324">
                <a:extLst>
                  <a:ext uri="{FF2B5EF4-FFF2-40B4-BE49-F238E27FC236}">
                    <a16:creationId xmlns:a16="http://schemas.microsoft.com/office/drawing/2014/main" id="{2DB1A5F7-3569-3BD7-EE47-3B66487C0DD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53" name="직선 연결선 326">
              <a:extLst>
                <a:ext uri="{FF2B5EF4-FFF2-40B4-BE49-F238E27FC236}">
                  <a16:creationId xmlns:a16="http://schemas.microsoft.com/office/drawing/2014/main" id="{723A6445-BC93-A19C-767F-4CA93DED6C3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54" name="타원 1853">
              <a:extLst>
                <a:ext uri="{FF2B5EF4-FFF2-40B4-BE49-F238E27FC236}">
                  <a16:creationId xmlns:a16="http://schemas.microsoft.com/office/drawing/2014/main" id="{489B3674-29FD-09F9-D066-80B13895BBE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8" name="그룹 1857">
            <a:extLst>
              <a:ext uri="{FF2B5EF4-FFF2-40B4-BE49-F238E27FC236}">
                <a16:creationId xmlns:a16="http://schemas.microsoft.com/office/drawing/2014/main" id="{9E5D02A3-0FCC-0E79-6A3E-E1A2D1007B60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153872" y="6207475"/>
            <a:ext cx="148067" cy="108000"/>
            <a:chOff x="7409659" y="2902132"/>
            <a:chExt cx="317047" cy="239471"/>
          </a:xfrm>
        </p:grpSpPr>
        <p:grpSp>
          <p:nvGrpSpPr>
            <p:cNvPr id="1859" name="그룹 1858">
              <a:extLst>
                <a:ext uri="{FF2B5EF4-FFF2-40B4-BE49-F238E27FC236}">
                  <a16:creationId xmlns:a16="http://schemas.microsoft.com/office/drawing/2014/main" id="{6F8A1E64-F3A6-59A4-7C25-B29D43DCCD8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2" name="직선 연결선 322">
                <a:extLst>
                  <a:ext uri="{FF2B5EF4-FFF2-40B4-BE49-F238E27FC236}">
                    <a16:creationId xmlns:a16="http://schemas.microsoft.com/office/drawing/2014/main" id="{B83FC6B9-CE1E-A513-254C-DE0B7A6D740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3" name="직선 연결선 323">
                <a:extLst>
                  <a:ext uri="{FF2B5EF4-FFF2-40B4-BE49-F238E27FC236}">
                    <a16:creationId xmlns:a16="http://schemas.microsoft.com/office/drawing/2014/main" id="{DF674A94-B633-779A-EFB3-7C44426F507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4" name="직선 연결선 324">
                <a:extLst>
                  <a:ext uri="{FF2B5EF4-FFF2-40B4-BE49-F238E27FC236}">
                    <a16:creationId xmlns:a16="http://schemas.microsoft.com/office/drawing/2014/main" id="{AB33D7B7-56C1-3AED-B0D5-DF6CC49CB8C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0" name="직선 연결선 326">
              <a:extLst>
                <a:ext uri="{FF2B5EF4-FFF2-40B4-BE49-F238E27FC236}">
                  <a16:creationId xmlns:a16="http://schemas.microsoft.com/office/drawing/2014/main" id="{6DE8821E-AF7D-239F-5E70-ED7E099D9F0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1" name="타원 1860">
              <a:extLst>
                <a:ext uri="{FF2B5EF4-FFF2-40B4-BE49-F238E27FC236}">
                  <a16:creationId xmlns:a16="http://schemas.microsoft.com/office/drawing/2014/main" id="{DE240BC8-8F0E-1912-8DFF-21D2B5296BD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65" name="그룹 1864">
            <a:extLst>
              <a:ext uri="{FF2B5EF4-FFF2-40B4-BE49-F238E27FC236}">
                <a16:creationId xmlns:a16="http://schemas.microsoft.com/office/drawing/2014/main" id="{B5F5B3C4-32B5-765A-208A-98373EA5FA5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6019" y="6073546"/>
            <a:ext cx="148067" cy="108000"/>
            <a:chOff x="7409659" y="2902132"/>
            <a:chExt cx="317047" cy="239471"/>
          </a:xfrm>
        </p:grpSpPr>
        <p:grpSp>
          <p:nvGrpSpPr>
            <p:cNvPr id="1866" name="그룹 1865">
              <a:extLst>
                <a:ext uri="{FF2B5EF4-FFF2-40B4-BE49-F238E27FC236}">
                  <a16:creationId xmlns:a16="http://schemas.microsoft.com/office/drawing/2014/main" id="{1E2A45E2-54A4-AB0C-1736-416AB80A23F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9" name="직선 연결선 322">
                <a:extLst>
                  <a:ext uri="{FF2B5EF4-FFF2-40B4-BE49-F238E27FC236}">
                    <a16:creationId xmlns:a16="http://schemas.microsoft.com/office/drawing/2014/main" id="{4E816742-E767-A12D-08E2-A3A83D840DD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0" name="직선 연결선 323">
                <a:extLst>
                  <a:ext uri="{FF2B5EF4-FFF2-40B4-BE49-F238E27FC236}">
                    <a16:creationId xmlns:a16="http://schemas.microsoft.com/office/drawing/2014/main" id="{39A6E537-363C-30A2-8D57-E2E942F1BF1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1" name="직선 연결선 324">
                <a:extLst>
                  <a:ext uri="{FF2B5EF4-FFF2-40B4-BE49-F238E27FC236}">
                    <a16:creationId xmlns:a16="http://schemas.microsoft.com/office/drawing/2014/main" id="{CE31FC47-447E-FD4A-1314-3803EFF3F59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7" name="직선 연결선 326">
              <a:extLst>
                <a:ext uri="{FF2B5EF4-FFF2-40B4-BE49-F238E27FC236}">
                  <a16:creationId xmlns:a16="http://schemas.microsoft.com/office/drawing/2014/main" id="{EBE3373F-E168-4039-D7C3-7F0744C9F7E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8" name="타원 1867">
              <a:extLst>
                <a:ext uri="{FF2B5EF4-FFF2-40B4-BE49-F238E27FC236}">
                  <a16:creationId xmlns:a16="http://schemas.microsoft.com/office/drawing/2014/main" id="{84B8F70A-FB8D-7D9D-108E-E958A1A09FA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2" name="그룹 1871">
            <a:extLst>
              <a:ext uri="{FF2B5EF4-FFF2-40B4-BE49-F238E27FC236}">
                <a16:creationId xmlns:a16="http://schemas.microsoft.com/office/drawing/2014/main" id="{5AB3F4FB-9893-1868-2B3B-A1C4BEC00CA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5506" y="5072535"/>
            <a:ext cx="148067" cy="108000"/>
            <a:chOff x="7409659" y="2902132"/>
            <a:chExt cx="317047" cy="239471"/>
          </a:xfrm>
        </p:grpSpPr>
        <p:grpSp>
          <p:nvGrpSpPr>
            <p:cNvPr id="1873" name="그룹 1872">
              <a:extLst>
                <a:ext uri="{FF2B5EF4-FFF2-40B4-BE49-F238E27FC236}">
                  <a16:creationId xmlns:a16="http://schemas.microsoft.com/office/drawing/2014/main" id="{3133E1E7-A4E0-DFFC-E736-4E463DC5135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76" name="직선 연결선 322">
                <a:extLst>
                  <a:ext uri="{FF2B5EF4-FFF2-40B4-BE49-F238E27FC236}">
                    <a16:creationId xmlns:a16="http://schemas.microsoft.com/office/drawing/2014/main" id="{B5B4BAE6-EE4A-95B6-7499-E9C35799FCB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7" name="직선 연결선 323">
                <a:extLst>
                  <a:ext uri="{FF2B5EF4-FFF2-40B4-BE49-F238E27FC236}">
                    <a16:creationId xmlns:a16="http://schemas.microsoft.com/office/drawing/2014/main" id="{28066278-5581-FBE8-7F23-35F99652764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8" name="직선 연결선 324">
                <a:extLst>
                  <a:ext uri="{FF2B5EF4-FFF2-40B4-BE49-F238E27FC236}">
                    <a16:creationId xmlns:a16="http://schemas.microsoft.com/office/drawing/2014/main" id="{7EE07496-973D-E232-31FE-232D1400DA2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74" name="직선 연결선 326">
              <a:extLst>
                <a:ext uri="{FF2B5EF4-FFF2-40B4-BE49-F238E27FC236}">
                  <a16:creationId xmlns:a16="http://schemas.microsoft.com/office/drawing/2014/main" id="{A04D26C5-592D-65D5-5FAE-A3BD5E73E2C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75" name="타원 1874">
              <a:extLst>
                <a:ext uri="{FF2B5EF4-FFF2-40B4-BE49-F238E27FC236}">
                  <a16:creationId xmlns:a16="http://schemas.microsoft.com/office/drawing/2014/main" id="{8C5C6DA9-A9CC-22BE-A916-0341808A901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9" name="그룹 1878">
            <a:extLst>
              <a:ext uri="{FF2B5EF4-FFF2-40B4-BE49-F238E27FC236}">
                <a16:creationId xmlns:a16="http://schemas.microsoft.com/office/drawing/2014/main" id="{77F6AA0F-1F17-B030-3519-BFB03BB050A7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33590" y="4456295"/>
            <a:ext cx="148067" cy="108000"/>
            <a:chOff x="7409659" y="2902132"/>
            <a:chExt cx="317047" cy="239471"/>
          </a:xfrm>
        </p:grpSpPr>
        <p:grpSp>
          <p:nvGrpSpPr>
            <p:cNvPr id="1880" name="그룹 1879">
              <a:extLst>
                <a:ext uri="{FF2B5EF4-FFF2-40B4-BE49-F238E27FC236}">
                  <a16:creationId xmlns:a16="http://schemas.microsoft.com/office/drawing/2014/main" id="{A6659619-0DFF-B73E-E917-4E010C2A5E8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83" name="직선 연결선 322">
                <a:extLst>
                  <a:ext uri="{FF2B5EF4-FFF2-40B4-BE49-F238E27FC236}">
                    <a16:creationId xmlns:a16="http://schemas.microsoft.com/office/drawing/2014/main" id="{22B895A1-B2FD-21D9-ED0F-8617F94D4B5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4" name="직선 연결선 323">
                <a:extLst>
                  <a:ext uri="{FF2B5EF4-FFF2-40B4-BE49-F238E27FC236}">
                    <a16:creationId xmlns:a16="http://schemas.microsoft.com/office/drawing/2014/main" id="{F9A69A60-A741-4E57-1A16-00F2483506C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5" name="직선 연결선 324">
                <a:extLst>
                  <a:ext uri="{FF2B5EF4-FFF2-40B4-BE49-F238E27FC236}">
                    <a16:creationId xmlns:a16="http://schemas.microsoft.com/office/drawing/2014/main" id="{83633E04-FDAE-0F7B-4AA2-7BBAA777431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81" name="직선 연결선 326">
              <a:extLst>
                <a:ext uri="{FF2B5EF4-FFF2-40B4-BE49-F238E27FC236}">
                  <a16:creationId xmlns:a16="http://schemas.microsoft.com/office/drawing/2014/main" id="{0A942837-246C-A5FC-C7BF-A5A86578F92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2" name="타원 1881">
              <a:extLst>
                <a:ext uri="{FF2B5EF4-FFF2-40B4-BE49-F238E27FC236}">
                  <a16:creationId xmlns:a16="http://schemas.microsoft.com/office/drawing/2014/main" id="{14C57166-60F7-7C59-6615-135E9D06DE8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6" name="그룹 1885">
            <a:extLst>
              <a:ext uri="{FF2B5EF4-FFF2-40B4-BE49-F238E27FC236}">
                <a16:creationId xmlns:a16="http://schemas.microsoft.com/office/drawing/2014/main" id="{3820E625-D0F1-07A3-FE46-A01F42592DD6}"/>
              </a:ext>
            </a:extLst>
          </p:cNvPr>
          <p:cNvGrpSpPr/>
          <p:nvPr/>
        </p:nvGrpSpPr>
        <p:grpSpPr>
          <a:xfrm rot="5400000">
            <a:off x="3962074" y="5338573"/>
            <a:ext cx="90979" cy="106796"/>
            <a:chOff x="4947906" y="3396192"/>
            <a:chExt cx="90979" cy="106796"/>
          </a:xfrm>
        </p:grpSpPr>
        <p:cxnSp>
          <p:nvCxnSpPr>
            <p:cNvPr id="1887" name="직선 연결선 326">
              <a:extLst>
                <a:ext uri="{FF2B5EF4-FFF2-40B4-BE49-F238E27FC236}">
                  <a16:creationId xmlns:a16="http://schemas.microsoft.com/office/drawing/2014/main" id="{3FAF55B3-0B1E-CA41-D8C7-8CA81AB7E44F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8" name="타원 1887">
              <a:extLst>
                <a:ext uri="{FF2B5EF4-FFF2-40B4-BE49-F238E27FC236}">
                  <a16:creationId xmlns:a16="http://schemas.microsoft.com/office/drawing/2014/main" id="{32C8CCB4-A9A0-5948-A12A-2BAB1C2A2EB0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9" name="그룹 1888">
            <a:extLst>
              <a:ext uri="{FF2B5EF4-FFF2-40B4-BE49-F238E27FC236}">
                <a16:creationId xmlns:a16="http://schemas.microsoft.com/office/drawing/2014/main" id="{4F2F46BE-98E3-265C-71AD-083A62FB2293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041" y="5948625"/>
            <a:ext cx="148067" cy="108000"/>
            <a:chOff x="7409659" y="2902132"/>
            <a:chExt cx="317047" cy="239471"/>
          </a:xfrm>
        </p:grpSpPr>
        <p:grpSp>
          <p:nvGrpSpPr>
            <p:cNvPr id="1890" name="그룹 1889">
              <a:extLst>
                <a:ext uri="{FF2B5EF4-FFF2-40B4-BE49-F238E27FC236}">
                  <a16:creationId xmlns:a16="http://schemas.microsoft.com/office/drawing/2014/main" id="{23B4AD3C-ABAE-8CE3-DE04-4DC2B85FD18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93" name="직선 연결선 322">
                <a:extLst>
                  <a:ext uri="{FF2B5EF4-FFF2-40B4-BE49-F238E27FC236}">
                    <a16:creationId xmlns:a16="http://schemas.microsoft.com/office/drawing/2014/main" id="{2FBF6845-3A2E-D94E-A774-568D343978C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4" name="직선 연결선 323">
                <a:extLst>
                  <a:ext uri="{FF2B5EF4-FFF2-40B4-BE49-F238E27FC236}">
                    <a16:creationId xmlns:a16="http://schemas.microsoft.com/office/drawing/2014/main" id="{C0BF6156-74EA-8986-FDD8-895CD214F40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5" name="직선 연결선 324">
                <a:extLst>
                  <a:ext uri="{FF2B5EF4-FFF2-40B4-BE49-F238E27FC236}">
                    <a16:creationId xmlns:a16="http://schemas.microsoft.com/office/drawing/2014/main" id="{BAD1ACA6-20C1-52B3-8C3B-8CC2AEA76D6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91" name="직선 연결선 326">
              <a:extLst>
                <a:ext uri="{FF2B5EF4-FFF2-40B4-BE49-F238E27FC236}">
                  <a16:creationId xmlns:a16="http://schemas.microsoft.com/office/drawing/2014/main" id="{F2B3C794-EE54-4609-4F56-0727BA63133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92" name="타원 1891">
              <a:extLst>
                <a:ext uri="{FF2B5EF4-FFF2-40B4-BE49-F238E27FC236}">
                  <a16:creationId xmlns:a16="http://schemas.microsoft.com/office/drawing/2014/main" id="{B8FE9F54-9CF9-5683-EA72-CAA55622DEC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3981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7F423-ED2F-DFFB-FCDF-D17452E0D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직사각형 785">
            <a:extLst>
              <a:ext uri="{FF2B5EF4-FFF2-40B4-BE49-F238E27FC236}">
                <a16:creationId xmlns:a16="http://schemas.microsoft.com/office/drawing/2014/main" id="{FFE392D7-B646-80E3-1F53-8E40D0C4E770}"/>
              </a:ext>
            </a:extLst>
          </p:cNvPr>
          <p:cNvSpPr>
            <a:spLocks noChangeAspect="1"/>
          </p:cNvSpPr>
          <p:nvPr/>
        </p:nvSpPr>
        <p:spPr>
          <a:xfrm>
            <a:off x="7868471" y="1009717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87" name="직사각형 786">
            <a:extLst>
              <a:ext uri="{FF2B5EF4-FFF2-40B4-BE49-F238E27FC236}">
                <a16:creationId xmlns:a16="http://schemas.microsoft.com/office/drawing/2014/main" id="{63259339-A7E0-B0BB-D1FE-C5320F1AD8C4}"/>
              </a:ext>
            </a:extLst>
          </p:cNvPr>
          <p:cNvSpPr>
            <a:spLocks/>
          </p:cNvSpPr>
          <p:nvPr/>
        </p:nvSpPr>
        <p:spPr>
          <a:xfrm>
            <a:off x="7868471" y="1909450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2" name="직사각형 791">
            <a:extLst>
              <a:ext uri="{FF2B5EF4-FFF2-40B4-BE49-F238E27FC236}">
                <a16:creationId xmlns:a16="http://schemas.microsoft.com/office/drawing/2014/main" id="{16F029E6-12E4-2483-3163-31A7372E3E76}"/>
              </a:ext>
            </a:extLst>
          </p:cNvPr>
          <p:cNvSpPr>
            <a:spLocks/>
          </p:cNvSpPr>
          <p:nvPr/>
        </p:nvSpPr>
        <p:spPr>
          <a:xfrm>
            <a:off x="7868471" y="2809183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3" name="직사각형 792">
            <a:extLst>
              <a:ext uri="{FF2B5EF4-FFF2-40B4-BE49-F238E27FC236}">
                <a16:creationId xmlns:a16="http://schemas.microsoft.com/office/drawing/2014/main" id="{8FF9D8E4-71B6-ADF1-B5B7-BF65C10B1191}"/>
              </a:ext>
            </a:extLst>
          </p:cNvPr>
          <p:cNvSpPr>
            <a:spLocks/>
          </p:cNvSpPr>
          <p:nvPr/>
        </p:nvSpPr>
        <p:spPr>
          <a:xfrm>
            <a:off x="9859411" y="2816833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794" name="직사각형 793">
            <a:extLst>
              <a:ext uri="{FF2B5EF4-FFF2-40B4-BE49-F238E27FC236}">
                <a16:creationId xmlns:a16="http://schemas.microsoft.com/office/drawing/2014/main" id="{03E1FB70-94B9-FD50-A32F-389B1759C4C4}"/>
              </a:ext>
            </a:extLst>
          </p:cNvPr>
          <p:cNvSpPr>
            <a:spLocks/>
          </p:cNvSpPr>
          <p:nvPr/>
        </p:nvSpPr>
        <p:spPr>
          <a:xfrm>
            <a:off x="7868471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5" name="직사각형 794">
            <a:extLst>
              <a:ext uri="{FF2B5EF4-FFF2-40B4-BE49-F238E27FC236}">
                <a16:creationId xmlns:a16="http://schemas.microsoft.com/office/drawing/2014/main" id="{E6B1E0A7-94B2-9B95-E7FF-328E6AF428D6}"/>
              </a:ext>
            </a:extLst>
          </p:cNvPr>
          <p:cNvSpPr>
            <a:spLocks/>
          </p:cNvSpPr>
          <p:nvPr/>
        </p:nvSpPr>
        <p:spPr>
          <a:xfrm>
            <a:off x="7868471" y="550128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6" name="직사각형 795">
            <a:extLst>
              <a:ext uri="{FF2B5EF4-FFF2-40B4-BE49-F238E27FC236}">
                <a16:creationId xmlns:a16="http://schemas.microsoft.com/office/drawing/2014/main" id="{9D44E9F2-AE30-27C3-AEE9-52B5F5A0F8C6}"/>
              </a:ext>
            </a:extLst>
          </p:cNvPr>
          <p:cNvSpPr>
            <a:spLocks/>
          </p:cNvSpPr>
          <p:nvPr/>
        </p:nvSpPr>
        <p:spPr>
          <a:xfrm>
            <a:off x="7868471" y="4605101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8" name="직사각형 797">
            <a:extLst>
              <a:ext uri="{FF2B5EF4-FFF2-40B4-BE49-F238E27FC236}">
                <a16:creationId xmlns:a16="http://schemas.microsoft.com/office/drawing/2014/main" id="{26721549-FDD5-7779-E11F-5B02D8139935}"/>
              </a:ext>
            </a:extLst>
          </p:cNvPr>
          <p:cNvSpPr>
            <a:spLocks/>
          </p:cNvSpPr>
          <p:nvPr/>
        </p:nvSpPr>
        <p:spPr>
          <a:xfrm>
            <a:off x="9859411" y="3716566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799" name="직선 연결선[R] 798">
            <a:extLst>
              <a:ext uri="{FF2B5EF4-FFF2-40B4-BE49-F238E27FC236}">
                <a16:creationId xmlns:a16="http://schemas.microsoft.com/office/drawing/2014/main" id="{7E1635A7-C265-D22F-50EA-D7B1B6EC4C62}"/>
              </a:ext>
            </a:extLst>
          </p:cNvPr>
          <p:cNvCxnSpPr>
            <a:cxnSpLocks/>
          </p:cNvCxnSpPr>
          <p:nvPr/>
        </p:nvCxnSpPr>
        <p:spPr>
          <a:xfrm flipV="1">
            <a:off x="8441831" y="144171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직선 연결선[R] 801">
            <a:extLst>
              <a:ext uri="{FF2B5EF4-FFF2-40B4-BE49-F238E27FC236}">
                <a16:creationId xmlns:a16="http://schemas.microsoft.com/office/drawing/2014/main" id="{7B80E1CD-5C44-01CC-84C8-AECCC3F50794}"/>
              </a:ext>
            </a:extLst>
          </p:cNvPr>
          <p:cNvCxnSpPr>
            <a:cxnSpLocks/>
          </p:cNvCxnSpPr>
          <p:nvPr/>
        </p:nvCxnSpPr>
        <p:spPr>
          <a:xfrm flipV="1">
            <a:off x="8229573" y="2341450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직선 연결선[R] 802">
            <a:extLst>
              <a:ext uri="{FF2B5EF4-FFF2-40B4-BE49-F238E27FC236}">
                <a16:creationId xmlns:a16="http://schemas.microsoft.com/office/drawing/2014/main" id="{D09E8375-D979-7D36-8EC5-679F7724EEDB}"/>
              </a:ext>
            </a:extLst>
          </p:cNvPr>
          <p:cNvCxnSpPr>
            <a:cxnSpLocks/>
          </p:cNvCxnSpPr>
          <p:nvPr/>
        </p:nvCxnSpPr>
        <p:spPr>
          <a:xfrm flipV="1">
            <a:off x="8228471" y="324118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직선 연결선[R] 803">
            <a:extLst>
              <a:ext uri="{FF2B5EF4-FFF2-40B4-BE49-F238E27FC236}">
                <a16:creationId xmlns:a16="http://schemas.microsoft.com/office/drawing/2014/main" id="{C23926AB-CA0F-9A20-9449-60C938010B10}"/>
              </a:ext>
            </a:extLst>
          </p:cNvPr>
          <p:cNvCxnSpPr>
            <a:cxnSpLocks/>
          </p:cNvCxnSpPr>
          <p:nvPr/>
        </p:nvCxnSpPr>
        <p:spPr>
          <a:xfrm flipV="1">
            <a:off x="8228471" y="4140916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직선 연결선[R] 804">
            <a:extLst>
              <a:ext uri="{FF2B5EF4-FFF2-40B4-BE49-F238E27FC236}">
                <a16:creationId xmlns:a16="http://schemas.microsoft.com/office/drawing/2014/main" id="{FE110F16-62DE-52D1-F08A-39C2C6F65CE2}"/>
              </a:ext>
            </a:extLst>
          </p:cNvPr>
          <p:cNvCxnSpPr>
            <a:cxnSpLocks/>
          </p:cNvCxnSpPr>
          <p:nvPr/>
        </p:nvCxnSpPr>
        <p:spPr>
          <a:xfrm flipV="1">
            <a:off x="8228471" y="503710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직선 연결선[R] 805">
            <a:extLst>
              <a:ext uri="{FF2B5EF4-FFF2-40B4-BE49-F238E27FC236}">
                <a16:creationId xmlns:a16="http://schemas.microsoft.com/office/drawing/2014/main" id="{6D0B1EAD-87AD-7D8D-C8D2-5C7432A72FFF}"/>
              </a:ext>
            </a:extLst>
          </p:cNvPr>
          <p:cNvCxnSpPr>
            <a:cxnSpLocks/>
            <a:stCxn id="793" idx="1"/>
            <a:endCxn id="792" idx="3"/>
          </p:cNvCxnSpPr>
          <p:nvPr/>
        </p:nvCxnSpPr>
        <p:spPr>
          <a:xfrm flipH="1" flipV="1">
            <a:off x="8588471" y="3025183"/>
            <a:ext cx="1270940" cy="76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직선 연결선[R] 808">
            <a:extLst>
              <a:ext uri="{FF2B5EF4-FFF2-40B4-BE49-F238E27FC236}">
                <a16:creationId xmlns:a16="http://schemas.microsoft.com/office/drawing/2014/main" id="{32EC1FDE-88DF-5D45-1E39-B2DBED00A149}"/>
              </a:ext>
            </a:extLst>
          </p:cNvPr>
          <p:cNvCxnSpPr>
            <a:cxnSpLocks/>
          </p:cNvCxnSpPr>
          <p:nvPr/>
        </p:nvCxnSpPr>
        <p:spPr>
          <a:xfrm flipH="1">
            <a:off x="8588471" y="5712592"/>
            <a:ext cx="1630940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직선 연결선[R] 809">
            <a:extLst>
              <a:ext uri="{FF2B5EF4-FFF2-40B4-BE49-F238E27FC236}">
                <a16:creationId xmlns:a16="http://schemas.microsoft.com/office/drawing/2014/main" id="{06ED7BE9-75F5-D864-1874-723740B3EFF3}"/>
              </a:ext>
            </a:extLst>
          </p:cNvPr>
          <p:cNvCxnSpPr>
            <a:cxnSpLocks/>
          </p:cNvCxnSpPr>
          <p:nvPr/>
        </p:nvCxnSpPr>
        <p:spPr>
          <a:xfrm flipV="1">
            <a:off x="10220513" y="324883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직선 연결선[R] 810">
            <a:extLst>
              <a:ext uri="{FF2B5EF4-FFF2-40B4-BE49-F238E27FC236}">
                <a16:creationId xmlns:a16="http://schemas.microsoft.com/office/drawing/2014/main" id="{2AB65B1D-CBD9-5193-3CD6-190F625D0CAE}"/>
              </a:ext>
            </a:extLst>
          </p:cNvPr>
          <p:cNvCxnSpPr>
            <a:cxnSpLocks/>
            <a:endCxn id="798" idx="2"/>
          </p:cNvCxnSpPr>
          <p:nvPr/>
        </p:nvCxnSpPr>
        <p:spPr>
          <a:xfrm flipV="1">
            <a:off x="10219411" y="4148566"/>
            <a:ext cx="0" cy="157637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5" name="직사각형 814">
            <a:extLst>
              <a:ext uri="{FF2B5EF4-FFF2-40B4-BE49-F238E27FC236}">
                <a16:creationId xmlns:a16="http://schemas.microsoft.com/office/drawing/2014/main" id="{6C9368D0-68DE-FD70-59F4-D6EAB2D683A1}"/>
              </a:ext>
            </a:extLst>
          </p:cNvPr>
          <p:cNvSpPr/>
          <p:nvPr/>
        </p:nvSpPr>
        <p:spPr>
          <a:xfrm>
            <a:off x="6588739" y="2809183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status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7" name="직사각형 816">
            <a:extLst>
              <a:ext uri="{FF2B5EF4-FFF2-40B4-BE49-F238E27FC236}">
                <a16:creationId xmlns:a16="http://schemas.microsoft.com/office/drawing/2014/main" id="{F526768C-8D3F-8116-E295-601852ECDE6A}"/>
              </a:ext>
            </a:extLst>
          </p:cNvPr>
          <p:cNvSpPr>
            <a:spLocks/>
          </p:cNvSpPr>
          <p:nvPr/>
        </p:nvSpPr>
        <p:spPr>
          <a:xfrm>
            <a:off x="7435151" y="10446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rating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8" name="직사각형 817">
            <a:extLst>
              <a:ext uri="{FF2B5EF4-FFF2-40B4-BE49-F238E27FC236}">
                <a16:creationId xmlns:a16="http://schemas.microsoft.com/office/drawing/2014/main" id="{28DFE7C5-8E51-5668-7F9F-46EC620719E6}"/>
              </a:ext>
            </a:extLst>
          </p:cNvPr>
          <p:cNvSpPr>
            <a:spLocks/>
          </p:cNvSpPr>
          <p:nvPr/>
        </p:nvSpPr>
        <p:spPr>
          <a:xfrm>
            <a:off x="8316939" y="104461"/>
            <a:ext cx="830835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distributor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9" name="직사각형 818">
            <a:extLst>
              <a:ext uri="{FF2B5EF4-FFF2-40B4-BE49-F238E27FC236}">
                <a16:creationId xmlns:a16="http://schemas.microsoft.com/office/drawing/2014/main" id="{8A0DEA68-F850-851B-B4A0-074ADE317DF5}"/>
              </a:ext>
            </a:extLst>
          </p:cNvPr>
          <p:cNvSpPr>
            <a:spLocks/>
          </p:cNvSpPr>
          <p:nvPr/>
        </p:nvSpPr>
        <p:spPr>
          <a:xfrm>
            <a:off x="9859411" y="2154515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language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0" name="직사각형 819">
            <a:extLst>
              <a:ext uri="{FF2B5EF4-FFF2-40B4-BE49-F238E27FC236}">
                <a16:creationId xmlns:a16="http://schemas.microsoft.com/office/drawing/2014/main" id="{FFC7F550-ECC0-358F-E644-106D13E23BC5}"/>
              </a:ext>
            </a:extLst>
          </p:cNvPr>
          <p:cNvSpPr>
            <a:spLocks/>
          </p:cNvSpPr>
          <p:nvPr/>
        </p:nvSpPr>
        <p:spPr>
          <a:xfrm>
            <a:off x="9859411" y="166254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subtitle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F4898C1D-CF49-7DC8-16B2-D3DD65016BD6}"/>
              </a:ext>
            </a:extLst>
          </p:cNvPr>
          <p:cNvSpPr>
            <a:spLocks/>
          </p:cNvSpPr>
          <p:nvPr/>
        </p:nvSpPr>
        <p:spPr>
          <a:xfrm>
            <a:off x="9147778" y="1003791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similarity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22" name="직선 연결선[R] 821">
            <a:extLst>
              <a:ext uri="{FF2B5EF4-FFF2-40B4-BE49-F238E27FC236}">
                <a16:creationId xmlns:a16="http://schemas.microsoft.com/office/drawing/2014/main" id="{F3EE91E6-875D-F9CD-D9F3-0B9A528516BD}"/>
              </a:ext>
            </a:extLst>
          </p:cNvPr>
          <p:cNvCxnSpPr>
            <a:cxnSpLocks/>
          </p:cNvCxnSpPr>
          <p:nvPr/>
        </p:nvCxnSpPr>
        <p:spPr>
          <a:xfrm flipH="1">
            <a:off x="8588471" y="1995052"/>
            <a:ext cx="12709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직선 연결선[R] 825">
            <a:extLst>
              <a:ext uri="{FF2B5EF4-FFF2-40B4-BE49-F238E27FC236}">
                <a16:creationId xmlns:a16="http://schemas.microsoft.com/office/drawing/2014/main" id="{015C18D6-8465-FFC1-028F-321D9D1BFED1}"/>
              </a:ext>
            </a:extLst>
          </p:cNvPr>
          <p:cNvCxnSpPr>
            <a:cxnSpLocks/>
          </p:cNvCxnSpPr>
          <p:nvPr/>
        </p:nvCxnSpPr>
        <p:spPr>
          <a:xfrm flipH="1">
            <a:off x="7308739" y="3024037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직선 연결선[R] 827">
            <a:extLst>
              <a:ext uri="{FF2B5EF4-FFF2-40B4-BE49-F238E27FC236}">
                <a16:creationId xmlns:a16="http://schemas.microsoft.com/office/drawing/2014/main" id="{737A63CD-593C-8D29-7ED5-38530B8ABD62}"/>
              </a:ext>
            </a:extLst>
          </p:cNvPr>
          <p:cNvCxnSpPr>
            <a:cxnSpLocks/>
          </p:cNvCxnSpPr>
          <p:nvPr/>
        </p:nvCxnSpPr>
        <p:spPr>
          <a:xfrm flipH="1">
            <a:off x="8588471" y="2229431"/>
            <a:ext cx="1270940" cy="53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직선 연결선[R] 828">
            <a:extLst>
              <a:ext uri="{FF2B5EF4-FFF2-40B4-BE49-F238E27FC236}">
                <a16:creationId xmlns:a16="http://schemas.microsoft.com/office/drawing/2014/main" id="{D295FA7E-F814-8B7B-1BB4-4E4EEE93E996}"/>
              </a:ext>
            </a:extLst>
          </p:cNvPr>
          <p:cNvCxnSpPr>
            <a:cxnSpLocks/>
          </p:cNvCxnSpPr>
          <p:nvPr/>
        </p:nvCxnSpPr>
        <p:spPr>
          <a:xfrm flipH="1">
            <a:off x="8588046" y="1144151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3" name="직사각형 832">
            <a:extLst>
              <a:ext uri="{FF2B5EF4-FFF2-40B4-BE49-F238E27FC236}">
                <a16:creationId xmlns:a16="http://schemas.microsoft.com/office/drawing/2014/main" id="{ABBF4D5C-0D12-0099-D302-F8B4361D959A}"/>
              </a:ext>
            </a:extLst>
          </p:cNvPr>
          <p:cNvSpPr>
            <a:spLocks/>
          </p:cNvSpPr>
          <p:nvPr/>
        </p:nvSpPr>
        <p:spPr>
          <a:xfrm>
            <a:off x="5307906" y="3704222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4" name="직사각형 833">
            <a:extLst>
              <a:ext uri="{FF2B5EF4-FFF2-40B4-BE49-F238E27FC236}">
                <a16:creationId xmlns:a16="http://schemas.microsoft.com/office/drawing/2014/main" id="{A9BF952D-024C-124F-B9CA-8211D1E84F10}"/>
              </a:ext>
            </a:extLst>
          </p:cNvPr>
          <p:cNvSpPr>
            <a:spLocks/>
          </p:cNvSpPr>
          <p:nvPr/>
        </p:nvSpPr>
        <p:spPr>
          <a:xfrm>
            <a:off x="1147624" y="370205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store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1B7E820B-4D6A-BF2F-5F52-B58189897CB9}"/>
              </a:ext>
            </a:extLst>
          </p:cNvPr>
          <p:cNvSpPr>
            <a:spLocks/>
          </p:cNvSpPr>
          <p:nvPr/>
        </p:nvSpPr>
        <p:spPr>
          <a:xfrm>
            <a:off x="5307906" y="2808037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city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region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6" name="직사각형 835">
            <a:extLst>
              <a:ext uri="{FF2B5EF4-FFF2-40B4-BE49-F238E27FC236}">
                <a16:creationId xmlns:a16="http://schemas.microsoft.com/office/drawing/2014/main" id="{49B7859C-22DB-0E4B-9991-00DB9A3BA0C1}"/>
              </a:ext>
            </a:extLst>
          </p:cNvPr>
          <p:cNvSpPr>
            <a:spLocks/>
          </p:cNvSpPr>
          <p:nvPr/>
        </p:nvSpPr>
        <p:spPr>
          <a:xfrm>
            <a:off x="6588739" y="5501286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222A6BDC-4694-7BFE-4152-2D847475FAB4}"/>
              </a:ext>
            </a:extLst>
          </p:cNvPr>
          <p:cNvSpPr>
            <a:spLocks/>
          </p:cNvSpPr>
          <p:nvPr/>
        </p:nvSpPr>
        <p:spPr>
          <a:xfrm>
            <a:off x="3867906" y="5496592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80D1BA88-2944-5A7E-881F-DB215A9C5678}"/>
              </a:ext>
            </a:extLst>
          </p:cNvPr>
          <p:cNvSpPr>
            <a:spLocks/>
          </p:cNvSpPr>
          <p:nvPr/>
        </p:nvSpPr>
        <p:spPr>
          <a:xfrm>
            <a:off x="11139142" y="5504242"/>
            <a:ext cx="965772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ko-KR" sz="1000" b="1" dirty="0"/>
              <a:t>maintenance</a:t>
            </a:r>
          </a:p>
          <a:p>
            <a:pPr algn="ctr"/>
            <a:r>
              <a:rPr lang="en" altLang="ko-KR" sz="1000" b="1" dirty="0"/>
              <a:t>ticket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43" name="직선 연결선[R] 842">
            <a:extLst>
              <a:ext uri="{FF2B5EF4-FFF2-40B4-BE49-F238E27FC236}">
                <a16:creationId xmlns:a16="http://schemas.microsoft.com/office/drawing/2014/main" id="{5DD13029-2533-7FF5-5E54-FEDD50579A72}"/>
              </a:ext>
            </a:extLst>
          </p:cNvPr>
          <p:cNvCxnSpPr>
            <a:cxnSpLocks/>
            <a:stCxn id="833" idx="0"/>
            <a:endCxn id="835" idx="2"/>
          </p:cNvCxnSpPr>
          <p:nvPr/>
        </p:nvCxnSpPr>
        <p:spPr>
          <a:xfrm flipV="1">
            <a:off x="5667906" y="3240037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4" name="직선 연결선[R] 843">
            <a:extLst>
              <a:ext uri="{FF2B5EF4-FFF2-40B4-BE49-F238E27FC236}">
                <a16:creationId xmlns:a16="http://schemas.microsoft.com/office/drawing/2014/main" id="{F24F9806-6783-8782-32F7-172DFAFA9F33}"/>
              </a:ext>
            </a:extLst>
          </p:cNvPr>
          <p:cNvCxnSpPr>
            <a:cxnSpLocks/>
            <a:stCxn id="834" idx="3"/>
            <a:endCxn id="833" idx="1"/>
          </p:cNvCxnSpPr>
          <p:nvPr/>
        </p:nvCxnSpPr>
        <p:spPr>
          <a:xfrm>
            <a:off x="1867624" y="3918051"/>
            <a:ext cx="3440282" cy="21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9" name="직선 연결선[R] 848">
            <a:extLst>
              <a:ext uri="{FF2B5EF4-FFF2-40B4-BE49-F238E27FC236}">
                <a16:creationId xmlns:a16="http://schemas.microsoft.com/office/drawing/2014/main" id="{10949C79-4F00-AB39-34CD-4F9FC6B344FD}"/>
              </a:ext>
            </a:extLst>
          </p:cNvPr>
          <p:cNvCxnSpPr>
            <a:cxnSpLocks/>
            <a:stCxn id="794" idx="1"/>
            <a:endCxn id="833" idx="3"/>
          </p:cNvCxnSpPr>
          <p:nvPr/>
        </p:nvCxnSpPr>
        <p:spPr>
          <a:xfrm flipH="1" flipV="1">
            <a:off x="6027906" y="3920222"/>
            <a:ext cx="1840565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2" name="직선 연결선[R] 851">
            <a:extLst>
              <a:ext uri="{FF2B5EF4-FFF2-40B4-BE49-F238E27FC236}">
                <a16:creationId xmlns:a16="http://schemas.microsoft.com/office/drawing/2014/main" id="{3AC1C4D4-EF5D-2C58-4516-376789766279}"/>
              </a:ext>
            </a:extLst>
          </p:cNvPr>
          <p:cNvCxnSpPr>
            <a:cxnSpLocks/>
            <a:stCxn id="836" idx="1"/>
            <a:endCxn id="840" idx="3"/>
          </p:cNvCxnSpPr>
          <p:nvPr/>
        </p:nvCxnSpPr>
        <p:spPr>
          <a:xfrm flipH="1" flipV="1">
            <a:off x="4587906" y="5712592"/>
            <a:ext cx="2000833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5" name="직선 연결선[R] 854">
            <a:extLst>
              <a:ext uri="{FF2B5EF4-FFF2-40B4-BE49-F238E27FC236}">
                <a16:creationId xmlns:a16="http://schemas.microsoft.com/office/drawing/2014/main" id="{A4DA2258-E9ED-79A6-75D1-760547AD5B8E}"/>
              </a:ext>
            </a:extLst>
          </p:cNvPr>
          <p:cNvCxnSpPr>
            <a:cxnSpLocks/>
            <a:stCxn id="795" idx="1"/>
            <a:endCxn id="836" idx="3"/>
          </p:cNvCxnSpPr>
          <p:nvPr/>
        </p:nvCxnSpPr>
        <p:spPr>
          <a:xfrm flipH="1">
            <a:off x="7308739" y="5717286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8" name="직선 연결선[R] 857">
            <a:extLst>
              <a:ext uri="{FF2B5EF4-FFF2-40B4-BE49-F238E27FC236}">
                <a16:creationId xmlns:a16="http://schemas.microsoft.com/office/drawing/2014/main" id="{B8ADB628-758B-6E7E-1AC2-4838629240B5}"/>
              </a:ext>
            </a:extLst>
          </p:cNvPr>
          <p:cNvCxnSpPr>
            <a:cxnSpLocks/>
          </p:cNvCxnSpPr>
          <p:nvPr/>
        </p:nvCxnSpPr>
        <p:spPr>
          <a:xfrm flipH="1">
            <a:off x="8588471" y="5834852"/>
            <a:ext cx="255067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직선 연결선[R] 860">
            <a:extLst>
              <a:ext uri="{FF2B5EF4-FFF2-40B4-BE49-F238E27FC236}">
                <a16:creationId xmlns:a16="http://schemas.microsoft.com/office/drawing/2014/main" id="{22C04842-5DC9-E257-901E-35763CAE8BF0}"/>
              </a:ext>
            </a:extLst>
          </p:cNvPr>
          <p:cNvCxnSpPr>
            <a:cxnSpLocks/>
          </p:cNvCxnSpPr>
          <p:nvPr/>
        </p:nvCxnSpPr>
        <p:spPr>
          <a:xfrm flipH="1">
            <a:off x="7588605" y="3126486"/>
            <a:ext cx="2798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직선 연결선[R] 861">
            <a:extLst>
              <a:ext uri="{FF2B5EF4-FFF2-40B4-BE49-F238E27FC236}">
                <a16:creationId xmlns:a16="http://schemas.microsoft.com/office/drawing/2014/main" id="{8853D255-3A00-F557-8C9C-B15CFD87A983}"/>
              </a:ext>
            </a:extLst>
          </p:cNvPr>
          <p:cNvCxnSpPr>
            <a:cxnSpLocks/>
          </p:cNvCxnSpPr>
          <p:nvPr/>
        </p:nvCxnSpPr>
        <p:spPr>
          <a:xfrm flipH="1" flipV="1">
            <a:off x="7588605" y="3126486"/>
            <a:ext cx="0" cy="24547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6" name="직선 연결선[R] 865">
            <a:extLst>
              <a:ext uri="{FF2B5EF4-FFF2-40B4-BE49-F238E27FC236}">
                <a16:creationId xmlns:a16="http://schemas.microsoft.com/office/drawing/2014/main" id="{086B50B8-BBB5-CDD4-BD9A-2C3AEF0471DB}"/>
              </a:ext>
            </a:extLst>
          </p:cNvPr>
          <p:cNvCxnSpPr>
            <a:cxnSpLocks/>
          </p:cNvCxnSpPr>
          <p:nvPr/>
        </p:nvCxnSpPr>
        <p:spPr>
          <a:xfrm flipH="1">
            <a:off x="7319941" y="5581249"/>
            <a:ext cx="2686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9" name="직선 연결선[R] 868">
            <a:extLst>
              <a:ext uri="{FF2B5EF4-FFF2-40B4-BE49-F238E27FC236}">
                <a16:creationId xmlns:a16="http://schemas.microsoft.com/office/drawing/2014/main" id="{F7591D23-1BE6-80AF-AD36-209C24889A26}"/>
              </a:ext>
            </a:extLst>
          </p:cNvPr>
          <p:cNvCxnSpPr>
            <a:cxnSpLocks/>
          </p:cNvCxnSpPr>
          <p:nvPr/>
        </p:nvCxnSpPr>
        <p:spPr>
          <a:xfrm flipV="1">
            <a:off x="8441831" y="541984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0" name="직선 연결선[R] 869">
            <a:extLst>
              <a:ext uri="{FF2B5EF4-FFF2-40B4-BE49-F238E27FC236}">
                <a16:creationId xmlns:a16="http://schemas.microsoft.com/office/drawing/2014/main" id="{B0F40078-4083-E025-2591-15DCC3B260FA}"/>
              </a:ext>
            </a:extLst>
          </p:cNvPr>
          <p:cNvCxnSpPr>
            <a:cxnSpLocks/>
          </p:cNvCxnSpPr>
          <p:nvPr/>
        </p:nvCxnSpPr>
        <p:spPr>
          <a:xfrm flipV="1">
            <a:off x="8030465" y="53646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1" name="직사각형 870">
            <a:extLst>
              <a:ext uri="{FF2B5EF4-FFF2-40B4-BE49-F238E27FC236}">
                <a16:creationId xmlns:a16="http://schemas.microsoft.com/office/drawing/2014/main" id="{B8F2B0E8-7CF4-E059-6DBD-D147ABD0143C}"/>
              </a:ext>
            </a:extLst>
          </p:cNvPr>
          <p:cNvSpPr>
            <a:spLocks/>
          </p:cNvSpPr>
          <p:nvPr/>
        </p:nvSpPr>
        <p:spPr>
          <a:xfrm>
            <a:off x="11139142" y="4184377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72" name="직사각형 871">
            <a:extLst>
              <a:ext uri="{FF2B5EF4-FFF2-40B4-BE49-F238E27FC236}">
                <a16:creationId xmlns:a16="http://schemas.microsoft.com/office/drawing/2014/main" id="{A8450695-D39C-0785-F676-E8BAAF3CC7A8}"/>
              </a:ext>
            </a:extLst>
          </p:cNvPr>
          <p:cNvSpPr>
            <a:spLocks/>
          </p:cNvSpPr>
          <p:nvPr/>
        </p:nvSpPr>
        <p:spPr>
          <a:xfrm>
            <a:off x="11139142" y="3288192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  <a:r>
              <a: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73" name="직선 연결선[R] 872">
            <a:extLst>
              <a:ext uri="{FF2B5EF4-FFF2-40B4-BE49-F238E27FC236}">
                <a16:creationId xmlns:a16="http://schemas.microsoft.com/office/drawing/2014/main" id="{B46E6A16-FFC1-D9DD-0848-B05D48F44319}"/>
              </a:ext>
            </a:extLst>
          </p:cNvPr>
          <p:cNvCxnSpPr>
            <a:cxnSpLocks/>
            <a:stCxn id="871" idx="0"/>
            <a:endCxn id="872" idx="2"/>
          </p:cNvCxnSpPr>
          <p:nvPr/>
        </p:nvCxnSpPr>
        <p:spPr>
          <a:xfrm flipV="1">
            <a:off x="11499142" y="3720192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직선 연결선[R] 875">
            <a:extLst>
              <a:ext uri="{FF2B5EF4-FFF2-40B4-BE49-F238E27FC236}">
                <a16:creationId xmlns:a16="http://schemas.microsoft.com/office/drawing/2014/main" id="{DD6F3F67-FB1A-5BF4-6847-6EE933F33324}"/>
              </a:ext>
            </a:extLst>
          </p:cNvPr>
          <p:cNvCxnSpPr>
            <a:cxnSpLocks/>
          </p:cNvCxnSpPr>
          <p:nvPr/>
        </p:nvCxnSpPr>
        <p:spPr>
          <a:xfrm flipV="1">
            <a:off x="5856270" y="3450825"/>
            <a:ext cx="0" cy="25339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9" name="직선 연결선[R] 878">
            <a:extLst>
              <a:ext uri="{FF2B5EF4-FFF2-40B4-BE49-F238E27FC236}">
                <a16:creationId xmlns:a16="http://schemas.microsoft.com/office/drawing/2014/main" id="{AF5DCFE8-39BD-2640-0677-12E18E768AC5}"/>
              </a:ext>
            </a:extLst>
          </p:cNvPr>
          <p:cNvCxnSpPr>
            <a:cxnSpLocks/>
          </p:cNvCxnSpPr>
          <p:nvPr/>
        </p:nvCxnSpPr>
        <p:spPr>
          <a:xfrm flipH="1" flipV="1">
            <a:off x="5856270" y="3450825"/>
            <a:ext cx="5282872" cy="232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3" name="직선 연결선[R] 882">
            <a:extLst>
              <a:ext uri="{FF2B5EF4-FFF2-40B4-BE49-F238E27FC236}">
                <a16:creationId xmlns:a16="http://schemas.microsoft.com/office/drawing/2014/main" id="{842A119D-53EF-C2B0-213C-9B0578D428DF}"/>
              </a:ext>
            </a:extLst>
          </p:cNvPr>
          <p:cNvCxnSpPr>
            <a:cxnSpLocks/>
          </p:cNvCxnSpPr>
          <p:nvPr/>
        </p:nvCxnSpPr>
        <p:spPr>
          <a:xfrm flipH="1">
            <a:off x="10579411" y="3927582"/>
            <a:ext cx="70843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6" name="직선 연결선[R] 885">
            <a:extLst>
              <a:ext uri="{FF2B5EF4-FFF2-40B4-BE49-F238E27FC236}">
                <a16:creationId xmlns:a16="http://schemas.microsoft.com/office/drawing/2014/main" id="{38BE9037-7721-B778-C93D-25BE06F0DBEB}"/>
              </a:ext>
            </a:extLst>
          </p:cNvPr>
          <p:cNvCxnSpPr>
            <a:cxnSpLocks/>
          </p:cNvCxnSpPr>
          <p:nvPr/>
        </p:nvCxnSpPr>
        <p:spPr>
          <a:xfrm>
            <a:off x="11300287" y="3726642"/>
            <a:ext cx="0" cy="2009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9" name="직선 연결선[R] 888">
            <a:extLst>
              <a:ext uri="{FF2B5EF4-FFF2-40B4-BE49-F238E27FC236}">
                <a16:creationId xmlns:a16="http://schemas.microsoft.com/office/drawing/2014/main" id="{368810D2-6886-9682-3245-C3F636A0C36E}"/>
              </a:ext>
            </a:extLst>
          </p:cNvPr>
          <p:cNvCxnSpPr>
            <a:cxnSpLocks/>
          </p:cNvCxnSpPr>
          <p:nvPr/>
        </p:nvCxnSpPr>
        <p:spPr>
          <a:xfrm flipV="1">
            <a:off x="8441831" y="3576751"/>
            <a:ext cx="0" cy="1197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1" name="직선 연결선[R] 890">
            <a:extLst>
              <a:ext uri="{FF2B5EF4-FFF2-40B4-BE49-F238E27FC236}">
                <a16:creationId xmlns:a16="http://schemas.microsoft.com/office/drawing/2014/main" id="{786A6B93-D559-8512-9853-F2FB78F00EE8}"/>
              </a:ext>
            </a:extLst>
          </p:cNvPr>
          <p:cNvCxnSpPr>
            <a:cxnSpLocks/>
          </p:cNvCxnSpPr>
          <p:nvPr/>
        </p:nvCxnSpPr>
        <p:spPr>
          <a:xfrm flipH="1">
            <a:off x="8441831" y="3576751"/>
            <a:ext cx="269731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4" name="직사각형 893">
            <a:extLst>
              <a:ext uri="{FF2B5EF4-FFF2-40B4-BE49-F238E27FC236}">
                <a16:creationId xmlns:a16="http://schemas.microsoft.com/office/drawing/2014/main" id="{053C0537-2297-B6D6-0109-3AD7DD27F010}"/>
              </a:ext>
            </a:extLst>
          </p:cNvPr>
          <p:cNvSpPr>
            <a:spLocks/>
          </p:cNvSpPr>
          <p:nvPr/>
        </p:nvSpPr>
        <p:spPr>
          <a:xfrm>
            <a:off x="5307906" y="590533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5" name="직사각형 894">
            <a:extLst>
              <a:ext uri="{FF2B5EF4-FFF2-40B4-BE49-F238E27FC236}">
                <a16:creationId xmlns:a16="http://schemas.microsoft.com/office/drawing/2014/main" id="{2F7FD5FA-0959-F289-56A8-ED9E8C5AABF4}"/>
              </a:ext>
            </a:extLst>
          </p:cNvPr>
          <p:cNvSpPr>
            <a:spLocks/>
          </p:cNvSpPr>
          <p:nvPr/>
        </p:nvSpPr>
        <p:spPr>
          <a:xfrm>
            <a:off x="2507490" y="5903508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 login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history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6" name="직사각형 895">
            <a:extLst>
              <a:ext uri="{FF2B5EF4-FFF2-40B4-BE49-F238E27FC236}">
                <a16:creationId xmlns:a16="http://schemas.microsoft.com/office/drawing/2014/main" id="{2877FF08-E3D0-1CD6-6ECD-F51E7632AE1A}"/>
              </a:ext>
            </a:extLst>
          </p:cNvPr>
          <p:cNvSpPr>
            <a:spLocks/>
          </p:cNvSpPr>
          <p:nvPr/>
        </p:nvSpPr>
        <p:spPr>
          <a:xfrm>
            <a:off x="2323367" y="5365249"/>
            <a:ext cx="904123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7" name="직사각형 896">
            <a:extLst>
              <a:ext uri="{FF2B5EF4-FFF2-40B4-BE49-F238E27FC236}">
                <a16:creationId xmlns:a16="http://schemas.microsoft.com/office/drawing/2014/main" id="{3E5CF0E4-E64D-2638-059F-4A41154010C2}"/>
              </a:ext>
            </a:extLst>
          </p:cNvPr>
          <p:cNvSpPr>
            <a:spLocks/>
          </p:cNvSpPr>
          <p:nvPr/>
        </p:nvSpPr>
        <p:spPr>
          <a:xfrm>
            <a:off x="2507490" y="4826990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block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list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8" name="직사각형 897">
            <a:extLst>
              <a:ext uri="{FF2B5EF4-FFF2-40B4-BE49-F238E27FC236}">
                <a16:creationId xmlns:a16="http://schemas.microsoft.com/office/drawing/2014/main" id="{31513128-EA52-C178-D0E3-2C99D6CBE8FC}"/>
              </a:ext>
            </a:extLst>
          </p:cNvPr>
          <p:cNvSpPr>
            <a:spLocks/>
          </p:cNvSpPr>
          <p:nvPr/>
        </p:nvSpPr>
        <p:spPr>
          <a:xfrm>
            <a:off x="2501223" y="3994735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preference</a:t>
            </a:r>
            <a:endParaRPr lang="ko-KR" altLang="en-US" sz="8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99" name="직선 연결선[R] 898">
            <a:extLst>
              <a:ext uri="{FF2B5EF4-FFF2-40B4-BE49-F238E27FC236}">
                <a16:creationId xmlns:a16="http://schemas.microsoft.com/office/drawing/2014/main" id="{D324F6A6-846C-575C-D2E6-B358A578DAD1}"/>
              </a:ext>
            </a:extLst>
          </p:cNvPr>
          <p:cNvCxnSpPr>
            <a:cxnSpLocks/>
            <a:stCxn id="894" idx="1"/>
          </p:cNvCxnSpPr>
          <p:nvPr/>
        </p:nvCxnSpPr>
        <p:spPr>
          <a:xfrm flipH="1">
            <a:off x="4442780" y="6121330"/>
            <a:ext cx="86512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3" name="직선 연결선[R] 902">
            <a:extLst>
              <a:ext uri="{FF2B5EF4-FFF2-40B4-BE49-F238E27FC236}">
                <a16:creationId xmlns:a16="http://schemas.microsoft.com/office/drawing/2014/main" id="{8D699E9A-5B45-0FEC-A3BB-5D767D3049A9}"/>
              </a:ext>
            </a:extLst>
          </p:cNvPr>
          <p:cNvCxnSpPr>
            <a:cxnSpLocks/>
          </p:cNvCxnSpPr>
          <p:nvPr/>
        </p:nvCxnSpPr>
        <p:spPr>
          <a:xfrm flipV="1">
            <a:off x="4442780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6" name="직선 연결선[R] 905">
            <a:extLst>
              <a:ext uri="{FF2B5EF4-FFF2-40B4-BE49-F238E27FC236}">
                <a16:creationId xmlns:a16="http://schemas.microsoft.com/office/drawing/2014/main" id="{15F580C0-89A3-8D3D-C773-693B10F5E25F}"/>
              </a:ext>
            </a:extLst>
          </p:cNvPr>
          <p:cNvCxnSpPr>
            <a:cxnSpLocks/>
          </p:cNvCxnSpPr>
          <p:nvPr/>
        </p:nvCxnSpPr>
        <p:spPr>
          <a:xfrm flipH="1">
            <a:off x="3227490" y="6127546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" name="직선 연결선[R] 906">
            <a:extLst>
              <a:ext uri="{FF2B5EF4-FFF2-40B4-BE49-F238E27FC236}">
                <a16:creationId xmlns:a16="http://schemas.microsoft.com/office/drawing/2014/main" id="{24E5A38B-B83C-B19D-9140-996EC182460E}"/>
              </a:ext>
            </a:extLst>
          </p:cNvPr>
          <p:cNvCxnSpPr>
            <a:cxnSpLocks/>
          </p:cNvCxnSpPr>
          <p:nvPr/>
        </p:nvCxnSpPr>
        <p:spPr>
          <a:xfrm flipV="1">
            <a:off x="4010066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9" name="직선 연결선[R] 908">
            <a:extLst>
              <a:ext uri="{FF2B5EF4-FFF2-40B4-BE49-F238E27FC236}">
                <a16:creationId xmlns:a16="http://schemas.microsoft.com/office/drawing/2014/main" id="{A9005A2F-5C97-C5A9-4821-DFB899EC1CB6}"/>
              </a:ext>
            </a:extLst>
          </p:cNvPr>
          <p:cNvCxnSpPr>
            <a:cxnSpLocks/>
          </p:cNvCxnSpPr>
          <p:nvPr/>
        </p:nvCxnSpPr>
        <p:spPr>
          <a:xfrm flipH="1" flipV="1">
            <a:off x="3227490" y="5712592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직선 연결선[R] 910">
            <a:extLst>
              <a:ext uri="{FF2B5EF4-FFF2-40B4-BE49-F238E27FC236}">
                <a16:creationId xmlns:a16="http://schemas.microsoft.com/office/drawing/2014/main" id="{71B61C96-2666-166A-C37C-C0F474B22D77}"/>
              </a:ext>
            </a:extLst>
          </p:cNvPr>
          <p:cNvCxnSpPr>
            <a:cxnSpLocks/>
          </p:cNvCxnSpPr>
          <p:nvPr/>
        </p:nvCxnSpPr>
        <p:spPr>
          <a:xfrm flipH="1">
            <a:off x="3227490" y="5126535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2" name="직선 연결선[R] 911">
            <a:extLst>
              <a:ext uri="{FF2B5EF4-FFF2-40B4-BE49-F238E27FC236}">
                <a16:creationId xmlns:a16="http://schemas.microsoft.com/office/drawing/2014/main" id="{69721211-0F99-FF5B-6061-40D184AC7053}"/>
              </a:ext>
            </a:extLst>
          </p:cNvPr>
          <p:cNvCxnSpPr>
            <a:cxnSpLocks/>
          </p:cNvCxnSpPr>
          <p:nvPr/>
        </p:nvCxnSpPr>
        <p:spPr>
          <a:xfrm flipV="1">
            <a:off x="3547698" y="5126535"/>
            <a:ext cx="0" cy="4547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9" name="직선 연결선[R] 918">
            <a:extLst>
              <a:ext uri="{FF2B5EF4-FFF2-40B4-BE49-F238E27FC236}">
                <a16:creationId xmlns:a16="http://schemas.microsoft.com/office/drawing/2014/main" id="{0B43EDDA-9E33-A487-A91D-9F1E7E3B44C7}"/>
              </a:ext>
            </a:extLst>
          </p:cNvPr>
          <p:cNvCxnSpPr>
            <a:cxnSpLocks/>
          </p:cNvCxnSpPr>
          <p:nvPr/>
        </p:nvCxnSpPr>
        <p:spPr>
          <a:xfrm flipH="1">
            <a:off x="3547698" y="5581484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1" name="직선 연결선[R] 920">
            <a:extLst>
              <a:ext uri="{FF2B5EF4-FFF2-40B4-BE49-F238E27FC236}">
                <a16:creationId xmlns:a16="http://schemas.microsoft.com/office/drawing/2014/main" id="{CF588A8B-766D-00C0-F74C-4A1EC1C89472}"/>
              </a:ext>
            </a:extLst>
          </p:cNvPr>
          <p:cNvCxnSpPr>
            <a:cxnSpLocks/>
            <a:endCxn id="898" idx="3"/>
          </p:cNvCxnSpPr>
          <p:nvPr/>
        </p:nvCxnSpPr>
        <p:spPr>
          <a:xfrm flipH="1">
            <a:off x="3221223" y="4210735"/>
            <a:ext cx="92018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4" name="직선 연결선[R] 923">
            <a:extLst>
              <a:ext uri="{FF2B5EF4-FFF2-40B4-BE49-F238E27FC236}">
                <a16:creationId xmlns:a16="http://schemas.microsoft.com/office/drawing/2014/main" id="{85FBCB82-FE23-7EE4-BB4B-3A7B60896F58}"/>
              </a:ext>
            </a:extLst>
          </p:cNvPr>
          <p:cNvCxnSpPr>
            <a:cxnSpLocks/>
          </p:cNvCxnSpPr>
          <p:nvPr/>
        </p:nvCxnSpPr>
        <p:spPr>
          <a:xfrm flipH="1" flipV="1">
            <a:off x="4141406" y="4202008"/>
            <a:ext cx="6267" cy="12940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8" name="직사각형 927">
            <a:extLst>
              <a:ext uri="{FF2B5EF4-FFF2-40B4-BE49-F238E27FC236}">
                <a16:creationId xmlns:a16="http://schemas.microsoft.com/office/drawing/2014/main" id="{8F333E61-7484-7942-EEE0-640EDC4D0BF9}"/>
              </a:ext>
            </a:extLst>
          </p:cNvPr>
          <p:cNvSpPr>
            <a:spLocks/>
          </p:cNvSpPr>
          <p:nvPr/>
        </p:nvSpPr>
        <p:spPr>
          <a:xfrm>
            <a:off x="3867906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29" name="직선 연결선[R] 928">
            <a:extLst>
              <a:ext uri="{FF2B5EF4-FFF2-40B4-BE49-F238E27FC236}">
                <a16:creationId xmlns:a16="http://schemas.microsoft.com/office/drawing/2014/main" id="{0925833D-E1F2-8CDB-F34A-DE1BF9B858C0}"/>
              </a:ext>
            </a:extLst>
          </p:cNvPr>
          <p:cNvCxnSpPr>
            <a:cxnSpLocks/>
          </p:cNvCxnSpPr>
          <p:nvPr/>
        </p:nvCxnSpPr>
        <p:spPr>
          <a:xfrm flipV="1">
            <a:off x="4314306" y="2772480"/>
            <a:ext cx="0" cy="27231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2" name="직사각형 931">
            <a:extLst>
              <a:ext uri="{FF2B5EF4-FFF2-40B4-BE49-F238E27FC236}">
                <a16:creationId xmlns:a16="http://schemas.microsoft.com/office/drawing/2014/main" id="{9D364611-FA71-4406-0A7F-DBB56D6B1DB8}"/>
              </a:ext>
            </a:extLst>
          </p:cNvPr>
          <p:cNvSpPr>
            <a:spLocks/>
          </p:cNvSpPr>
          <p:nvPr/>
        </p:nvSpPr>
        <p:spPr>
          <a:xfrm>
            <a:off x="2507490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3" name="직사각형 932">
            <a:extLst>
              <a:ext uri="{FF2B5EF4-FFF2-40B4-BE49-F238E27FC236}">
                <a16:creationId xmlns:a16="http://schemas.microsoft.com/office/drawing/2014/main" id="{BE2A6568-50B1-F526-6CDD-8801A71C4A7C}"/>
              </a:ext>
            </a:extLst>
          </p:cNvPr>
          <p:cNvSpPr>
            <a:spLocks/>
          </p:cNvSpPr>
          <p:nvPr/>
        </p:nvSpPr>
        <p:spPr>
          <a:xfrm>
            <a:off x="2495572" y="3258117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4" name="직사각형 933">
            <a:extLst>
              <a:ext uri="{FF2B5EF4-FFF2-40B4-BE49-F238E27FC236}">
                <a16:creationId xmlns:a16="http://schemas.microsoft.com/office/drawing/2014/main" id="{AC05E069-C5DD-8890-BCB5-79AA33EC7F36}"/>
              </a:ext>
            </a:extLst>
          </p:cNvPr>
          <p:cNvSpPr>
            <a:spLocks/>
          </p:cNvSpPr>
          <p:nvPr/>
        </p:nvSpPr>
        <p:spPr>
          <a:xfrm>
            <a:off x="3867906" y="6336791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role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35" name="직선 연결선[R] 934">
            <a:extLst>
              <a:ext uri="{FF2B5EF4-FFF2-40B4-BE49-F238E27FC236}">
                <a16:creationId xmlns:a16="http://schemas.microsoft.com/office/drawing/2014/main" id="{DDFB992A-FA1A-1FE4-4455-4504D773F0AB}"/>
              </a:ext>
            </a:extLst>
          </p:cNvPr>
          <p:cNvCxnSpPr>
            <a:cxnSpLocks/>
            <a:stCxn id="934" idx="0"/>
            <a:endCxn id="840" idx="2"/>
          </p:cNvCxnSpPr>
          <p:nvPr/>
        </p:nvCxnSpPr>
        <p:spPr>
          <a:xfrm flipV="1">
            <a:off x="4227906" y="5928592"/>
            <a:ext cx="0" cy="4081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8" name="직선 연결선[R] 937">
            <a:extLst>
              <a:ext uri="{FF2B5EF4-FFF2-40B4-BE49-F238E27FC236}">
                <a16:creationId xmlns:a16="http://schemas.microsoft.com/office/drawing/2014/main" id="{31B779D1-2233-A022-9C45-ED154773F7FA}"/>
              </a:ext>
            </a:extLst>
          </p:cNvPr>
          <p:cNvCxnSpPr>
            <a:cxnSpLocks/>
          </p:cNvCxnSpPr>
          <p:nvPr/>
        </p:nvCxnSpPr>
        <p:spPr>
          <a:xfrm flipV="1">
            <a:off x="2873427" y="279016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9" name="직사각형 938">
            <a:extLst>
              <a:ext uri="{FF2B5EF4-FFF2-40B4-BE49-F238E27FC236}">
                <a16:creationId xmlns:a16="http://schemas.microsoft.com/office/drawing/2014/main" id="{9FA1EC37-B213-C61C-C526-4DAEE11E7C4A}"/>
              </a:ext>
            </a:extLst>
          </p:cNvPr>
          <p:cNvSpPr>
            <a:spLocks/>
          </p:cNvSpPr>
          <p:nvPr/>
        </p:nvSpPr>
        <p:spPr>
          <a:xfrm>
            <a:off x="6588188" y="460864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0" name="직사각형 939">
            <a:extLst>
              <a:ext uri="{FF2B5EF4-FFF2-40B4-BE49-F238E27FC236}">
                <a16:creationId xmlns:a16="http://schemas.microsoft.com/office/drawing/2014/main" id="{41422D49-1744-793D-A8E3-013116BBEAA4}"/>
              </a:ext>
            </a:extLst>
          </p:cNvPr>
          <p:cNvSpPr>
            <a:spLocks/>
          </p:cNvSpPr>
          <p:nvPr/>
        </p:nvSpPr>
        <p:spPr>
          <a:xfrm>
            <a:off x="2507490" y="1797431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1" name="직사각형 940">
            <a:extLst>
              <a:ext uri="{FF2B5EF4-FFF2-40B4-BE49-F238E27FC236}">
                <a16:creationId xmlns:a16="http://schemas.microsoft.com/office/drawing/2014/main" id="{CFFB0878-C6BF-D334-BB07-7D7C9F2F6531}"/>
              </a:ext>
            </a:extLst>
          </p:cNvPr>
          <p:cNvSpPr>
            <a:spLocks/>
          </p:cNvSpPr>
          <p:nvPr/>
        </p:nvSpPr>
        <p:spPr>
          <a:xfrm>
            <a:off x="1147624" y="179743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2" name="직사각형 941">
            <a:extLst>
              <a:ext uri="{FF2B5EF4-FFF2-40B4-BE49-F238E27FC236}">
                <a16:creationId xmlns:a16="http://schemas.microsoft.com/office/drawing/2014/main" id="{FA012419-CBCE-45A9-C9A1-E0E9138125C7}"/>
              </a:ext>
            </a:extLst>
          </p:cNvPr>
          <p:cNvSpPr>
            <a:spLocks/>
          </p:cNvSpPr>
          <p:nvPr/>
        </p:nvSpPr>
        <p:spPr>
          <a:xfrm>
            <a:off x="2513427" y="38571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3" name="직사각형 942">
            <a:extLst>
              <a:ext uri="{FF2B5EF4-FFF2-40B4-BE49-F238E27FC236}">
                <a16:creationId xmlns:a16="http://schemas.microsoft.com/office/drawing/2014/main" id="{7AE2A8CC-D27A-FDDA-41A9-AD0942A249C8}"/>
              </a:ext>
            </a:extLst>
          </p:cNvPr>
          <p:cNvSpPr>
            <a:spLocks/>
          </p:cNvSpPr>
          <p:nvPr/>
        </p:nvSpPr>
        <p:spPr>
          <a:xfrm>
            <a:off x="4363194" y="1009717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ticket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4" name="직사각형 943">
            <a:extLst>
              <a:ext uri="{FF2B5EF4-FFF2-40B4-BE49-F238E27FC236}">
                <a16:creationId xmlns:a16="http://schemas.microsoft.com/office/drawing/2014/main" id="{8E9451C7-AACA-8274-941D-6879297BB2FF}"/>
              </a:ext>
            </a:extLst>
          </p:cNvPr>
          <p:cNvSpPr>
            <a:spLocks/>
          </p:cNvSpPr>
          <p:nvPr/>
        </p:nvSpPr>
        <p:spPr>
          <a:xfrm>
            <a:off x="4155343" y="105669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5" name="직사각형 944">
            <a:extLst>
              <a:ext uri="{FF2B5EF4-FFF2-40B4-BE49-F238E27FC236}">
                <a16:creationId xmlns:a16="http://schemas.microsoft.com/office/drawing/2014/main" id="{6498D90E-F286-446B-7719-B860C799BF8F}"/>
              </a:ext>
            </a:extLst>
          </p:cNvPr>
          <p:cNvSpPr>
            <a:spLocks/>
          </p:cNvSpPr>
          <p:nvPr/>
        </p:nvSpPr>
        <p:spPr>
          <a:xfrm>
            <a:off x="5307906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6" name="직사각형 945">
            <a:extLst>
              <a:ext uri="{FF2B5EF4-FFF2-40B4-BE49-F238E27FC236}">
                <a16:creationId xmlns:a16="http://schemas.microsoft.com/office/drawing/2014/main" id="{74301251-5A85-1DF3-C9F9-246EDD873D08}"/>
              </a:ext>
            </a:extLst>
          </p:cNvPr>
          <p:cNvSpPr>
            <a:spLocks/>
          </p:cNvSpPr>
          <p:nvPr/>
        </p:nvSpPr>
        <p:spPr>
          <a:xfrm>
            <a:off x="5273859" y="1015667"/>
            <a:ext cx="788093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47" name="직선 연결선[R] 946">
            <a:extLst>
              <a:ext uri="{FF2B5EF4-FFF2-40B4-BE49-F238E27FC236}">
                <a16:creationId xmlns:a16="http://schemas.microsoft.com/office/drawing/2014/main" id="{B8A2C4B2-5E55-9170-697B-BF2249E38B7E}"/>
              </a:ext>
            </a:extLst>
          </p:cNvPr>
          <p:cNvCxnSpPr>
            <a:cxnSpLocks/>
            <a:endCxn id="928" idx="3"/>
          </p:cNvCxnSpPr>
          <p:nvPr/>
        </p:nvCxnSpPr>
        <p:spPr>
          <a:xfrm flipH="1" flipV="1">
            <a:off x="4587906" y="2557450"/>
            <a:ext cx="3442559" cy="5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1" name="직선 연결선[R] 950">
            <a:extLst>
              <a:ext uri="{FF2B5EF4-FFF2-40B4-BE49-F238E27FC236}">
                <a16:creationId xmlns:a16="http://schemas.microsoft.com/office/drawing/2014/main" id="{2A08322D-E652-F180-35CB-72E4928F436E}"/>
              </a:ext>
            </a:extLst>
          </p:cNvPr>
          <p:cNvCxnSpPr>
            <a:cxnSpLocks/>
          </p:cNvCxnSpPr>
          <p:nvPr/>
        </p:nvCxnSpPr>
        <p:spPr>
          <a:xfrm flipV="1">
            <a:off x="8030465" y="2557450"/>
            <a:ext cx="0" cy="2617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4" name="직선 연결선[R] 953">
            <a:extLst>
              <a:ext uri="{FF2B5EF4-FFF2-40B4-BE49-F238E27FC236}">
                <a16:creationId xmlns:a16="http://schemas.microsoft.com/office/drawing/2014/main" id="{FFD1DD3F-E434-3FC6-BF14-2146ECBE364C}"/>
              </a:ext>
            </a:extLst>
          </p:cNvPr>
          <p:cNvCxnSpPr>
            <a:cxnSpLocks/>
          </p:cNvCxnSpPr>
          <p:nvPr/>
        </p:nvCxnSpPr>
        <p:spPr>
          <a:xfrm flipV="1">
            <a:off x="4491484" y="2775573"/>
            <a:ext cx="1514" cy="159553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7" name="직선 연결선[R] 956">
            <a:extLst>
              <a:ext uri="{FF2B5EF4-FFF2-40B4-BE49-F238E27FC236}">
                <a16:creationId xmlns:a16="http://schemas.microsoft.com/office/drawing/2014/main" id="{634B7848-39D4-F074-071C-9B47E02A360A}"/>
              </a:ext>
            </a:extLst>
          </p:cNvPr>
          <p:cNvCxnSpPr>
            <a:cxnSpLocks/>
          </p:cNvCxnSpPr>
          <p:nvPr/>
        </p:nvCxnSpPr>
        <p:spPr>
          <a:xfrm flipH="1" flipV="1">
            <a:off x="4500263" y="4374782"/>
            <a:ext cx="2236051" cy="1794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0" name="직선 연결선[R] 959">
            <a:extLst>
              <a:ext uri="{FF2B5EF4-FFF2-40B4-BE49-F238E27FC236}">
                <a16:creationId xmlns:a16="http://schemas.microsoft.com/office/drawing/2014/main" id="{5F89F5BD-5D67-DC91-33C4-71892AC96C12}"/>
              </a:ext>
            </a:extLst>
          </p:cNvPr>
          <p:cNvCxnSpPr>
            <a:cxnSpLocks/>
          </p:cNvCxnSpPr>
          <p:nvPr/>
        </p:nvCxnSpPr>
        <p:spPr>
          <a:xfrm flipV="1">
            <a:off x="6737138" y="4392727"/>
            <a:ext cx="0" cy="215922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2" name="직선 연결선[R] 961">
            <a:extLst>
              <a:ext uri="{FF2B5EF4-FFF2-40B4-BE49-F238E27FC236}">
                <a16:creationId xmlns:a16="http://schemas.microsoft.com/office/drawing/2014/main" id="{50C48E37-BEC5-89DD-A33B-BE9594F0B6EF}"/>
              </a:ext>
            </a:extLst>
          </p:cNvPr>
          <p:cNvCxnSpPr>
            <a:cxnSpLocks/>
          </p:cNvCxnSpPr>
          <p:nvPr/>
        </p:nvCxnSpPr>
        <p:spPr>
          <a:xfrm flipV="1">
            <a:off x="7116130" y="3588175"/>
            <a:ext cx="0" cy="10204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5" name="직선 연결선[R] 964">
            <a:extLst>
              <a:ext uri="{FF2B5EF4-FFF2-40B4-BE49-F238E27FC236}">
                <a16:creationId xmlns:a16="http://schemas.microsoft.com/office/drawing/2014/main" id="{A6284385-783C-5D73-90C7-8FEC0DBBBDF2}"/>
              </a:ext>
            </a:extLst>
          </p:cNvPr>
          <p:cNvCxnSpPr>
            <a:cxnSpLocks/>
          </p:cNvCxnSpPr>
          <p:nvPr/>
        </p:nvCxnSpPr>
        <p:spPr>
          <a:xfrm flipH="1">
            <a:off x="7116130" y="3588175"/>
            <a:ext cx="91433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" name="직선 연결선[R] 967">
            <a:extLst>
              <a:ext uri="{FF2B5EF4-FFF2-40B4-BE49-F238E27FC236}">
                <a16:creationId xmlns:a16="http://schemas.microsoft.com/office/drawing/2014/main" id="{BBD9773E-4A45-FB13-40EE-7572F2C1A172}"/>
              </a:ext>
            </a:extLst>
          </p:cNvPr>
          <p:cNvCxnSpPr>
            <a:cxnSpLocks/>
          </p:cNvCxnSpPr>
          <p:nvPr/>
        </p:nvCxnSpPr>
        <p:spPr>
          <a:xfrm flipV="1">
            <a:off x="8030465" y="3257900"/>
            <a:ext cx="0" cy="3302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2" name="직선 연결선[R] 971">
            <a:extLst>
              <a:ext uri="{FF2B5EF4-FFF2-40B4-BE49-F238E27FC236}">
                <a16:creationId xmlns:a16="http://schemas.microsoft.com/office/drawing/2014/main" id="{9DC55FB3-04A1-B762-E9A0-873067D69560}"/>
              </a:ext>
            </a:extLst>
          </p:cNvPr>
          <p:cNvCxnSpPr>
            <a:cxnSpLocks/>
            <a:endCxn id="939" idx="2"/>
          </p:cNvCxnSpPr>
          <p:nvPr/>
        </p:nvCxnSpPr>
        <p:spPr>
          <a:xfrm flipV="1">
            <a:off x="6948188" y="5040649"/>
            <a:ext cx="0" cy="21834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5" name="직선 연결선[R] 974">
            <a:extLst>
              <a:ext uri="{FF2B5EF4-FFF2-40B4-BE49-F238E27FC236}">
                <a16:creationId xmlns:a16="http://schemas.microsoft.com/office/drawing/2014/main" id="{DFBAD8AB-4924-7297-C401-F554C8C988CD}"/>
              </a:ext>
            </a:extLst>
          </p:cNvPr>
          <p:cNvCxnSpPr>
            <a:cxnSpLocks/>
          </p:cNvCxnSpPr>
          <p:nvPr/>
        </p:nvCxnSpPr>
        <p:spPr>
          <a:xfrm flipH="1" flipV="1">
            <a:off x="6948188" y="5258990"/>
            <a:ext cx="1082277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8" name="직선 연결선[R] 977">
            <a:extLst>
              <a:ext uri="{FF2B5EF4-FFF2-40B4-BE49-F238E27FC236}">
                <a16:creationId xmlns:a16="http://schemas.microsoft.com/office/drawing/2014/main" id="{8AED3660-A432-EB33-2C2B-6793F2125B2C}"/>
              </a:ext>
            </a:extLst>
          </p:cNvPr>
          <p:cNvCxnSpPr>
            <a:cxnSpLocks/>
          </p:cNvCxnSpPr>
          <p:nvPr/>
        </p:nvCxnSpPr>
        <p:spPr>
          <a:xfrm flipV="1">
            <a:off x="8030465" y="5262725"/>
            <a:ext cx="0" cy="233867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직선 연결선[R] 981">
            <a:extLst>
              <a:ext uri="{FF2B5EF4-FFF2-40B4-BE49-F238E27FC236}">
                <a16:creationId xmlns:a16="http://schemas.microsoft.com/office/drawing/2014/main" id="{7F0447B5-1750-BE30-8A45-A329092D8B49}"/>
              </a:ext>
            </a:extLst>
          </p:cNvPr>
          <p:cNvCxnSpPr>
            <a:cxnSpLocks/>
            <a:stCxn id="928" idx="1"/>
            <a:endCxn id="932" idx="3"/>
          </p:cNvCxnSpPr>
          <p:nvPr/>
        </p:nvCxnSpPr>
        <p:spPr>
          <a:xfrm flipH="1">
            <a:off x="3227490" y="2557450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5" name="직선 연결선[R] 984">
            <a:extLst>
              <a:ext uri="{FF2B5EF4-FFF2-40B4-BE49-F238E27FC236}">
                <a16:creationId xmlns:a16="http://schemas.microsoft.com/office/drawing/2014/main" id="{434B97FF-015A-27E6-C066-9BAA9F1FA2D4}"/>
              </a:ext>
            </a:extLst>
          </p:cNvPr>
          <p:cNvCxnSpPr>
            <a:cxnSpLocks/>
          </p:cNvCxnSpPr>
          <p:nvPr/>
        </p:nvCxnSpPr>
        <p:spPr>
          <a:xfrm flipH="1">
            <a:off x="1867624" y="2002286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6" name="직선 연결선[R] 985">
            <a:extLst>
              <a:ext uri="{FF2B5EF4-FFF2-40B4-BE49-F238E27FC236}">
                <a16:creationId xmlns:a16="http://schemas.microsoft.com/office/drawing/2014/main" id="{02428F34-D89E-BC53-5237-6B37EF953814}"/>
              </a:ext>
            </a:extLst>
          </p:cNvPr>
          <p:cNvCxnSpPr>
            <a:cxnSpLocks/>
          </p:cNvCxnSpPr>
          <p:nvPr/>
        </p:nvCxnSpPr>
        <p:spPr>
          <a:xfrm flipV="1">
            <a:off x="4141406" y="593452"/>
            <a:ext cx="0" cy="17479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9" name="직선 연결선[R] 988">
            <a:extLst>
              <a:ext uri="{FF2B5EF4-FFF2-40B4-BE49-F238E27FC236}">
                <a16:creationId xmlns:a16="http://schemas.microsoft.com/office/drawing/2014/main" id="{08A96086-A5C2-8303-2404-401D6B90FFDC}"/>
              </a:ext>
            </a:extLst>
          </p:cNvPr>
          <p:cNvCxnSpPr>
            <a:cxnSpLocks/>
            <a:endCxn id="942" idx="3"/>
          </p:cNvCxnSpPr>
          <p:nvPr/>
        </p:nvCxnSpPr>
        <p:spPr>
          <a:xfrm flipH="1">
            <a:off x="3233427" y="601719"/>
            <a:ext cx="9079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2" name="직선 연결선[R] 991">
            <a:extLst>
              <a:ext uri="{FF2B5EF4-FFF2-40B4-BE49-F238E27FC236}">
                <a16:creationId xmlns:a16="http://schemas.microsoft.com/office/drawing/2014/main" id="{C6DB0697-491F-5053-3F4C-DF230ACD1A5C}"/>
              </a:ext>
            </a:extLst>
          </p:cNvPr>
          <p:cNvCxnSpPr>
            <a:cxnSpLocks/>
            <a:stCxn id="940" idx="0"/>
            <a:endCxn id="942" idx="2"/>
          </p:cNvCxnSpPr>
          <p:nvPr/>
        </p:nvCxnSpPr>
        <p:spPr>
          <a:xfrm flipV="1">
            <a:off x="2867490" y="817719"/>
            <a:ext cx="5937" cy="9797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9" name="직선 연결선[R] 998">
            <a:extLst>
              <a:ext uri="{FF2B5EF4-FFF2-40B4-BE49-F238E27FC236}">
                <a16:creationId xmlns:a16="http://schemas.microsoft.com/office/drawing/2014/main" id="{A51B3BE1-8E03-3C37-DF08-ACC19DC7141C}"/>
              </a:ext>
            </a:extLst>
          </p:cNvPr>
          <p:cNvCxnSpPr>
            <a:cxnSpLocks/>
          </p:cNvCxnSpPr>
          <p:nvPr/>
        </p:nvCxnSpPr>
        <p:spPr>
          <a:xfrm flipV="1">
            <a:off x="4309430" y="536461"/>
            <a:ext cx="0" cy="18049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1" name="직선 연결선[R] 1000">
            <a:extLst>
              <a:ext uri="{FF2B5EF4-FFF2-40B4-BE49-F238E27FC236}">
                <a16:creationId xmlns:a16="http://schemas.microsoft.com/office/drawing/2014/main" id="{7361250D-4D5C-913C-A235-A3B451EB5AF6}"/>
              </a:ext>
            </a:extLst>
          </p:cNvPr>
          <p:cNvCxnSpPr>
            <a:cxnSpLocks/>
          </p:cNvCxnSpPr>
          <p:nvPr/>
        </p:nvCxnSpPr>
        <p:spPr>
          <a:xfrm flipV="1">
            <a:off x="4468180" y="1441717"/>
            <a:ext cx="0" cy="8996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4" name="직선 연결선[R] 1003">
            <a:extLst>
              <a:ext uri="{FF2B5EF4-FFF2-40B4-BE49-F238E27FC236}">
                <a16:creationId xmlns:a16="http://schemas.microsoft.com/office/drawing/2014/main" id="{70FB4844-B1A5-0464-1994-6891311DC2AF}"/>
              </a:ext>
            </a:extLst>
          </p:cNvPr>
          <p:cNvCxnSpPr>
            <a:cxnSpLocks/>
            <a:stCxn id="945" idx="1"/>
            <a:endCxn id="944" idx="3"/>
          </p:cNvCxnSpPr>
          <p:nvPr/>
        </p:nvCxnSpPr>
        <p:spPr>
          <a:xfrm flipH="1">
            <a:off x="4875343" y="320461"/>
            <a:ext cx="432563" cy="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7" name="직선 연결선[R] 1006">
            <a:extLst>
              <a:ext uri="{FF2B5EF4-FFF2-40B4-BE49-F238E27FC236}">
                <a16:creationId xmlns:a16="http://schemas.microsoft.com/office/drawing/2014/main" id="{E394BD60-1FDB-156B-AEB4-C2073496DD1F}"/>
              </a:ext>
            </a:extLst>
          </p:cNvPr>
          <p:cNvCxnSpPr>
            <a:cxnSpLocks/>
            <a:stCxn id="945" idx="2"/>
            <a:endCxn id="946" idx="0"/>
          </p:cNvCxnSpPr>
          <p:nvPr/>
        </p:nvCxnSpPr>
        <p:spPr>
          <a:xfrm>
            <a:off x="5667906" y="536461"/>
            <a:ext cx="0" cy="47920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8" name="직사각형 1017">
            <a:extLst>
              <a:ext uri="{FF2B5EF4-FFF2-40B4-BE49-F238E27FC236}">
                <a16:creationId xmlns:a16="http://schemas.microsoft.com/office/drawing/2014/main" id="{12B51062-4229-8CC9-2F90-BDFBBB505F67}"/>
              </a:ext>
            </a:extLst>
          </p:cNvPr>
          <p:cNvSpPr>
            <a:spLocks/>
          </p:cNvSpPr>
          <p:nvPr/>
        </p:nvSpPr>
        <p:spPr>
          <a:xfrm>
            <a:off x="1147624" y="458737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1" name="직사각형 1020">
            <a:extLst>
              <a:ext uri="{FF2B5EF4-FFF2-40B4-BE49-F238E27FC236}">
                <a16:creationId xmlns:a16="http://schemas.microsoft.com/office/drawing/2014/main" id="{2F5F920D-9B51-120F-0458-FC2EAEADD89D}"/>
              </a:ext>
            </a:extLst>
          </p:cNvPr>
          <p:cNvSpPr>
            <a:spLocks/>
          </p:cNvSpPr>
          <p:nvPr/>
        </p:nvSpPr>
        <p:spPr>
          <a:xfrm>
            <a:off x="1147074" y="549659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item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2" name="직사각형 1021">
            <a:extLst>
              <a:ext uri="{FF2B5EF4-FFF2-40B4-BE49-F238E27FC236}">
                <a16:creationId xmlns:a16="http://schemas.microsoft.com/office/drawing/2014/main" id="{2DFD1AF5-2FFB-51C4-720C-E1792D02A34C}"/>
              </a:ext>
            </a:extLst>
          </p:cNvPr>
          <p:cNvSpPr>
            <a:spLocks/>
          </p:cNvSpPr>
          <p:nvPr/>
        </p:nvSpPr>
        <p:spPr>
          <a:xfrm>
            <a:off x="1147624" y="627919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menu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3" name="직사각형 1022">
            <a:extLst>
              <a:ext uri="{FF2B5EF4-FFF2-40B4-BE49-F238E27FC236}">
                <a16:creationId xmlns:a16="http://schemas.microsoft.com/office/drawing/2014/main" id="{AFCBF67F-D7A3-4F1D-B8B8-1AD8569C5718}"/>
              </a:ext>
            </a:extLst>
          </p:cNvPr>
          <p:cNvSpPr>
            <a:spLocks/>
          </p:cNvSpPr>
          <p:nvPr/>
        </p:nvSpPr>
        <p:spPr>
          <a:xfrm>
            <a:off x="5745306" y="4600407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4" name="직사각형 1023">
            <a:extLst>
              <a:ext uri="{FF2B5EF4-FFF2-40B4-BE49-F238E27FC236}">
                <a16:creationId xmlns:a16="http://schemas.microsoft.com/office/drawing/2014/main" id="{0E18A04D-2213-4476-E8D2-69631E331AAB}"/>
              </a:ext>
            </a:extLst>
          </p:cNvPr>
          <p:cNvSpPr>
            <a:spLocks/>
          </p:cNvSpPr>
          <p:nvPr/>
        </p:nvSpPr>
        <p:spPr>
          <a:xfrm>
            <a:off x="5001156" y="5172592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like</a:t>
            </a:r>
          </a:p>
        </p:txBody>
      </p:sp>
      <p:sp>
        <p:nvSpPr>
          <p:cNvPr id="1025" name="직사각형 1024">
            <a:extLst>
              <a:ext uri="{FF2B5EF4-FFF2-40B4-BE49-F238E27FC236}">
                <a16:creationId xmlns:a16="http://schemas.microsoft.com/office/drawing/2014/main" id="{E271CF8A-4BB5-DB4F-524C-1FC992567D5D}"/>
              </a:ext>
            </a:extLst>
          </p:cNvPr>
          <p:cNvSpPr>
            <a:spLocks/>
          </p:cNvSpPr>
          <p:nvPr/>
        </p:nvSpPr>
        <p:spPr>
          <a:xfrm>
            <a:off x="4647980" y="1909450"/>
            <a:ext cx="1099677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recommendation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6" name="직사각형 1025">
            <a:extLst>
              <a:ext uri="{FF2B5EF4-FFF2-40B4-BE49-F238E27FC236}">
                <a16:creationId xmlns:a16="http://schemas.microsoft.com/office/drawing/2014/main" id="{98AB4F14-6B9F-3ACD-75EC-13407E43FC86}"/>
              </a:ext>
            </a:extLst>
          </p:cNvPr>
          <p:cNvSpPr>
            <a:spLocks/>
          </p:cNvSpPr>
          <p:nvPr/>
        </p:nvSpPr>
        <p:spPr>
          <a:xfrm>
            <a:off x="11139142" y="2234019"/>
            <a:ext cx="720000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audit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log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027" name="직선 연결선[R] 1026">
            <a:extLst>
              <a:ext uri="{FF2B5EF4-FFF2-40B4-BE49-F238E27FC236}">
                <a16:creationId xmlns:a16="http://schemas.microsoft.com/office/drawing/2014/main" id="{0BB96781-47F0-B8CF-A58A-405160730150}"/>
              </a:ext>
            </a:extLst>
          </p:cNvPr>
          <p:cNvCxnSpPr>
            <a:cxnSpLocks/>
            <a:stCxn id="1018" idx="0"/>
            <a:endCxn id="834" idx="2"/>
          </p:cNvCxnSpPr>
          <p:nvPr/>
        </p:nvCxnSpPr>
        <p:spPr>
          <a:xfrm flipV="1">
            <a:off x="1507624" y="4134051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직선 연결선[R] 1029">
            <a:extLst>
              <a:ext uri="{FF2B5EF4-FFF2-40B4-BE49-F238E27FC236}">
                <a16:creationId xmlns:a16="http://schemas.microsoft.com/office/drawing/2014/main" id="{6E911852-9929-B015-D8DC-D87874F15F10}"/>
              </a:ext>
            </a:extLst>
          </p:cNvPr>
          <p:cNvCxnSpPr>
            <a:cxnSpLocks/>
          </p:cNvCxnSpPr>
          <p:nvPr/>
        </p:nvCxnSpPr>
        <p:spPr>
          <a:xfrm flipV="1">
            <a:off x="1507624" y="5032329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직선 연결선[R] 1030">
            <a:extLst>
              <a:ext uri="{FF2B5EF4-FFF2-40B4-BE49-F238E27FC236}">
                <a16:creationId xmlns:a16="http://schemas.microsoft.com/office/drawing/2014/main" id="{A02E40E1-5EE2-F318-D6D1-25FE342035D1}"/>
              </a:ext>
            </a:extLst>
          </p:cNvPr>
          <p:cNvCxnSpPr>
            <a:cxnSpLocks/>
          </p:cNvCxnSpPr>
          <p:nvPr/>
        </p:nvCxnSpPr>
        <p:spPr>
          <a:xfrm flipH="1">
            <a:off x="1867624" y="4669991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직선 연결선[R] 1033">
            <a:extLst>
              <a:ext uri="{FF2B5EF4-FFF2-40B4-BE49-F238E27FC236}">
                <a16:creationId xmlns:a16="http://schemas.microsoft.com/office/drawing/2014/main" id="{6C7A8D52-4D2C-ED21-2B39-2D8A313A4CB2}"/>
              </a:ext>
            </a:extLst>
          </p:cNvPr>
          <p:cNvCxnSpPr>
            <a:cxnSpLocks/>
          </p:cNvCxnSpPr>
          <p:nvPr/>
        </p:nvCxnSpPr>
        <p:spPr>
          <a:xfrm>
            <a:off x="4008982" y="4678646"/>
            <a:ext cx="0" cy="8169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직선 연결선[R] 1038">
            <a:extLst>
              <a:ext uri="{FF2B5EF4-FFF2-40B4-BE49-F238E27FC236}">
                <a16:creationId xmlns:a16="http://schemas.microsoft.com/office/drawing/2014/main" id="{5184D7A7-A0DA-0D23-7D65-33429FD1744F}"/>
              </a:ext>
            </a:extLst>
          </p:cNvPr>
          <p:cNvCxnSpPr>
            <a:cxnSpLocks/>
            <a:stCxn id="1022" idx="0"/>
            <a:endCxn id="1021" idx="2"/>
          </p:cNvCxnSpPr>
          <p:nvPr/>
        </p:nvCxnSpPr>
        <p:spPr>
          <a:xfrm flipH="1" flipV="1">
            <a:off x="1507074" y="5928592"/>
            <a:ext cx="550" cy="3505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2" name="직선 연결선[R] 1041">
            <a:extLst>
              <a:ext uri="{FF2B5EF4-FFF2-40B4-BE49-F238E27FC236}">
                <a16:creationId xmlns:a16="http://schemas.microsoft.com/office/drawing/2014/main" id="{EDB530A1-E023-B998-A0DE-3EE4BB7F310B}"/>
              </a:ext>
            </a:extLst>
          </p:cNvPr>
          <p:cNvCxnSpPr>
            <a:cxnSpLocks/>
          </p:cNvCxnSpPr>
          <p:nvPr/>
        </p:nvCxnSpPr>
        <p:spPr>
          <a:xfrm flipV="1">
            <a:off x="8218271" y="1441717"/>
            <a:ext cx="0" cy="23386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직선 연결선[R] 1043">
            <a:extLst>
              <a:ext uri="{FF2B5EF4-FFF2-40B4-BE49-F238E27FC236}">
                <a16:creationId xmlns:a16="http://schemas.microsoft.com/office/drawing/2014/main" id="{DD88C6D4-708B-0706-160D-573DAB98360A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20098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직선 연결선[R] 1046">
            <a:extLst>
              <a:ext uri="{FF2B5EF4-FFF2-40B4-BE49-F238E27FC236}">
                <a16:creationId xmlns:a16="http://schemas.microsoft.com/office/drawing/2014/main" id="{62FC1ADA-001E-2E9D-673F-A8DDDFB71F35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0" cy="29211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0" name="직선 연결선[R] 1049">
            <a:extLst>
              <a:ext uri="{FF2B5EF4-FFF2-40B4-BE49-F238E27FC236}">
                <a16:creationId xmlns:a16="http://schemas.microsoft.com/office/drawing/2014/main" id="{41920AD6-8E97-9CC7-4117-79222DB346B5}"/>
              </a:ext>
            </a:extLst>
          </p:cNvPr>
          <p:cNvCxnSpPr>
            <a:cxnSpLocks/>
            <a:stCxn id="1023" idx="1"/>
          </p:cNvCxnSpPr>
          <p:nvPr/>
        </p:nvCxnSpPr>
        <p:spPr>
          <a:xfrm flipH="1">
            <a:off x="4480940" y="4816407"/>
            <a:ext cx="12643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직선 연결선[R] 1052">
            <a:extLst>
              <a:ext uri="{FF2B5EF4-FFF2-40B4-BE49-F238E27FC236}">
                <a16:creationId xmlns:a16="http://schemas.microsoft.com/office/drawing/2014/main" id="{E5FD77EF-E958-5731-7E5F-0A5DFEC35D11}"/>
              </a:ext>
            </a:extLst>
          </p:cNvPr>
          <p:cNvCxnSpPr>
            <a:cxnSpLocks/>
          </p:cNvCxnSpPr>
          <p:nvPr/>
        </p:nvCxnSpPr>
        <p:spPr>
          <a:xfrm flipV="1">
            <a:off x="4464380" y="4821101"/>
            <a:ext cx="0" cy="683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직선 연결선[R] 1058">
            <a:extLst>
              <a:ext uri="{FF2B5EF4-FFF2-40B4-BE49-F238E27FC236}">
                <a16:creationId xmlns:a16="http://schemas.microsoft.com/office/drawing/2014/main" id="{33B46CC0-2163-BBCF-1D46-97641BB807F7}"/>
              </a:ext>
            </a:extLst>
          </p:cNvPr>
          <p:cNvCxnSpPr>
            <a:cxnSpLocks/>
            <a:endCxn id="1024" idx="3"/>
          </p:cNvCxnSpPr>
          <p:nvPr/>
        </p:nvCxnSpPr>
        <p:spPr>
          <a:xfrm flipH="1">
            <a:off x="5721156" y="5388592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직선 연결선[R] 1061">
            <a:extLst>
              <a:ext uri="{FF2B5EF4-FFF2-40B4-BE49-F238E27FC236}">
                <a16:creationId xmlns:a16="http://schemas.microsoft.com/office/drawing/2014/main" id="{49331BC9-6069-AC00-D3CC-B9DD5D743CF0}"/>
              </a:ext>
            </a:extLst>
          </p:cNvPr>
          <p:cNvCxnSpPr>
            <a:cxnSpLocks/>
            <a:endCxn id="1023" idx="2"/>
          </p:cNvCxnSpPr>
          <p:nvPr/>
        </p:nvCxnSpPr>
        <p:spPr>
          <a:xfrm flipV="1">
            <a:off x="6105306" y="5032407"/>
            <a:ext cx="0" cy="3328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직선 연결선[R] 1066">
            <a:extLst>
              <a:ext uri="{FF2B5EF4-FFF2-40B4-BE49-F238E27FC236}">
                <a16:creationId xmlns:a16="http://schemas.microsoft.com/office/drawing/2014/main" id="{92788ED3-5E6F-F897-4AD4-B9C5F23547DD}"/>
              </a:ext>
            </a:extLst>
          </p:cNvPr>
          <p:cNvCxnSpPr>
            <a:cxnSpLocks/>
          </p:cNvCxnSpPr>
          <p:nvPr/>
        </p:nvCxnSpPr>
        <p:spPr>
          <a:xfrm flipH="1">
            <a:off x="4587906" y="5554569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9" name="직선 연결선[R] 1068">
            <a:extLst>
              <a:ext uri="{FF2B5EF4-FFF2-40B4-BE49-F238E27FC236}">
                <a16:creationId xmlns:a16="http://schemas.microsoft.com/office/drawing/2014/main" id="{6CCB8FA2-9295-0A8C-E81C-CEDDAA9C4199}"/>
              </a:ext>
            </a:extLst>
          </p:cNvPr>
          <p:cNvCxnSpPr>
            <a:cxnSpLocks/>
          </p:cNvCxnSpPr>
          <p:nvPr/>
        </p:nvCxnSpPr>
        <p:spPr>
          <a:xfrm flipV="1">
            <a:off x="4822003" y="2355053"/>
            <a:ext cx="0" cy="34797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3" name="직선 연결선[R] 1072">
            <a:extLst>
              <a:ext uri="{FF2B5EF4-FFF2-40B4-BE49-F238E27FC236}">
                <a16:creationId xmlns:a16="http://schemas.microsoft.com/office/drawing/2014/main" id="{58BF1246-C44B-FA75-C10A-2AEAB7D5AFA2}"/>
              </a:ext>
            </a:extLst>
          </p:cNvPr>
          <p:cNvCxnSpPr>
            <a:cxnSpLocks/>
          </p:cNvCxnSpPr>
          <p:nvPr/>
        </p:nvCxnSpPr>
        <p:spPr>
          <a:xfrm flipH="1">
            <a:off x="4587906" y="5842878"/>
            <a:ext cx="23934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5" name="직사각형 1074">
            <a:extLst>
              <a:ext uri="{FF2B5EF4-FFF2-40B4-BE49-F238E27FC236}">
                <a16:creationId xmlns:a16="http://schemas.microsoft.com/office/drawing/2014/main" id="{8EA6E8ED-F6D1-C912-027B-1CE92F39BFD3}"/>
              </a:ext>
            </a:extLst>
          </p:cNvPr>
          <p:cNvSpPr>
            <a:spLocks/>
          </p:cNvSpPr>
          <p:nvPr/>
        </p:nvSpPr>
        <p:spPr>
          <a:xfrm>
            <a:off x="11139142" y="1656062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tax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6" name="직선 연결선 351">
            <a:extLst>
              <a:ext uri="{FF2B5EF4-FFF2-40B4-BE49-F238E27FC236}">
                <a16:creationId xmlns:a16="http://schemas.microsoft.com/office/drawing/2014/main" id="{393AF67A-C62F-2D16-D217-1B7524B2C671}"/>
              </a:ext>
            </a:extLst>
          </p:cNvPr>
          <p:cNvCxnSpPr>
            <a:cxnSpLocks/>
          </p:cNvCxnSpPr>
          <p:nvPr/>
        </p:nvCxnSpPr>
        <p:spPr>
          <a:xfrm>
            <a:off x="8386702" y="149591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51">
            <a:extLst>
              <a:ext uri="{FF2B5EF4-FFF2-40B4-BE49-F238E27FC236}">
                <a16:creationId xmlns:a16="http://schemas.microsoft.com/office/drawing/2014/main" id="{A68B2424-A32A-7C9F-8B86-F7AA67BB3D9C}"/>
              </a:ext>
            </a:extLst>
          </p:cNvPr>
          <p:cNvCxnSpPr>
            <a:cxnSpLocks/>
          </p:cNvCxnSpPr>
          <p:nvPr/>
        </p:nvCxnSpPr>
        <p:spPr>
          <a:xfrm>
            <a:off x="8170475" y="36462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351">
            <a:extLst>
              <a:ext uri="{FF2B5EF4-FFF2-40B4-BE49-F238E27FC236}">
                <a16:creationId xmlns:a16="http://schemas.microsoft.com/office/drawing/2014/main" id="{A1E9AC70-EECF-9C39-35B1-D1ECD5DA0DED}"/>
              </a:ext>
            </a:extLst>
          </p:cNvPr>
          <p:cNvCxnSpPr>
            <a:cxnSpLocks/>
          </p:cNvCxnSpPr>
          <p:nvPr/>
        </p:nvCxnSpPr>
        <p:spPr>
          <a:xfrm>
            <a:off x="7357364" y="29676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351">
            <a:extLst>
              <a:ext uri="{FF2B5EF4-FFF2-40B4-BE49-F238E27FC236}">
                <a16:creationId xmlns:a16="http://schemas.microsoft.com/office/drawing/2014/main" id="{AB25A20A-4600-A272-D866-41E45903A23F}"/>
              </a:ext>
            </a:extLst>
          </p:cNvPr>
          <p:cNvCxnSpPr>
            <a:cxnSpLocks/>
          </p:cNvCxnSpPr>
          <p:nvPr/>
        </p:nvCxnSpPr>
        <p:spPr>
          <a:xfrm>
            <a:off x="8177195" y="420200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직선 연결선 351">
            <a:extLst>
              <a:ext uri="{FF2B5EF4-FFF2-40B4-BE49-F238E27FC236}">
                <a16:creationId xmlns:a16="http://schemas.microsoft.com/office/drawing/2014/main" id="{D031EF27-10D4-2F2F-89E8-015173DD7212}"/>
              </a:ext>
            </a:extLst>
          </p:cNvPr>
          <p:cNvCxnSpPr>
            <a:cxnSpLocks/>
          </p:cNvCxnSpPr>
          <p:nvPr/>
        </p:nvCxnSpPr>
        <p:spPr>
          <a:xfrm>
            <a:off x="8174471" y="507606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0" name="직선 연결선 351">
            <a:extLst>
              <a:ext uri="{FF2B5EF4-FFF2-40B4-BE49-F238E27FC236}">
                <a16:creationId xmlns:a16="http://schemas.microsoft.com/office/drawing/2014/main" id="{0EDE73BE-7D86-ACD6-B605-C67138CFAA7C}"/>
              </a:ext>
            </a:extLst>
          </p:cNvPr>
          <p:cNvCxnSpPr>
            <a:cxnSpLocks/>
          </p:cNvCxnSpPr>
          <p:nvPr/>
        </p:nvCxnSpPr>
        <p:spPr>
          <a:xfrm>
            <a:off x="10164731" y="420095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0" name="직선 연결선 351">
            <a:extLst>
              <a:ext uri="{FF2B5EF4-FFF2-40B4-BE49-F238E27FC236}">
                <a16:creationId xmlns:a16="http://schemas.microsoft.com/office/drawing/2014/main" id="{DCF91710-011C-BCD6-0B0F-E6DFBD9429AF}"/>
              </a:ext>
            </a:extLst>
          </p:cNvPr>
          <p:cNvCxnSpPr>
            <a:cxnSpLocks/>
          </p:cNvCxnSpPr>
          <p:nvPr/>
        </p:nvCxnSpPr>
        <p:spPr>
          <a:xfrm>
            <a:off x="8174471" y="2397253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4" name="직선 연결선 351">
            <a:extLst>
              <a:ext uri="{FF2B5EF4-FFF2-40B4-BE49-F238E27FC236}">
                <a16:creationId xmlns:a16="http://schemas.microsoft.com/office/drawing/2014/main" id="{B678FD80-20D3-F6E6-C786-373D72E0C1C1}"/>
              </a:ext>
            </a:extLst>
          </p:cNvPr>
          <p:cNvCxnSpPr>
            <a:cxnSpLocks/>
          </p:cNvCxnSpPr>
          <p:nvPr/>
        </p:nvCxnSpPr>
        <p:spPr>
          <a:xfrm>
            <a:off x="8643731" y="296738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4" name="직선 연결선 351">
            <a:extLst>
              <a:ext uri="{FF2B5EF4-FFF2-40B4-BE49-F238E27FC236}">
                <a16:creationId xmlns:a16="http://schemas.microsoft.com/office/drawing/2014/main" id="{EC8FB6AA-4F19-EE8A-3C2D-18855F2BEC4C}"/>
              </a:ext>
            </a:extLst>
          </p:cNvPr>
          <p:cNvCxnSpPr>
            <a:cxnSpLocks/>
          </p:cNvCxnSpPr>
          <p:nvPr/>
        </p:nvCxnSpPr>
        <p:spPr>
          <a:xfrm>
            <a:off x="10168042" y="365597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87" name="그룹 986">
            <a:extLst>
              <a:ext uri="{FF2B5EF4-FFF2-40B4-BE49-F238E27FC236}">
                <a16:creationId xmlns:a16="http://schemas.microsoft.com/office/drawing/2014/main" id="{AE711E5C-DD97-EEC5-13CA-4D6FE001AD1F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956431" y="876576"/>
            <a:ext cx="148067" cy="108000"/>
            <a:chOff x="7409659" y="2902132"/>
            <a:chExt cx="317047" cy="239471"/>
          </a:xfrm>
        </p:grpSpPr>
        <p:grpSp>
          <p:nvGrpSpPr>
            <p:cNvPr id="988" name="그룹 987">
              <a:extLst>
                <a:ext uri="{FF2B5EF4-FFF2-40B4-BE49-F238E27FC236}">
                  <a16:creationId xmlns:a16="http://schemas.microsoft.com/office/drawing/2014/main" id="{5C5DF1F7-2C72-922C-4B81-49932C85B65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93" name="직선 연결선 322">
                <a:extLst>
                  <a:ext uri="{FF2B5EF4-FFF2-40B4-BE49-F238E27FC236}">
                    <a16:creationId xmlns:a16="http://schemas.microsoft.com/office/drawing/2014/main" id="{029B7D67-BB25-AD07-40E4-2579FFFCA91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4" name="직선 연결선 323">
                <a:extLst>
                  <a:ext uri="{FF2B5EF4-FFF2-40B4-BE49-F238E27FC236}">
                    <a16:creationId xmlns:a16="http://schemas.microsoft.com/office/drawing/2014/main" id="{EA9411F0-2E01-8BE9-94AF-D818B21EFD4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5" name="직선 연결선 324">
                <a:extLst>
                  <a:ext uri="{FF2B5EF4-FFF2-40B4-BE49-F238E27FC236}">
                    <a16:creationId xmlns:a16="http://schemas.microsoft.com/office/drawing/2014/main" id="{AC7782D1-D3C6-2ACE-1A38-4179E3E01E1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0" name="직선 연결선 326">
              <a:extLst>
                <a:ext uri="{FF2B5EF4-FFF2-40B4-BE49-F238E27FC236}">
                  <a16:creationId xmlns:a16="http://schemas.microsoft.com/office/drawing/2014/main" id="{8BCE210E-82F4-B881-2E3F-9E7B8A1E52C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1" name="타원 990">
              <a:extLst>
                <a:ext uri="{FF2B5EF4-FFF2-40B4-BE49-F238E27FC236}">
                  <a16:creationId xmlns:a16="http://schemas.microsoft.com/office/drawing/2014/main" id="{86199476-892F-9059-50AC-B11C94A6B56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996" name="그룹 995">
            <a:extLst>
              <a:ext uri="{FF2B5EF4-FFF2-40B4-BE49-F238E27FC236}">
                <a16:creationId xmlns:a16="http://schemas.microsoft.com/office/drawing/2014/main" id="{7FDAA3F1-4279-88F4-6934-35AEBB2C3AFF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878922"/>
            <a:ext cx="148067" cy="108000"/>
            <a:chOff x="7409659" y="2902132"/>
            <a:chExt cx="317047" cy="239471"/>
          </a:xfrm>
        </p:grpSpPr>
        <p:grpSp>
          <p:nvGrpSpPr>
            <p:cNvPr id="997" name="그룹 996">
              <a:extLst>
                <a:ext uri="{FF2B5EF4-FFF2-40B4-BE49-F238E27FC236}">
                  <a16:creationId xmlns:a16="http://schemas.microsoft.com/office/drawing/2014/main" id="{8F8F1A81-BAE8-DFE4-ACF0-BCFEC0312CC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002" name="직선 연결선 322">
                <a:extLst>
                  <a:ext uri="{FF2B5EF4-FFF2-40B4-BE49-F238E27FC236}">
                    <a16:creationId xmlns:a16="http://schemas.microsoft.com/office/drawing/2014/main" id="{DE130E57-DCAC-1A75-9793-D8AEE308C79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3" name="직선 연결선 323">
                <a:extLst>
                  <a:ext uri="{FF2B5EF4-FFF2-40B4-BE49-F238E27FC236}">
                    <a16:creationId xmlns:a16="http://schemas.microsoft.com/office/drawing/2014/main" id="{E96FD7C5-1546-6A5D-F3F7-87C52A7C811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5" name="직선 연결선 324">
                <a:extLst>
                  <a:ext uri="{FF2B5EF4-FFF2-40B4-BE49-F238E27FC236}">
                    <a16:creationId xmlns:a16="http://schemas.microsoft.com/office/drawing/2014/main" id="{2008DF63-86EA-FBAB-85FD-01D71FBF5FE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8" name="직선 연결선 326">
              <a:extLst>
                <a:ext uri="{FF2B5EF4-FFF2-40B4-BE49-F238E27FC236}">
                  <a16:creationId xmlns:a16="http://schemas.microsoft.com/office/drawing/2014/main" id="{8B13B069-4581-9A7E-22E3-A14A21E6A24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00" name="타원 999">
              <a:extLst>
                <a:ext uri="{FF2B5EF4-FFF2-40B4-BE49-F238E27FC236}">
                  <a16:creationId xmlns:a16="http://schemas.microsoft.com/office/drawing/2014/main" id="{3C567386-E1BA-556E-41AD-1C8651DFFB3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036" name="직선 연결선 351">
            <a:extLst>
              <a:ext uri="{FF2B5EF4-FFF2-40B4-BE49-F238E27FC236}">
                <a16:creationId xmlns:a16="http://schemas.microsoft.com/office/drawing/2014/main" id="{13002AA3-4483-80D3-E62B-5109755B6A62}"/>
              </a:ext>
            </a:extLst>
          </p:cNvPr>
          <p:cNvCxnSpPr>
            <a:cxnSpLocks/>
          </p:cNvCxnSpPr>
          <p:nvPr/>
        </p:nvCxnSpPr>
        <p:spPr>
          <a:xfrm>
            <a:off x="9791251" y="194870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7" name="직선 연결선 351">
            <a:extLst>
              <a:ext uri="{FF2B5EF4-FFF2-40B4-BE49-F238E27FC236}">
                <a16:creationId xmlns:a16="http://schemas.microsoft.com/office/drawing/2014/main" id="{356691B7-66BC-B853-3253-270EE5FC0D6A}"/>
              </a:ext>
            </a:extLst>
          </p:cNvPr>
          <p:cNvCxnSpPr>
            <a:cxnSpLocks/>
          </p:cNvCxnSpPr>
          <p:nvPr/>
        </p:nvCxnSpPr>
        <p:spPr>
          <a:xfrm>
            <a:off x="9793398" y="2191667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8" name="직선 연결선[R] 1037">
            <a:extLst>
              <a:ext uri="{FF2B5EF4-FFF2-40B4-BE49-F238E27FC236}">
                <a16:creationId xmlns:a16="http://schemas.microsoft.com/office/drawing/2014/main" id="{4106E241-BB17-98DD-47E8-92A55A165BA6}"/>
              </a:ext>
            </a:extLst>
          </p:cNvPr>
          <p:cNvCxnSpPr>
            <a:cxnSpLocks/>
          </p:cNvCxnSpPr>
          <p:nvPr/>
        </p:nvCxnSpPr>
        <p:spPr>
          <a:xfrm flipH="1">
            <a:off x="8588046" y="1299699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7" name="직선 연결선 351">
            <a:extLst>
              <a:ext uri="{FF2B5EF4-FFF2-40B4-BE49-F238E27FC236}">
                <a16:creationId xmlns:a16="http://schemas.microsoft.com/office/drawing/2014/main" id="{9C8839B5-E911-417A-16CF-09091DF74D3F}"/>
              </a:ext>
            </a:extLst>
          </p:cNvPr>
          <p:cNvCxnSpPr>
            <a:cxnSpLocks/>
          </p:cNvCxnSpPr>
          <p:nvPr/>
        </p:nvCxnSpPr>
        <p:spPr>
          <a:xfrm>
            <a:off x="8639467" y="108422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직선 연결선 351">
            <a:extLst>
              <a:ext uri="{FF2B5EF4-FFF2-40B4-BE49-F238E27FC236}">
                <a16:creationId xmlns:a16="http://schemas.microsoft.com/office/drawing/2014/main" id="{31B812F0-D4D2-2DA7-051E-9D844E124762}"/>
              </a:ext>
            </a:extLst>
          </p:cNvPr>
          <p:cNvCxnSpPr>
            <a:cxnSpLocks/>
          </p:cNvCxnSpPr>
          <p:nvPr/>
        </p:nvCxnSpPr>
        <p:spPr>
          <a:xfrm>
            <a:off x="8636460" y="121979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8" name="직선 연결선 351">
            <a:extLst>
              <a:ext uri="{FF2B5EF4-FFF2-40B4-BE49-F238E27FC236}">
                <a16:creationId xmlns:a16="http://schemas.microsoft.com/office/drawing/2014/main" id="{005EB842-FE73-3AE2-AC40-0DB41C5BCC1A}"/>
              </a:ext>
            </a:extLst>
          </p:cNvPr>
          <p:cNvCxnSpPr>
            <a:cxnSpLocks/>
          </p:cNvCxnSpPr>
          <p:nvPr/>
        </p:nvCxnSpPr>
        <p:spPr>
          <a:xfrm>
            <a:off x="5613906" y="329055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9" name="직선 연결선 351">
            <a:extLst>
              <a:ext uri="{FF2B5EF4-FFF2-40B4-BE49-F238E27FC236}">
                <a16:creationId xmlns:a16="http://schemas.microsoft.com/office/drawing/2014/main" id="{2E35EAC7-A11B-350A-8812-BCDDADD03DFC}"/>
              </a:ext>
            </a:extLst>
          </p:cNvPr>
          <p:cNvCxnSpPr>
            <a:cxnSpLocks/>
          </p:cNvCxnSpPr>
          <p:nvPr/>
        </p:nvCxnSpPr>
        <p:spPr>
          <a:xfrm>
            <a:off x="6086474" y="387041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2" name="직선 연결선 351">
            <a:extLst>
              <a:ext uri="{FF2B5EF4-FFF2-40B4-BE49-F238E27FC236}">
                <a16:creationId xmlns:a16="http://schemas.microsoft.com/office/drawing/2014/main" id="{8C75F5BB-CE17-80C0-F1C7-CDA538521650}"/>
              </a:ext>
            </a:extLst>
          </p:cNvPr>
          <p:cNvCxnSpPr>
            <a:cxnSpLocks/>
          </p:cNvCxnSpPr>
          <p:nvPr/>
        </p:nvCxnSpPr>
        <p:spPr>
          <a:xfrm>
            <a:off x="7813083" y="3074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3" name="직선 연결선 351">
            <a:extLst>
              <a:ext uri="{FF2B5EF4-FFF2-40B4-BE49-F238E27FC236}">
                <a16:creationId xmlns:a16="http://schemas.microsoft.com/office/drawing/2014/main" id="{90CC8824-D24B-37B0-B2F7-8A3F9682FC4C}"/>
              </a:ext>
            </a:extLst>
          </p:cNvPr>
          <p:cNvCxnSpPr>
            <a:cxnSpLocks/>
          </p:cNvCxnSpPr>
          <p:nvPr/>
        </p:nvCxnSpPr>
        <p:spPr>
          <a:xfrm>
            <a:off x="7815022" y="566811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0" name="직선 연결선 351">
            <a:extLst>
              <a:ext uri="{FF2B5EF4-FFF2-40B4-BE49-F238E27FC236}">
                <a16:creationId xmlns:a16="http://schemas.microsoft.com/office/drawing/2014/main" id="{3E1AE49E-1000-10AA-6E5E-C8C01CEEEEC6}"/>
              </a:ext>
            </a:extLst>
          </p:cNvPr>
          <p:cNvCxnSpPr>
            <a:cxnSpLocks/>
          </p:cNvCxnSpPr>
          <p:nvPr/>
        </p:nvCxnSpPr>
        <p:spPr>
          <a:xfrm>
            <a:off x="4637536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9" name="직선 연결선 351">
            <a:extLst>
              <a:ext uri="{FF2B5EF4-FFF2-40B4-BE49-F238E27FC236}">
                <a16:creationId xmlns:a16="http://schemas.microsoft.com/office/drawing/2014/main" id="{F38AFD9C-802C-B7D9-3BAD-81CF0E1E336C}"/>
              </a:ext>
            </a:extLst>
          </p:cNvPr>
          <p:cNvCxnSpPr>
            <a:cxnSpLocks/>
          </p:cNvCxnSpPr>
          <p:nvPr/>
        </p:nvCxnSpPr>
        <p:spPr>
          <a:xfrm>
            <a:off x="8644508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5" name="직선 연결선 351">
            <a:extLst>
              <a:ext uri="{FF2B5EF4-FFF2-40B4-BE49-F238E27FC236}">
                <a16:creationId xmlns:a16="http://schemas.microsoft.com/office/drawing/2014/main" id="{75271AD6-B575-0877-F0A9-F926C328CB9A}"/>
              </a:ext>
            </a:extLst>
          </p:cNvPr>
          <p:cNvCxnSpPr>
            <a:cxnSpLocks/>
          </p:cNvCxnSpPr>
          <p:nvPr/>
        </p:nvCxnSpPr>
        <p:spPr>
          <a:xfrm>
            <a:off x="11445142" y="413217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27" name="그룹 826">
            <a:extLst>
              <a:ext uri="{FF2B5EF4-FFF2-40B4-BE49-F238E27FC236}">
                <a16:creationId xmlns:a16="http://schemas.microsoft.com/office/drawing/2014/main" id="{DE1F07EA-7898-E084-57E0-6E6754876769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3415367"/>
            <a:ext cx="148067" cy="108000"/>
            <a:chOff x="7409659" y="2902132"/>
            <a:chExt cx="317047" cy="239471"/>
          </a:xfrm>
        </p:grpSpPr>
        <p:grpSp>
          <p:nvGrpSpPr>
            <p:cNvPr id="830" name="그룹 829">
              <a:extLst>
                <a:ext uri="{FF2B5EF4-FFF2-40B4-BE49-F238E27FC236}">
                  <a16:creationId xmlns:a16="http://schemas.microsoft.com/office/drawing/2014/main" id="{DCF73F4C-39DD-65AD-C100-71DF87425A8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37" name="직선 연결선 322">
                <a:extLst>
                  <a:ext uri="{FF2B5EF4-FFF2-40B4-BE49-F238E27FC236}">
                    <a16:creationId xmlns:a16="http://schemas.microsoft.com/office/drawing/2014/main" id="{95519FF5-2942-4757-004D-2D8EA649C1F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8" name="직선 연결선 323">
                <a:extLst>
                  <a:ext uri="{FF2B5EF4-FFF2-40B4-BE49-F238E27FC236}">
                    <a16:creationId xmlns:a16="http://schemas.microsoft.com/office/drawing/2014/main" id="{38FBA933-CFDB-5007-5B11-7722257729F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9" name="직선 연결선 324">
                <a:extLst>
                  <a:ext uri="{FF2B5EF4-FFF2-40B4-BE49-F238E27FC236}">
                    <a16:creationId xmlns:a16="http://schemas.microsoft.com/office/drawing/2014/main" id="{B6F89A8D-EF91-0AAB-0771-FE4641333E2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31" name="직선 연결선 326">
              <a:extLst>
                <a:ext uri="{FF2B5EF4-FFF2-40B4-BE49-F238E27FC236}">
                  <a16:creationId xmlns:a16="http://schemas.microsoft.com/office/drawing/2014/main" id="{F8C4B0E0-1E14-AD35-58DD-67011DC512C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32" name="타원 831">
              <a:extLst>
                <a:ext uri="{FF2B5EF4-FFF2-40B4-BE49-F238E27FC236}">
                  <a16:creationId xmlns:a16="http://schemas.microsoft.com/office/drawing/2014/main" id="{C16777F0-826B-F39A-EE16-1764F649C0D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41" name="그룹 840">
            <a:extLst>
              <a:ext uri="{FF2B5EF4-FFF2-40B4-BE49-F238E27FC236}">
                <a16:creationId xmlns:a16="http://schemas.microsoft.com/office/drawing/2014/main" id="{C01B975B-2C9E-8485-E8E7-B266F744C316}"/>
              </a:ext>
            </a:extLst>
          </p:cNvPr>
          <p:cNvGrpSpPr>
            <a:grpSpLocks noChangeAspect="1"/>
          </p:cNvGrpSpPr>
          <p:nvPr/>
        </p:nvGrpSpPr>
        <p:grpSpPr>
          <a:xfrm>
            <a:off x="10992663" y="3530401"/>
            <a:ext cx="148067" cy="108000"/>
            <a:chOff x="7409659" y="2902132"/>
            <a:chExt cx="317047" cy="239471"/>
          </a:xfrm>
        </p:grpSpPr>
        <p:grpSp>
          <p:nvGrpSpPr>
            <p:cNvPr id="845" name="그룹 844">
              <a:extLst>
                <a:ext uri="{FF2B5EF4-FFF2-40B4-BE49-F238E27FC236}">
                  <a16:creationId xmlns:a16="http://schemas.microsoft.com/office/drawing/2014/main" id="{88134279-D1EE-57DB-B885-E9AD16EE7A7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48" name="직선 연결선 322">
                <a:extLst>
                  <a:ext uri="{FF2B5EF4-FFF2-40B4-BE49-F238E27FC236}">
                    <a16:creationId xmlns:a16="http://schemas.microsoft.com/office/drawing/2014/main" id="{0A84EE98-61C4-00FD-ECE9-3E8DA0BC59F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0" name="직선 연결선 323">
                <a:extLst>
                  <a:ext uri="{FF2B5EF4-FFF2-40B4-BE49-F238E27FC236}">
                    <a16:creationId xmlns:a16="http://schemas.microsoft.com/office/drawing/2014/main" id="{C8C78015-3E67-9E7F-7FBF-002A161F04C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1" name="직선 연결선 324">
                <a:extLst>
                  <a:ext uri="{FF2B5EF4-FFF2-40B4-BE49-F238E27FC236}">
                    <a16:creationId xmlns:a16="http://schemas.microsoft.com/office/drawing/2014/main" id="{CAF3655D-4466-7EBE-D962-97940023A4B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46" name="직선 연결선 326">
              <a:extLst>
                <a:ext uri="{FF2B5EF4-FFF2-40B4-BE49-F238E27FC236}">
                  <a16:creationId xmlns:a16="http://schemas.microsoft.com/office/drawing/2014/main" id="{D9E9E0C2-FDD4-90F8-AAD7-A711B0DB381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7" name="타원 846">
              <a:extLst>
                <a:ext uri="{FF2B5EF4-FFF2-40B4-BE49-F238E27FC236}">
                  <a16:creationId xmlns:a16="http://schemas.microsoft.com/office/drawing/2014/main" id="{FEB449D2-D5FA-7FA0-C20A-71050E46543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56" name="그룹 855">
            <a:extLst>
              <a:ext uri="{FF2B5EF4-FFF2-40B4-BE49-F238E27FC236}">
                <a16:creationId xmlns:a16="http://schemas.microsoft.com/office/drawing/2014/main" id="{A7FAE32C-7D3D-0E38-B5E8-6DE168E6C012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226254" y="3747042"/>
            <a:ext cx="148067" cy="108000"/>
            <a:chOff x="7409659" y="2902132"/>
            <a:chExt cx="317047" cy="239471"/>
          </a:xfrm>
        </p:grpSpPr>
        <p:grpSp>
          <p:nvGrpSpPr>
            <p:cNvPr id="857" name="그룹 856">
              <a:extLst>
                <a:ext uri="{FF2B5EF4-FFF2-40B4-BE49-F238E27FC236}">
                  <a16:creationId xmlns:a16="http://schemas.microsoft.com/office/drawing/2014/main" id="{A4246F12-99EB-318B-CDDB-7CDBA198E5F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63" name="직선 연결선 322">
                <a:extLst>
                  <a:ext uri="{FF2B5EF4-FFF2-40B4-BE49-F238E27FC236}">
                    <a16:creationId xmlns:a16="http://schemas.microsoft.com/office/drawing/2014/main" id="{773866BF-76A0-1513-2D19-E0B2E5DDF87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4" name="직선 연결선 323">
                <a:extLst>
                  <a:ext uri="{FF2B5EF4-FFF2-40B4-BE49-F238E27FC236}">
                    <a16:creationId xmlns:a16="http://schemas.microsoft.com/office/drawing/2014/main" id="{B4F8EED2-07BB-B1DB-A7C2-34680A996A1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5" name="직선 연결선 324">
                <a:extLst>
                  <a:ext uri="{FF2B5EF4-FFF2-40B4-BE49-F238E27FC236}">
                    <a16:creationId xmlns:a16="http://schemas.microsoft.com/office/drawing/2014/main" id="{3509D7DF-F8C6-AC5B-F33F-CD8FF65ABD0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59" name="직선 연결선 326">
              <a:extLst>
                <a:ext uri="{FF2B5EF4-FFF2-40B4-BE49-F238E27FC236}">
                  <a16:creationId xmlns:a16="http://schemas.microsoft.com/office/drawing/2014/main" id="{93C4C984-6664-FD1A-5CC4-C0624AFB0D9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60" name="타원 859">
              <a:extLst>
                <a:ext uri="{FF2B5EF4-FFF2-40B4-BE49-F238E27FC236}">
                  <a16:creationId xmlns:a16="http://schemas.microsoft.com/office/drawing/2014/main" id="{71C3EDE5-5570-DD90-3CA7-6745101C2A3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75" name="그룹 874">
            <a:extLst>
              <a:ext uri="{FF2B5EF4-FFF2-40B4-BE49-F238E27FC236}">
                <a16:creationId xmlns:a16="http://schemas.microsoft.com/office/drawing/2014/main" id="{F75D992D-FEA7-FCD6-9B85-2B187DC8C699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68747" y="5955362"/>
            <a:ext cx="148067" cy="108000"/>
            <a:chOff x="7409659" y="2902132"/>
            <a:chExt cx="317047" cy="239471"/>
          </a:xfrm>
        </p:grpSpPr>
        <p:grpSp>
          <p:nvGrpSpPr>
            <p:cNvPr id="877" name="그룹 876">
              <a:extLst>
                <a:ext uri="{FF2B5EF4-FFF2-40B4-BE49-F238E27FC236}">
                  <a16:creationId xmlns:a16="http://schemas.microsoft.com/office/drawing/2014/main" id="{B828123D-FBE3-AE92-3FC7-6FDCE8D572D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81" name="직선 연결선 322">
                <a:extLst>
                  <a:ext uri="{FF2B5EF4-FFF2-40B4-BE49-F238E27FC236}">
                    <a16:creationId xmlns:a16="http://schemas.microsoft.com/office/drawing/2014/main" id="{5015E586-2BF2-0A9C-F753-F3AB8D2F5DE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2" name="직선 연결선 323">
                <a:extLst>
                  <a:ext uri="{FF2B5EF4-FFF2-40B4-BE49-F238E27FC236}">
                    <a16:creationId xmlns:a16="http://schemas.microsoft.com/office/drawing/2014/main" id="{7341FEEF-A6AC-724F-AA8E-71FBF0F7A3C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4" name="직선 연결선 324">
                <a:extLst>
                  <a:ext uri="{FF2B5EF4-FFF2-40B4-BE49-F238E27FC236}">
                    <a16:creationId xmlns:a16="http://schemas.microsoft.com/office/drawing/2014/main" id="{7A3DFB3D-A5D7-2536-E7C6-A4A404FE055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78" name="직선 연결선 326">
              <a:extLst>
                <a:ext uri="{FF2B5EF4-FFF2-40B4-BE49-F238E27FC236}">
                  <a16:creationId xmlns:a16="http://schemas.microsoft.com/office/drawing/2014/main" id="{BDE3075B-C552-5739-D0BB-35EC3DEF977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80" name="타원 879">
              <a:extLst>
                <a:ext uri="{FF2B5EF4-FFF2-40B4-BE49-F238E27FC236}">
                  <a16:creationId xmlns:a16="http://schemas.microsoft.com/office/drawing/2014/main" id="{0FD983B3-F862-02A0-4C5C-9F0EBD9D9F4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885" name="직선 연결선 351">
            <a:extLst>
              <a:ext uri="{FF2B5EF4-FFF2-40B4-BE49-F238E27FC236}">
                <a16:creationId xmlns:a16="http://schemas.microsoft.com/office/drawing/2014/main" id="{E72636D0-B045-703B-083A-883C2C7436AA}"/>
              </a:ext>
            </a:extLst>
          </p:cNvPr>
          <p:cNvCxnSpPr>
            <a:cxnSpLocks/>
          </p:cNvCxnSpPr>
          <p:nvPr/>
        </p:nvCxnSpPr>
        <p:spPr>
          <a:xfrm>
            <a:off x="3955710" y="597732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9" name="직선 연결선 351">
            <a:extLst>
              <a:ext uri="{FF2B5EF4-FFF2-40B4-BE49-F238E27FC236}">
                <a16:creationId xmlns:a16="http://schemas.microsoft.com/office/drawing/2014/main" id="{DBC5D94F-F5EE-622D-7802-1E0C47673E23}"/>
              </a:ext>
            </a:extLst>
          </p:cNvPr>
          <p:cNvCxnSpPr>
            <a:cxnSpLocks/>
          </p:cNvCxnSpPr>
          <p:nvPr/>
        </p:nvCxnSpPr>
        <p:spPr>
          <a:xfrm>
            <a:off x="3821190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0" name="직선 연결선 351">
            <a:extLst>
              <a:ext uri="{FF2B5EF4-FFF2-40B4-BE49-F238E27FC236}">
                <a16:creationId xmlns:a16="http://schemas.microsoft.com/office/drawing/2014/main" id="{79394FCD-E2DA-2829-20A4-FDCDE8480819}"/>
              </a:ext>
            </a:extLst>
          </p:cNvPr>
          <p:cNvCxnSpPr>
            <a:cxnSpLocks/>
          </p:cNvCxnSpPr>
          <p:nvPr/>
        </p:nvCxnSpPr>
        <p:spPr>
          <a:xfrm>
            <a:off x="3821190" y="55272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3" name="직선 연결선 351">
            <a:extLst>
              <a:ext uri="{FF2B5EF4-FFF2-40B4-BE49-F238E27FC236}">
                <a16:creationId xmlns:a16="http://schemas.microsoft.com/office/drawing/2014/main" id="{9E4CB56E-02F3-640B-A232-EC463DB298C7}"/>
              </a:ext>
            </a:extLst>
          </p:cNvPr>
          <p:cNvCxnSpPr>
            <a:cxnSpLocks/>
          </p:cNvCxnSpPr>
          <p:nvPr/>
        </p:nvCxnSpPr>
        <p:spPr>
          <a:xfrm>
            <a:off x="4094229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0" name="직선 연결선 351">
            <a:extLst>
              <a:ext uri="{FF2B5EF4-FFF2-40B4-BE49-F238E27FC236}">
                <a16:creationId xmlns:a16="http://schemas.microsoft.com/office/drawing/2014/main" id="{400F5F45-3B38-76D7-7073-574807225AD6}"/>
              </a:ext>
            </a:extLst>
          </p:cNvPr>
          <p:cNvCxnSpPr>
            <a:cxnSpLocks/>
          </p:cNvCxnSpPr>
          <p:nvPr/>
        </p:nvCxnSpPr>
        <p:spPr>
          <a:xfrm>
            <a:off x="4173906" y="598272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1" name="직선 연결선 351">
            <a:extLst>
              <a:ext uri="{FF2B5EF4-FFF2-40B4-BE49-F238E27FC236}">
                <a16:creationId xmlns:a16="http://schemas.microsoft.com/office/drawing/2014/main" id="{412DE04E-816B-D0B4-8C9F-FD25E4DAA65F}"/>
              </a:ext>
            </a:extLst>
          </p:cNvPr>
          <p:cNvCxnSpPr>
            <a:cxnSpLocks/>
          </p:cNvCxnSpPr>
          <p:nvPr/>
        </p:nvCxnSpPr>
        <p:spPr>
          <a:xfrm>
            <a:off x="4263255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4" name="직선 연결선 351">
            <a:extLst>
              <a:ext uri="{FF2B5EF4-FFF2-40B4-BE49-F238E27FC236}">
                <a16:creationId xmlns:a16="http://schemas.microsoft.com/office/drawing/2014/main" id="{9C12F8D9-0F42-3207-4980-296DA150B464}"/>
              </a:ext>
            </a:extLst>
          </p:cNvPr>
          <p:cNvCxnSpPr>
            <a:cxnSpLocks/>
          </p:cNvCxnSpPr>
          <p:nvPr/>
        </p:nvCxnSpPr>
        <p:spPr>
          <a:xfrm>
            <a:off x="7976465" y="27318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36" name="그룹 1135">
            <a:extLst>
              <a:ext uri="{FF2B5EF4-FFF2-40B4-BE49-F238E27FC236}">
                <a16:creationId xmlns:a16="http://schemas.microsoft.com/office/drawing/2014/main" id="{D6632D83-85E1-32C4-E721-1BCB967C03AE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707718" y="4523273"/>
            <a:ext cx="57088" cy="108000"/>
            <a:chOff x="7604467" y="2108611"/>
            <a:chExt cx="122239" cy="239471"/>
          </a:xfrm>
        </p:grpSpPr>
        <p:grpSp>
          <p:nvGrpSpPr>
            <p:cNvPr id="1137" name="그룹 1136">
              <a:extLst>
                <a:ext uri="{FF2B5EF4-FFF2-40B4-BE49-F238E27FC236}">
                  <a16:creationId xmlns:a16="http://schemas.microsoft.com/office/drawing/2014/main" id="{59357136-77E9-CA39-41AA-C043932C8FB2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39" name="직선 연결선 359">
                <a:extLst>
                  <a:ext uri="{FF2B5EF4-FFF2-40B4-BE49-F238E27FC236}">
                    <a16:creationId xmlns:a16="http://schemas.microsoft.com/office/drawing/2014/main" id="{4D263DB6-6ED0-3916-FC50-7DE4B0EFE0F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0" name="직선 연결선 360">
                <a:extLst>
                  <a:ext uri="{FF2B5EF4-FFF2-40B4-BE49-F238E27FC236}">
                    <a16:creationId xmlns:a16="http://schemas.microsoft.com/office/drawing/2014/main" id="{89EF958A-77ED-034B-F7BE-08CFDF86BA7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1" name="직선 연결선 361">
                <a:extLst>
                  <a:ext uri="{FF2B5EF4-FFF2-40B4-BE49-F238E27FC236}">
                    <a16:creationId xmlns:a16="http://schemas.microsoft.com/office/drawing/2014/main" id="{132910A3-CEE1-0252-BC05-FFE0D9EAB3A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8" name="직선 연결선 363">
              <a:extLst>
                <a:ext uri="{FF2B5EF4-FFF2-40B4-BE49-F238E27FC236}">
                  <a16:creationId xmlns:a16="http://schemas.microsoft.com/office/drawing/2014/main" id="{F219AD20-D490-23A2-216D-7C1DA42CD683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42" name="직선 연결선 351">
            <a:extLst>
              <a:ext uri="{FF2B5EF4-FFF2-40B4-BE49-F238E27FC236}">
                <a16:creationId xmlns:a16="http://schemas.microsoft.com/office/drawing/2014/main" id="{8DE94781-3F0A-B8D8-9711-35BA39CBD1D1}"/>
              </a:ext>
            </a:extLst>
          </p:cNvPr>
          <p:cNvCxnSpPr>
            <a:cxnSpLocks/>
          </p:cNvCxnSpPr>
          <p:nvPr/>
        </p:nvCxnSpPr>
        <p:spPr>
          <a:xfrm>
            <a:off x="4442780" y="283966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2" name="직선 연결선 351">
            <a:extLst>
              <a:ext uri="{FF2B5EF4-FFF2-40B4-BE49-F238E27FC236}">
                <a16:creationId xmlns:a16="http://schemas.microsoft.com/office/drawing/2014/main" id="{8EB870E6-8F1D-0E66-1FB8-3F58F7F74297}"/>
              </a:ext>
            </a:extLst>
          </p:cNvPr>
          <p:cNvCxnSpPr>
            <a:cxnSpLocks/>
          </p:cNvCxnSpPr>
          <p:nvPr/>
        </p:nvCxnSpPr>
        <p:spPr>
          <a:xfrm>
            <a:off x="7980416" y="545198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9" name="직선 연결선 351">
            <a:extLst>
              <a:ext uri="{FF2B5EF4-FFF2-40B4-BE49-F238E27FC236}">
                <a16:creationId xmlns:a16="http://schemas.microsoft.com/office/drawing/2014/main" id="{AE39BAFE-9B53-F218-D5C6-871B17120609}"/>
              </a:ext>
            </a:extLst>
          </p:cNvPr>
          <p:cNvCxnSpPr>
            <a:cxnSpLocks/>
          </p:cNvCxnSpPr>
          <p:nvPr/>
        </p:nvCxnSpPr>
        <p:spPr>
          <a:xfrm>
            <a:off x="7975450" y="329578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6" name="직선 연결선 351">
            <a:extLst>
              <a:ext uri="{FF2B5EF4-FFF2-40B4-BE49-F238E27FC236}">
                <a16:creationId xmlns:a16="http://schemas.microsoft.com/office/drawing/2014/main" id="{6B92B919-3235-48A8-CAF4-038D53FCA81E}"/>
              </a:ext>
            </a:extLst>
          </p:cNvPr>
          <p:cNvCxnSpPr>
            <a:cxnSpLocks/>
          </p:cNvCxnSpPr>
          <p:nvPr/>
        </p:nvCxnSpPr>
        <p:spPr>
          <a:xfrm>
            <a:off x="2813490" y="31901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3" name="직선 연결선 351">
            <a:extLst>
              <a:ext uri="{FF2B5EF4-FFF2-40B4-BE49-F238E27FC236}">
                <a16:creationId xmlns:a16="http://schemas.microsoft.com/office/drawing/2014/main" id="{31191687-8168-80EB-9B4C-9846E4238FB1}"/>
              </a:ext>
            </a:extLst>
          </p:cNvPr>
          <p:cNvCxnSpPr>
            <a:cxnSpLocks/>
          </p:cNvCxnSpPr>
          <p:nvPr/>
        </p:nvCxnSpPr>
        <p:spPr>
          <a:xfrm>
            <a:off x="3810317" y="250607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5" name="직선 연결선[R] 1174">
            <a:extLst>
              <a:ext uri="{FF2B5EF4-FFF2-40B4-BE49-F238E27FC236}">
                <a16:creationId xmlns:a16="http://schemas.microsoft.com/office/drawing/2014/main" id="{91805B00-2CB2-C9DC-CBD3-24F0A82DB29D}"/>
              </a:ext>
            </a:extLst>
          </p:cNvPr>
          <p:cNvCxnSpPr>
            <a:cxnSpLocks/>
            <a:endCxn id="940" idx="3"/>
          </p:cNvCxnSpPr>
          <p:nvPr/>
        </p:nvCxnSpPr>
        <p:spPr>
          <a:xfrm flipH="1">
            <a:off x="3227490" y="2013431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직선 연결선[R] 1178">
            <a:extLst>
              <a:ext uri="{FF2B5EF4-FFF2-40B4-BE49-F238E27FC236}">
                <a16:creationId xmlns:a16="http://schemas.microsoft.com/office/drawing/2014/main" id="{E278376D-836D-8586-3522-28FB6791FB18}"/>
              </a:ext>
            </a:extLst>
          </p:cNvPr>
          <p:cNvCxnSpPr>
            <a:cxnSpLocks/>
          </p:cNvCxnSpPr>
          <p:nvPr/>
        </p:nvCxnSpPr>
        <p:spPr>
          <a:xfrm flipV="1">
            <a:off x="4004630" y="2013431"/>
            <a:ext cx="0" cy="3280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직선 연결선 351">
            <a:extLst>
              <a:ext uri="{FF2B5EF4-FFF2-40B4-BE49-F238E27FC236}">
                <a16:creationId xmlns:a16="http://schemas.microsoft.com/office/drawing/2014/main" id="{59DA7A18-DE14-A081-4DF0-27C369F9BA03}"/>
              </a:ext>
            </a:extLst>
          </p:cNvPr>
          <p:cNvCxnSpPr>
            <a:cxnSpLocks/>
          </p:cNvCxnSpPr>
          <p:nvPr/>
        </p:nvCxnSpPr>
        <p:spPr>
          <a:xfrm>
            <a:off x="395063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6" name="직선 연결선 351">
            <a:extLst>
              <a:ext uri="{FF2B5EF4-FFF2-40B4-BE49-F238E27FC236}">
                <a16:creationId xmlns:a16="http://schemas.microsoft.com/office/drawing/2014/main" id="{BD72E4C8-0187-95E5-2ABF-124529636480}"/>
              </a:ext>
            </a:extLst>
          </p:cNvPr>
          <p:cNvCxnSpPr>
            <a:cxnSpLocks/>
          </p:cNvCxnSpPr>
          <p:nvPr/>
        </p:nvCxnSpPr>
        <p:spPr>
          <a:xfrm>
            <a:off x="1926187" y="194828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7" name="직선 연결선 351">
            <a:extLst>
              <a:ext uri="{FF2B5EF4-FFF2-40B4-BE49-F238E27FC236}">
                <a16:creationId xmlns:a16="http://schemas.microsoft.com/office/drawing/2014/main" id="{68557112-5D8A-DEC8-DF79-18E90A4619CF}"/>
              </a:ext>
            </a:extLst>
          </p:cNvPr>
          <p:cNvCxnSpPr>
            <a:cxnSpLocks/>
          </p:cNvCxnSpPr>
          <p:nvPr/>
        </p:nvCxnSpPr>
        <p:spPr>
          <a:xfrm>
            <a:off x="408740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04" name="그룹 1203">
            <a:extLst>
              <a:ext uri="{FF2B5EF4-FFF2-40B4-BE49-F238E27FC236}">
                <a16:creationId xmlns:a16="http://schemas.microsoft.com/office/drawing/2014/main" id="{FC52F3B9-DBA6-D9D8-CCC1-18B5CC82769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796779" y="842668"/>
            <a:ext cx="148067" cy="108000"/>
            <a:chOff x="7409659" y="2902132"/>
            <a:chExt cx="317047" cy="239471"/>
          </a:xfrm>
        </p:grpSpPr>
        <p:grpSp>
          <p:nvGrpSpPr>
            <p:cNvPr id="1205" name="그룹 1204">
              <a:extLst>
                <a:ext uri="{FF2B5EF4-FFF2-40B4-BE49-F238E27FC236}">
                  <a16:creationId xmlns:a16="http://schemas.microsoft.com/office/drawing/2014/main" id="{94E24D13-5140-B622-BF75-01B02F0DE44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08" name="직선 연결선 322">
                <a:extLst>
                  <a:ext uri="{FF2B5EF4-FFF2-40B4-BE49-F238E27FC236}">
                    <a16:creationId xmlns:a16="http://schemas.microsoft.com/office/drawing/2014/main" id="{3346B65B-B052-E02A-9E58-66C41281DCF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9" name="직선 연결선 323">
                <a:extLst>
                  <a:ext uri="{FF2B5EF4-FFF2-40B4-BE49-F238E27FC236}">
                    <a16:creationId xmlns:a16="http://schemas.microsoft.com/office/drawing/2014/main" id="{4553741E-D9D9-516A-8D2A-744179AE25A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0" name="직선 연결선 324">
                <a:extLst>
                  <a:ext uri="{FF2B5EF4-FFF2-40B4-BE49-F238E27FC236}">
                    <a16:creationId xmlns:a16="http://schemas.microsoft.com/office/drawing/2014/main" id="{A56CA20C-C08F-ADD7-3603-9E82A3C1B12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06" name="직선 연결선 326">
              <a:extLst>
                <a:ext uri="{FF2B5EF4-FFF2-40B4-BE49-F238E27FC236}">
                  <a16:creationId xmlns:a16="http://schemas.microsoft.com/office/drawing/2014/main" id="{BB48F91C-6AE6-0E16-69A6-3E2A3DCA731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07" name="타원 1206">
              <a:extLst>
                <a:ext uri="{FF2B5EF4-FFF2-40B4-BE49-F238E27FC236}">
                  <a16:creationId xmlns:a16="http://schemas.microsoft.com/office/drawing/2014/main" id="{3C6E4384-FFD1-28ED-AD40-30B3937985E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18" name="직선 연결선 351">
            <a:extLst>
              <a:ext uri="{FF2B5EF4-FFF2-40B4-BE49-F238E27FC236}">
                <a16:creationId xmlns:a16="http://schemas.microsoft.com/office/drawing/2014/main" id="{4E0E85CA-2FF6-F297-2DDC-FC0189899395}"/>
              </a:ext>
            </a:extLst>
          </p:cNvPr>
          <p:cNvCxnSpPr>
            <a:cxnSpLocks/>
          </p:cNvCxnSpPr>
          <p:nvPr/>
        </p:nvCxnSpPr>
        <p:spPr>
          <a:xfrm>
            <a:off x="441738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20" name="그룹 1219">
            <a:extLst>
              <a:ext uri="{FF2B5EF4-FFF2-40B4-BE49-F238E27FC236}">
                <a16:creationId xmlns:a16="http://schemas.microsoft.com/office/drawing/2014/main" id="{6CE9A57F-9B38-FC98-7DB9-538C039C132C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5593873" y="556495"/>
            <a:ext cx="148067" cy="108000"/>
            <a:chOff x="7409659" y="2902132"/>
            <a:chExt cx="317047" cy="239471"/>
          </a:xfrm>
        </p:grpSpPr>
        <p:grpSp>
          <p:nvGrpSpPr>
            <p:cNvPr id="1221" name="그룹 1220">
              <a:extLst>
                <a:ext uri="{FF2B5EF4-FFF2-40B4-BE49-F238E27FC236}">
                  <a16:creationId xmlns:a16="http://schemas.microsoft.com/office/drawing/2014/main" id="{94353657-D989-A0BB-9226-843EF6FC425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24" name="직선 연결선 322">
                <a:extLst>
                  <a:ext uri="{FF2B5EF4-FFF2-40B4-BE49-F238E27FC236}">
                    <a16:creationId xmlns:a16="http://schemas.microsoft.com/office/drawing/2014/main" id="{5C261B42-8D75-C6EB-A924-54056A9AA63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5" name="직선 연결선 323">
                <a:extLst>
                  <a:ext uri="{FF2B5EF4-FFF2-40B4-BE49-F238E27FC236}">
                    <a16:creationId xmlns:a16="http://schemas.microsoft.com/office/drawing/2014/main" id="{2A84B2F4-1AB4-5E45-6398-D6D4506AC09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6" name="직선 연결선 324">
                <a:extLst>
                  <a:ext uri="{FF2B5EF4-FFF2-40B4-BE49-F238E27FC236}">
                    <a16:creationId xmlns:a16="http://schemas.microsoft.com/office/drawing/2014/main" id="{B0ECE80A-8DBD-1261-1404-E6FBDF2FD54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22" name="직선 연결선 326">
              <a:extLst>
                <a:ext uri="{FF2B5EF4-FFF2-40B4-BE49-F238E27FC236}">
                  <a16:creationId xmlns:a16="http://schemas.microsoft.com/office/drawing/2014/main" id="{D01D2D13-FBB8-E49B-873E-91B0088B73D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23" name="타원 1222">
              <a:extLst>
                <a:ext uri="{FF2B5EF4-FFF2-40B4-BE49-F238E27FC236}">
                  <a16:creationId xmlns:a16="http://schemas.microsoft.com/office/drawing/2014/main" id="{C5F85E6C-4F86-4B32-C04F-0A32184F84B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35" name="직선 연결선 351">
            <a:extLst>
              <a:ext uri="{FF2B5EF4-FFF2-40B4-BE49-F238E27FC236}">
                <a16:creationId xmlns:a16="http://schemas.microsoft.com/office/drawing/2014/main" id="{C22872E8-D26A-FC7E-6AD9-B31EDBE77EEB}"/>
              </a:ext>
            </a:extLst>
          </p:cNvPr>
          <p:cNvCxnSpPr>
            <a:cxnSpLocks/>
          </p:cNvCxnSpPr>
          <p:nvPr/>
        </p:nvCxnSpPr>
        <p:spPr>
          <a:xfrm>
            <a:off x="5252067" y="26706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2" name="직선 연결선 351">
            <a:extLst>
              <a:ext uri="{FF2B5EF4-FFF2-40B4-BE49-F238E27FC236}">
                <a16:creationId xmlns:a16="http://schemas.microsoft.com/office/drawing/2014/main" id="{4664F1C7-6FB6-6EE9-391C-4D2A4E1C3FC8}"/>
              </a:ext>
            </a:extLst>
          </p:cNvPr>
          <p:cNvCxnSpPr>
            <a:cxnSpLocks/>
          </p:cNvCxnSpPr>
          <p:nvPr/>
        </p:nvCxnSpPr>
        <p:spPr>
          <a:xfrm>
            <a:off x="425014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43" name="그룹 1242">
            <a:extLst>
              <a:ext uri="{FF2B5EF4-FFF2-40B4-BE49-F238E27FC236}">
                <a16:creationId xmlns:a16="http://schemas.microsoft.com/office/drawing/2014/main" id="{1B8C15DD-93F4-862F-A36F-C8231AC4FAE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3864051"/>
            <a:ext cx="148067" cy="108000"/>
            <a:chOff x="7409659" y="2902132"/>
            <a:chExt cx="317047" cy="239471"/>
          </a:xfrm>
        </p:grpSpPr>
        <p:grpSp>
          <p:nvGrpSpPr>
            <p:cNvPr id="1244" name="그룹 1243">
              <a:extLst>
                <a:ext uri="{FF2B5EF4-FFF2-40B4-BE49-F238E27FC236}">
                  <a16:creationId xmlns:a16="http://schemas.microsoft.com/office/drawing/2014/main" id="{24A49EE4-B768-3F51-E9AC-D583D9AFE47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47" name="직선 연결선 322">
                <a:extLst>
                  <a:ext uri="{FF2B5EF4-FFF2-40B4-BE49-F238E27FC236}">
                    <a16:creationId xmlns:a16="http://schemas.microsoft.com/office/drawing/2014/main" id="{FDCADFBC-0ABE-5F5E-69D8-AEAD130EED7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8" name="직선 연결선 323">
                <a:extLst>
                  <a:ext uri="{FF2B5EF4-FFF2-40B4-BE49-F238E27FC236}">
                    <a16:creationId xmlns:a16="http://schemas.microsoft.com/office/drawing/2014/main" id="{FFD1558F-ACD6-04DB-9E08-AC31D5B085D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9" name="직선 연결선 324">
                <a:extLst>
                  <a:ext uri="{FF2B5EF4-FFF2-40B4-BE49-F238E27FC236}">
                    <a16:creationId xmlns:a16="http://schemas.microsoft.com/office/drawing/2014/main" id="{F798380A-971E-B328-FF50-C9FADA213DE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45" name="직선 연결선 326">
              <a:extLst>
                <a:ext uri="{FF2B5EF4-FFF2-40B4-BE49-F238E27FC236}">
                  <a16:creationId xmlns:a16="http://schemas.microsoft.com/office/drawing/2014/main" id="{C8B770A3-3F04-6A2C-EE60-AE36A880712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46" name="타원 1245">
              <a:extLst>
                <a:ext uri="{FF2B5EF4-FFF2-40B4-BE49-F238E27FC236}">
                  <a16:creationId xmlns:a16="http://schemas.microsoft.com/office/drawing/2014/main" id="{9F3AFF8B-6AF7-CB4F-40D3-123C9606C8D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56" name="직선 연결선 351">
            <a:extLst>
              <a:ext uri="{FF2B5EF4-FFF2-40B4-BE49-F238E27FC236}">
                <a16:creationId xmlns:a16="http://schemas.microsoft.com/office/drawing/2014/main" id="{7CC7EBD2-3743-5C9D-3569-4ABF640D5CDD}"/>
              </a:ext>
            </a:extLst>
          </p:cNvPr>
          <p:cNvCxnSpPr>
            <a:cxnSpLocks/>
          </p:cNvCxnSpPr>
          <p:nvPr/>
        </p:nvCxnSpPr>
        <p:spPr>
          <a:xfrm>
            <a:off x="1453624" y="420443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57" name="그룹 1256">
            <a:extLst>
              <a:ext uri="{FF2B5EF4-FFF2-40B4-BE49-F238E27FC236}">
                <a16:creationId xmlns:a16="http://schemas.microsoft.com/office/drawing/2014/main" id="{31E5D3C2-F003-D535-C4AA-171F34EADBFB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2912" y="4619309"/>
            <a:ext cx="148067" cy="108000"/>
            <a:chOff x="7409659" y="2902132"/>
            <a:chExt cx="317047" cy="239471"/>
          </a:xfrm>
        </p:grpSpPr>
        <p:grpSp>
          <p:nvGrpSpPr>
            <p:cNvPr id="1258" name="그룹 1257">
              <a:extLst>
                <a:ext uri="{FF2B5EF4-FFF2-40B4-BE49-F238E27FC236}">
                  <a16:creationId xmlns:a16="http://schemas.microsoft.com/office/drawing/2014/main" id="{AB060C49-4E9B-4D9F-BA8D-3023FB750E8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61" name="직선 연결선 322">
                <a:extLst>
                  <a:ext uri="{FF2B5EF4-FFF2-40B4-BE49-F238E27FC236}">
                    <a16:creationId xmlns:a16="http://schemas.microsoft.com/office/drawing/2014/main" id="{F35D8821-26C6-9A78-879F-035132A4F74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2" name="직선 연결선 323">
                <a:extLst>
                  <a:ext uri="{FF2B5EF4-FFF2-40B4-BE49-F238E27FC236}">
                    <a16:creationId xmlns:a16="http://schemas.microsoft.com/office/drawing/2014/main" id="{DE8B816C-0239-F979-CB71-227AFEF21E6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3" name="직선 연결선 324">
                <a:extLst>
                  <a:ext uri="{FF2B5EF4-FFF2-40B4-BE49-F238E27FC236}">
                    <a16:creationId xmlns:a16="http://schemas.microsoft.com/office/drawing/2014/main" id="{35601032-A2C0-AA7F-02A2-2D159641972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59" name="직선 연결선 326">
              <a:extLst>
                <a:ext uri="{FF2B5EF4-FFF2-40B4-BE49-F238E27FC236}">
                  <a16:creationId xmlns:a16="http://schemas.microsoft.com/office/drawing/2014/main" id="{B97DF9B3-D48D-5220-E979-378538BD3F6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60" name="타원 1259">
              <a:extLst>
                <a:ext uri="{FF2B5EF4-FFF2-40B4-BE49-F238E27FC236}">
                  <a16:creationId xmlns:a16="http://schemas.microsoft.com/office/drawing/2014/main" id="{2FE9D81D-F240-0F45-6583-39E7B350815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265" name="그룹 1264">
            <a:extLst>
              <a:ext uri="{FF2B5EF4-FFF2-40B4-BE49-F238E27FC236}">
                <a16:creationId xmlns:a16="http://schemas.microsoft.com/office/drawing/2014/main" id="{661E7843-B779-7E50-89CE-EBF30798F6B9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79080" y="5413078"/>
            <a:ext cx="57088" cy="108000"/>
            <a:chOff x="7604467" y="2108611"/>
            <a:chExt cx="122239" cy="239471"/>
          </a:xfrm>
        </p:grpSpPr>
        <p:grpSp>
          <p:nvGrpSpPr>
            <p:cNvPr id="1266" name="그룹 1265">
              <a:extLst>
                <a:ext uri="{FF2B5EF4-FFF2-40B4-BE49-F238E27FC236}">
                  <a16:creationId xmlns:a16="http://schemas.microsoft.com/office/drawing/2014/main" id="{CAD77AF5-8BB6-F02C-FE3E-56DC74F39C7D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68" name="직선 연결선 359">
                <a:extLst>
                  <a:ext uri="{FF2B5EF4-FFF2-40B4-BE49-F238E27FC236}">
                    <a16:creationId xmlns:a16="http://schemas.microsoft.com/office/drawing/2014/main" id="{AB256F8E-9FA6-6C76-EB57-9F1AF8DEE0B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9" name="직선 연결선 360">
                <a:extLst>
                  <a:ext uri="{FF2B5EF4-FFF2-40B4-BE49-F238E27FC236}">
                    <a16:creationId xmlns:a16="http://schemas.microsoft.com/office/drawing/2014/main" id="{237AB973-B97F-D1C9-BEFE-2D779D11F65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0" name="직선 연결선 361">
                <a:extLst>
                  <a:ext uri="{FF2B5EF4-FFF2-40B4-BE49-F238E27FC236}">
                    <a16:creationId xmlns:a16="http://schemas.microsoft.com/office/drawing/2014/main" id="{54CB2B12-0FB7-2752-F615-AF81E9D8A6F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67" name="직선 연결선 363">
              <a:extLst>
                <a:ext uri="{FF2B5EF4-FFF2-40B4-BE49-F238E27FC236}">
                  <a16:creationId xmlns:a16="http://schemas.microsoft.com/office/drawing/2014/main" id="{94E2F3AB-C188-B6B0-D65E-4049151BB64B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1" name="직선 연결선 351">
            <a:extLst>
              <a:ext uri="{FF2B5EF4-FFF2-40B4-BE49-F238E27FC236}">
                <a16:creationId xmlns:a16="http://schemas.microsoft.com/office/drawing/2014/main" id="{600B88DC-1C2B-E241-7413-3BA0384CE5E5}"/>
              </a:ext>
            </a:extLst>
          </p:cNvPr>
          <p:cNvCxnSpPr>
            <a:cxnSpLocks/>
          </p:cNvCxnSpPr>
          <p:nvPr/>
        </p:nvCxnSpPr>
        <p:spPr>
          <a:xfrm>
            <a:off x="1453624" y="507714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8" name="직선 연결선 351">
            <a:extLst>
              <a:ext uri="{FF2B5EF4-FFF2-40B4-BE49-F238E27FC236}">
                <a16:creationId xmlns:a16="http://schemas.microsoft.com/office/drawing/2014/main" id="{3A0328D3-A525-5C19-250E-9442A5E39117}"/>
              </a:ext>
            </a:extLst>
          </p:cNvPr>
          <p:cNvCxnSpPr>
            <a:cxnSpLocks/>
          </p:cNvCxnSpPr>
          <p:nvPr/>
        </p:nvCxnSpPr>
        <p:spPr>
          <a:xfrm>
            <a:off x="1453624" y="623020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5" name="직선 연결선 351">
            <a:extLst>
              <a:ext uri="{FF2B5EF4-FFF2-40B4-BE49-F238E27FC236}">
                <a16:creationId xmlns:a16="http://schemas.microsoft.com/office/drawing/2014/main" id="{BC63F8A6-4960-0002-1AE6-F38BB1973078}"/>
              </a:ext>
            </a:extLst>
          </p:cNvPr>
          <p:cNvCxnSpPr>
            <a:cxnSpLocks/>
          </p:cNvCxnSpPr>
          <p:nvPr/>
        </p:nvCxnSpPr>
        <p:spPr>
          <a:xfrm>
            <a:off x="4406032" y="543951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2" name="직선 연결선 351">
            <a:extLst>
              <a:ext uri="{FF2B5EF4-FFF2-40B4-BE49-F238E27FC236}">
                <a16:creationId xmlns:a16="http://schemas.microsoft.com/office/drawing/2014/main" id="{75487396-154A-D1B4-5330-3182C8D86FC3}"/>
              </a:ext>
            </a:extLst>
          </p:cNvPr>
          <p:cNvCxnSpPr>
            <a:cxnSpLocks/>
          </p:cNvCxnSpPr>
          <p:nvPr/>
        </p:nvCxnSpPr>
        <p:spPr>
          <a:xfrm>
            <a:off x="8155151" y="150527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9" name="직선 연결선 351">
            <a:extLst>
              <a:ext uri="{FF2B5EF4-FFF2-40B4-BE49-F238E27FC236}">
                <a16:creationId xmlns:a16="http://schemas.microsoft.com/office/drawing/2014/main" id="{1E62C7E5-966B-0210-3A22-16854F69F1C1}"/>
              </a:ext>
            </a:extLst>
          </p:cNvPr>
          <p:cNvCxnSpPr>
            <a:cxnSpLocks/>
          </p:cNvCxnSpPr>
          <p:nvPr/>
        </p:nvCxnSpPr>
        <p:spPr>
          <a:xfrm>
            <a:off x="6046313" y="507649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6" name="직선 연결선 351">
            <a:extLst>
              <a:ext uri="{FF2B5EF4-FFF2-40B4-BE49-F238E27FC236}">
                <a16:creationId xmlns:a16="http://schemas.microsoft.com/office/drawing/2014/main" id="{077848C1-0A3D-4706-6095-2489905579F6}"/>
              </a:ext>
            </a:extLst>
          </p:cNvPr>
          <p:cNvCxnSpPr>
            <a:cxnSpLocks/>
          </p:cNvCxnSpPr>
          <p:nvPr/>
        </p:nvCxnSpPr>
        <p:spPr>
          <a:xfrm>
            <a:off x="4638973" y="5504834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3" name="직선 연결선 351">
            <a:extLst>
              <a:ext uri="{FF2B5EF4-FFF2-40B4-BE49-F238E27FC236}">
                <a16:creationId xmlns:a16="http://schemas.microsoft.com/office/drawing/2014/main" id="{630D0A2A-269C-2240-A9FF-A381CE1A4F30}"/>
              </a:ext>
            </a:extLst>
          </p:cNvPr>
          <p:cNvCxnSpPr>
            <a:cxnSpLocks/>
          </p:cNvCxnSpPr>
          <p:nvPr/>
        </p:nvCxnSpPr>
        <p:spPr>
          <a:xfrm>
            <a:off x="4634661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5" name="직선 연결선[R] 1314">
            <a:extLst>
              <a:ext uri="{FF2B5EF4-FFF2-40B4-BE49-F238E27FC236}">
                <a16:creationId xmlns:a16="http://schemas.microsoft.com/office/drawing/2014/main" id="{027C6791-9F07-4906-74AA-1F9FDEF6AC8B}"/>
              </a:ext>
            </a:extLst>
          </p:cNvPr>
          <p:cNvCxnSpPr>
            <a:cxnSpLocks/>
          </p:cNvCxnSpPr>
          <p:nvPr/>
        </p:nvCxnSpPr>
        <p:spPr>
          <a:xfrm flipV="1">
            <a:off x="8030465" y="1441717"/>
            <a:ext cx="0" cy="1218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직선 연결선[R] 1316">
            <a:extLst>
              <a:ext uri="{FF2B5EF4-FFF2-40B4-BE49-F238E27FC236}">
                <a16:creationId xmlns:a16="http://schemas.microsoft.com/office/drawing/2014/main" id="{41C276D0-93BB-BA1A-2CB3-B648BDFFFDBB}"/>
              </a:ext>
            </a:extLst>
          </p:cNvPr>
          <p:cNvCxnSpPr>
            <a:cxnSpLocks/>
          </p:cNvCxnSpPr>
          <p:nvPr/>
        </p:nvCxnSpPr>
        <p:spPr>
          <a:xfrm>
            <a:off x="5011387" y="1555668"/>
            <a:ext cx="301907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1" name="직선 연결선[R] 1320">
            <a:extLst>
              <a:ext uri="{FF2B5EF4-FFF2-40B4-BE49-F238E27FC236}">
                <a16:creationId xmlns:a16="http://schemas.microsoft.com/office/drawing/2014/main" id="{D1CB30AF-2D1C-1798-9CE6-F6443AF70131}"/>
              </a:ext>
            </a:extLst>
          </p:cNvPr>
          <p:cNvCxnSpPr>
            <a:cxnSpLocks/>
          </p:cNvCxnSpPr>
          <p:nvPr/>
        </p:nvCxnSpPr>
        <p:spPr>
          <a:xfrm flipH="1" flipV="1">
            <a:off x="5007981" y="1555668"/>
            <a:ext cx="1" cy="35161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5" name="직선 연결선 351">
            <a:extLst>
              <a:ext uri="{FF2B5EF4-FFF2-40B4-BE49-F238E27FC236}">
                <a16:creationId xmlns:a16="http://schemas.microsoft.com/office/drawing/2014/main" id="{67E2D020-64B3-73B2-760B-70812927A8C7}"/>
              </a:ext>
            </a:extLst>
          </p:cNvPr>
          <p:cNvCxnSpPr>
            <a:cxnSpLocks/>
          </p:cNvCxnSpPr>
          <p:nvPr/>
        </p:nvCxnSpPr>
        <p:spPr>
          <a:xfrm>
            <a:off x="7976465" y="150329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4BE1EBAB-020F-682C-F953-AE6444B50756}"/>
              </a:ext>
            </a:extLst>
          </p:cNvPr>
          <p:cNvSpPr>
            <a:spLocks/>
          </p:cNvSpPr>
          <p:nvPr/>
        </p:nvSpPr>
        <p:spPr>
          <a:xfrm>
            <a:off x="8958860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933F056-345A-98EE-0F93-D078B8303FA8}"/>
              </a:ext>
            </a:extLst>
          </p:cNvPr>
          <p:cNvSpPr>
            <a:spLocks/>
          </p:cNvSpPr>
          <p:nvPr/>
        </p:nvSpPr>
        <p:spPr>
          <a:xfrm>
            <a:off x="8959411" y="4604040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master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" name="직선 연결선[R] 12">
            <a:extLst>
              <a:ext uri="{FF2B5EF4-FFF2-40B4-BE49-F238E27FC236}">
                <a16:creationId xmlns:a16="http://schemas.microsoft.com/office/drawing/2014/main" id="{122A21C7-E0FC-09A6-9EA5-B454BA4439F8}"/>
              </a:ext>
            </a:extLst>
          </p:cNvPr>
          <p:cNvCxnSpPr>
            <a:cxnSpLocks/>
            <a:stCxn id="2" idx="1"/>
            <a:endCxn id="794" idx="3"/>
          </p:cNvCxnSpPr>
          <p:nvPr/>
        </p:nvCxnSpPr>
        <p:spPr>
          <a:xfrm flipH="1">
            <a:off x="8588471" y="3924916"/>
            <a:ext cx="37038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[R] 16">
            <a:extLst>
              <a:ext uri="{FF2B5EF4-FFF2-40B4-BE49-F238E27FC236}">
                <a16:creationId xmlns:a16="http://schemas.microsoft.com/office/drawing/2014/main" id="{410F026D-0AA1-4C9C-5224-AC3D93B24CAE}"/>
              </a:ext>
            </a:extLst>
          </p:cNvPr>
          <p:cNvCxnSpPr>
            <a:cxnSpLocks/>
            <a:stCxn id="12" idx="1"/>
            <a:endCxn id="796" idx="3"/>
          </p:cNvCxnSpPr>
          <p:nvPr/>
        </p:nvCxnSpPr>
        <p:spPr>
          <a:xfrm flipH="1">
            <a:off x="8588471" y="4820040"/>
            <a:ext cx="370940" cy="10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[R] 40">
            <a:extLst>
              <a:ext uri="{FF2B5EF4-FFF2-40B4-BE49-F238E27FC236}">
                <a16:creationId xmlns:a16="http://schemas.microsoft.com/office/drawing/2014/main" id="{9944E3F1-C92B-F477-7FFC-D43FF674F0A2}"/>
              </a:ext>
            </a:extLst>
          </p:cNvPr>
          <p:cNvCxnSpPr>
            <a:cxnSpLocks/>
            <a:stCxn id="12" idx="0"/>
            <a:endCxn id="2" idx="2"/>
          </p:cNvCxnSpPr>
          <p:nvPr/>
        </p:nvCxnSpPr>
        <p:spPr>
          <a:xfrm flipH="1" flipV="1">
            <a:off x="9318860" y="4140916"/>
            <a:ext cx="551" cy="46312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5" name="직선 연결선 351">
            <a:extLst>
              <a:ext uri="{FF2B5EF4-FFF2-40B4-BE49-F238E27FC236}">
                <a16:creationId xmlns:a16="http://schemas.microsoft.com/office/drawing/2014/main" id="{1B5FF67C-5C94-B4DE-4B43-20C60A117E6E}"/>
              </a:ext>
            </a:extLst>
          </p:cNvPr>
          <p:cNvCxnSpPr>
            <a:cxnSpLocks/>
          </p:cNvCxnSpPr>
          <p:nvPr/>
        </p:nvCxnSpPr>
        <p:spPr>
          <a:xfrm>
            <a:off x="8901748" y="386987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48" name="그룹 947">
            <a:extLst>
              <a:ext uri="{FF2B5EF4-FFF2-40B4-BE49-F238E27FC236}">
                <a16:creationId xmlns:a16="http://schemas.microsoft.com/office/drawing/2014/main" id="{E121ED1C-4771-1863-8FB4-5FCCA6AA9DF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9347" y="3870916"/>
            <a:ext cx="148067" cy="108000"/>
            <a:chOff x="7409659" y="2902132"/>
            <a:chExt cx="317047" cy="239471"/>
          </a:xfrm>
        </p:grpSpPr>
        <p:grpSp>
          <p:nvGrpSpPr>
            <p:cNvPr id="949" name="그룹 948">
              <a:extLst>
                <a:ext uri="{FF2B5EF4-FFF2-40B4-BE49-F238E27FC236}">
                  <a16:creationId xmlns:a16="http://schemas.microsoft.com/office/drawing/2014/main" id="{74BE99DE-6C95-970D-7DF7-CB69F7D788F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53" name="직선 연결선 322">
                <a:extLst>
                  <a:ext uri="{FF2B5EF4-FFF2-40B4-BE49-F238E27FC236}">
                    <a16:creationId xmlns:a16="http://schemas.microsoft.com/office/drawing/2014/main" id="{590ECC44-5A5F-9A97-46A4-EE6DF579C6B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5" name="직선 연결선 323">
                <a:extLst>
                  <a:ext uri="{FF2B5EF4-FFF2-40B4-BE49-F238E27FC236}">
                    <a16:creationId xmlns:a16="http://schemas.microsoft.com/office/drawing/2014/main" id="{6E7B4A10-AF08-8B62-DA40-450B8C83EAA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6" name="직선 연결선 324">
                <a:extLst>
                  <a:ext uri="{FF2B5EF4-FFF2-40B4-BE49-F238E27FC236}">
                    <a16:creationId xmlns:a16="http://schemas.microsoft.com/office/drawing/2014/main" id="{3F27F6F9-431C-C64D-1624-7D7BABC1C16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50" name="직선 연결선 326">
              <a:extLst>
                <a:ext uri="{FF2B5EF4-FFF2-40B4-BE49-F238E27FC236}">
                  <a16:creationId xmlns:a16="http://schemas.microsoft.com/office/drawing/2014/main" id="{161677F6-BDFF-D922-6144-B5DC9208A1A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2" name="타원 951">
              <a:extLst>
                <a:ext uri="{FF2B5EF4-FFF2-40B4-BE49-F238E27FC236}">
                  <a16:creationId xmlns:a16="http://schemas.microsoft.com/office/drawing/2014/main" id="{E37922E2-A0A6-4D30-E4CF-32B3B4DC43F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959" name="직선 연결선 351">
            <a:extLst>
              <a:ext uri="{FF2B5EF4-FFF2-40B4-BE49-F238E27FC236}">
                <a16:creationId xmlns:a16="http://schemas.microsoft.com/office/drawing/2014/main" id="{3EB2586F-407E-E471-68CA-8A11BCA19D0F}"/>
              </a:ext>
            </a:extLst>
          </p:cNvPr>
          <p:cNvCxnSpPr>
            <a:cxnSpLocks/>
          </p:cNvCxnSpPr>
          <p:nvPr/>
        </p:nvCxnSpPr>
        <p:spPr>
          <a:xfrm>
            <a:off x="9265772" y="419395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71" name="그룹 970">
            <a:extLst>
              <a:ext uri="{FF2B5EF4-FFF2-40B4-BE49-F238E27FC236}">
                <a16:creationId xmlns:a16="http://schemas.microsoft.com/office/drawing/2014/main" id="{1292D94B-0BBE-208A-DEA0-C3CEC114E500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9292396" y="4515904"/>
            <a:ext cx="57088" cy="108000"/>
            <a:chOff x="7604467" y="2108611"/>
            <a:chExt cx="122239" cy="239471"/>
          </a:xfrm>
        </p:grpSpPr>
        <p:grpSp>
          <p:nvGrpSpPr>
            <p:cNvPr id="973" name="그룹 972">
              <a:extLst>
                <a:ext uri="{FF2B5EF4-FFF2-40B4-BE49-F238E27FC236}">
                  <a16:creationId xmlns:a16="http://schemas.microsoft.com/office/drawing/2014/main" id="{8FD992D6-DC89-67B4-02E6-822EB53FA1C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08" name="직선 연결선 359">
                <a:extLst>
                  <a:ext uri="{FF2B5EF4-FFF2-40B4-BE49-F238E27FC236}">
                    <a16:creationId xmlns:a16="http://schemas.microsoft.com/office/drawing/2014/main" id="{1B11E80A-FE62-FFF3-CB3E-A2F300C052E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9" name="직선 연결선 360">
                <a:extLst>
                  <a:ext uri="{FF2B5EF4-FFF2-40B4-BE49-F238E27FC236}">
                    <a16:creationId xmlns:a16="http://schemas.microsoft.com/office/drawing/2014/main" id="{05A061EC-B112-6079-5DC0-93045BD5B88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0" name="직선 연결선 361">
                <a:extLst>
                  <a:ext uri="{FF2B5EF4-FFF2-40B4-BE49-F238E27FC236}">
                    <a16:creationId xmlns:a16="http://schemas.microsoft.com/office/drawing/2014/main" id="{FA7638F1-D70D-8104-7BDB-8A8B8A16F06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06" name="직선 연결선 363">
              <a:extLst>
                <a:ext uri="{FF2B5EF4-FFF2-40B4-BE49-F238E27FC236}">
                  <a16:creationId xmlns:a16="http://schemas.microsoft.com/office/drawing/2014/main" id="{8270F2C4-2085-2701-3034-3329515F9684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44" name="그룹 1143">
            <a:extLst>
              <a:ext uri="{FF2B5EF4-FFF2-40B4-BE49-F238E27FC236}">
                <a16:creationId xmlns:a16="http://schemas.microsoft.com/office/drawing/2014/main" id="{61CBBA04-3A80-DEAC-E331-24DBA97E47FB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471" y="4767101"/>
            <a:ext cx="148067" cy="108000"/>
            <a:chOff x="7409659" y="2902132"/>
            <a:chExt cx="317047" cy="239471"/>
          </a:xfrm>
        </p:grpSpPr>
        <p:grpSp>
          <p:nvGrpSpPr>
            <p:cNvPr id="1145" name="그룹 1144">
              <a:extLst>
                <a:ext uri="{FF2B5EF4-FFF2-40B4-BE49-F238E27FC236}">
                  <a16:creationId xmlns:a16="http://schemas.microsoft.com/office/drawing/2014/main" id="{69C51799-283E-1BBD-C5B0-2A1D4FB2BF3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177" name="직선 연결선 322">
                <a:extLst>
                  <a:ext uri="{FF2B5EF4-FFF2-40B4-BE49-F238E27FC236}">
                    <a16:creationId xmlns:a16="http://schemas.microsoft.com/office/drawing/2014/main" id="{173287B3-0717-E66C-8D1F-E8BCC9B0F29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8" name="직선 연결선 323">
                <a:extLst>
                  <a:ext uri="{FF2B5EF4-FFF2-40B4-BE49-F238E27FC236}">
                    <a16:creationId xmlns:a16="http://schemas.microsoft.com/office/drawing/2014/main" id="{4CF59387-5A76-A5C4-B7F5-A0F37BC8FC7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0" name="직선 연결선 324">
                <a:extLst>
                  <a:ext uri="{FF2B5EF4-FFF2-40B4-BE49-F238E27FC236}">
                    <a16:creationId xmlns:a16="http://schemas.microsoft.com/office/drawing/2014/main" id="{0FE589FA-B28E-E4D4-04D7-47DD2660D49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74" name="직선 연결선 326">
              <a:extLst>
                <a:ext uri="{FF2B5EF4-FFF2-40B4-BE49-F238E27FC236}">
                  <a16:creationId xmlns:a16="http://schemas.microsoft.com/office/drawing/2014/main" id="{FA51EC10-9252-A130-111D-F851718526A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76" name="타원 1175">
              <a:extLst>
                <a:ext uri="{FF2B5EF4-FFF2-40B4-BE49-F238E27FC236}">
                  <a16:creationId xmlns:a16="http://schemas.microsoft.com/office/drawing/2014/main" id="{E8891C66-BFCE-AE6C-8037-C96F1A201CD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790" name="직선 연결선 351">
            <a:extLst>
              <a:ext uri="{FF2B5EF4-FFF2-40B4-BE49-F238E27FC236}">
                <a16:creationId xmlns:a16="http://schemas.microsoft.com/office/drawing/2014/main" id="{33339BCF-E72A-3650-DC8F-22B9183D2081}"/>
              </a:ext>
            </a:extLst>
          </p:cNvPr>
          <p:cNvCxnSpPr>
            <a:cxnSpLocks/>
          </p:cNvCxnSpPr>
          <p:nvPr/>
        </p:nvCxnSpPr>
        <p:spPr>
          <a:xfrm>
            <a:off x="8908920" y="476710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1" name="직사각형 800">
            <a:extLst>
              <a:ext uri="{FF2B5EF4-FFF2-40B4-BE49-F238E27FC236}">
                <a16:creationId xmlns:a16="http://schemas.microsoft.com/office/drawing/2014/main" id="{1B376327-FB30-CAB0-F4FB-65B7D865318F}"/>
              </a:ext>
            </a:extLst>
          </p:cNvPr>
          <p:cNvSpPr>
            <a:spLocks/>
          </p:cNvSpPr>
          <p:nvPr/>
        </p:nvSpPr>
        <p:spPr>
          <a:xfrm>
            <a:off x="6417494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07" name="직선 연결선[R] 806">
            <a:extLst>
              <a:ext uri="{FF2B5EF4-FFF2-40B4-BE49-F238E27FC236}">
                <a16:creationId xmlns:a16="http://schemas.microsoft.com/office/drawing/2014/main" id="{F1AE232E-FD7A-D414-2606-77EB55E2A71D}"/>
              </a:ext>
            </a:extLst>
          </p:cNvPr>
          <p:cNvCxnSpPr>
            <a:cxnSpLocks/>
          </p:cNvCxnSpPr>
          <p:nvPr/>
        </p:nvCxnSpPr>
        <p:spPr>
          <a:xfrm flipH="1">
            <a:off x="6027906" y="211130"/>
            <a:ext cx="36888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3" name="그룹 852">
            <a:extLst>
              <a:ext uri="{FF2B5EF4-FFF2-40B4-BE49-F238E27FC236}">
                <a16:creationId xmlns:a16="http://schemas.microsoft.com/office/drawing/2014/main" id="{6FEA3609-B1C1-0837-9D3A-976EB311D91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6027906" y="157130"/>
            <a:ext cx="148067" cy="108000"/>
            <a:chOff x="7409659" y="2902132"/>
            <a:chExt cx="317047" cy="239471"/>
          </a:xfrm>
        </p:grpSpPr>
        <p:grpSp>
          <p:nvGrpSpPr>
            <p:cNvPr id="854" name="그룹 853">
              <a:extLst>
                <a:ext uri="{FF2B5EF4-FFF2-40B4-BE49-F238E27FC236}">
                  <a16:creationId xmlns:a16="http://schemas.microsoft.com/office/drawing/2014/main" id="{95615018-8A68-3FEE-9036-D4DB66DD443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18" name="직선 연결선 322">
                <a:extLst>
                  <a:ext uri="{FF2B5EF4-FFF2-40B4-BE49-F238E27FC236}">
                    <a16:creationId xmlns:a16="http://schemas.microsoft.com/office/drawing/2014/main" id="{0A26403D-843F-CBBA-FAE6-B2AF330E271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19" name="직선 연결선 323">
                <a:extLst>
                  <a:ext uri="{FF2B5EF4-FFF2-40B4-BE49-F238E27FC236}">
                    <a16:creationId xmlns:a16="http://schemas.microsoft.com/office/drawing/2014/main" id="{675F12AF-EDA0-4A01-1258-036450638BB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20" name="직선 연결선 324">
                <a:extLst>
                  <a:ext uri="{FF2B5EF4-FFF2-40B4-BE49-F238E27FC236}">
                    <a16:creationId xmlns:a16="http://schemas.microsoft.com/office/drawing/2014/main" id="{589999FC-D3DA-133C-5BC1-C4A8DAE8529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14" name="직선 연결선 326">
              <a:extLst>
                <a:ext uri="{FF2B5EF4-FFF2-40B4-BE49-F238E27FC236}">
                  <a16:creationId xmlns:a16="http://schemas.microsoft.com/office/drawing/2014/main" id="{E942333F-05F3-E856-D0D1-24504F5DF34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16" name="타원 1315">
              <a:extLst>
                <a:ext uri="{FF2B5EF4-FFF2-40B4-BE49-F238E27FC236}">
                  <a16:creationId xmlns:a16="http://schemas.microsoft.com/office/drawing/2014/main" id="{1B605938-DCF9-50A1-0A3A-756DB6896AD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22" name="직선 연결선 351">
            <a:extLst>
              <a:ext uri="{FF2B5EF4-FFF2-40B4-BE49-F238E27FC236}">
                <a16:creationId xmlns:a16="http://schemas.microsoft.com/office/drawing/2014/main" id="{CE6A326F-08BC-46AD-6FF2-7E166EA3D462}"/>
              </a:ext>
            </a:extLst>
          </p:cNvPr>
          <p:cNvCxnSpPr>
            <a:cxnSpLocks/>
          </p:cNvCxnSpPr>
          <p:nvPr/>
        </p:nvCxnSpPr>
        <p:spPr>
          <a:xfrm>
            <a:off x="6342679" y="16386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3" name="직사각형 1342">
            <a:extLst>
              <a:ext uri="{FF2B5EF4-FFF2-40B4-BE49-F238E27FC236}">
                <a16:creationId xmlns:a16="http://schemas.microsoft.com/office/drawing/2014/main" id="{0A429890-D4D5-CF45-E2D1-C024C339C29F}"/>
              </a:ext>
            </a:extLst>
          </p:cNvPr>
          <p:cNvSpPr>
            <a:spLocks/>
          </p:cNvSpPr>
          <p:nvPr/>
        </p:nvSpPr>
        <p:spPr>
          <a:xfrm>
            <a:off x="6421325" y="584813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benefit</a:t>
            </a:r>
          </a:p>
        </p:txBody>
      </p:sp>
      <p:sp>
        <p:nvSpPr>
          <p:cNvPr id="1344" name="직사각형 1343">
            <a:extLst>
              <a:ext uri="{FF2B5EF4-FFF2-40B4-BE49-F238E27FC236}">
                <a16:creationId xmlns:a16="http://schemas.microsoft.com/office/drawing/2014/main" id="{924BA785-7C9D-538A-1AE5-1053A0033FD0}"/>
              </a:ext>
            </a:extLst>
          </p:cNvPr>
          <p:cNvSpPr>
            <a:spLocks/>
          </p:cNvSpPr>
          <p:nvPr/>
        </p:nvSpPr>
        <p:spPr>
          <a:xfrm>
            <a:off x="6418531" y="1063587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condition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45" name="직선 연결선[R] 1344">
            <a:extLst>
              <a:ext uri="{FF2B5EF4-FFF2-40B4-BE49-F238E27FC236}">
                <a16:creationId xmlns:a16="http://schemas.microsoft.com/office/drawing/2014/main" id="{A4A3F48B-5B6C-CD7F-958D-BD0A11BFBBD6}"/>
              </a:ext>
            </a:extLst>
          </p:cNvPr>
          <p:cNvCxnSpPr>
            <a:cxnSpLocks/>
          </p:cNvCxnSpPr>
          <p:nvPr/>
        </p:nvCxnSpPr>
        <p:spPr>
          <a:xfrm flipH="1">
            <a:off x="6027906" y="331152"/>
            <a:ext cx="2635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7" name="직선 연결선[R] 1346">
            <a:extLst>
              <a:ext uri="{FF2B5EF4-FFF2-40B4-BE49-F238E27FC236}">
                <a16:creationId xmlns:a16="http://schemas.microsoft.com/office/drawing/2014/main" id="{90750364-1339-467D-7789-FBAC11F26E87}"/>
              </a:ext>
            </a:extLst>
          </p:cNvPr>
          <p:cNvCxnSpPr>
            <a:cxnSpLocks/>
            <a:stCxn id="1343" idx="1"/>
          </p:cNvCxnSpPr>
          <p:nvPr/>
        </p:nvCxnSpPr>
        <p:spPr>
          <a:xfrm flipH="1">
            <a:off x="6291470" y="800813"/>
            <a:ext cx="12985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0" name="직선 연결선[R] 1349">
            <a:extLst>
              <a:ext uri="{FF2B5EF4-FFF2-40B4-BE49-F238E27FC236}">
                <a16:creationId xmlns:a16="http://schemas.microsoft.com/office/drawing/2014/main" id="{78ADE2FA-84ED-4845-229D-4ACFF0ADE40E}"/>
              </a:ext>
            </a:extLst>
          </p:cNvPr>
          <p:cNvCxnSpPr>
            <a:cxnSpLocks/>
          </p:cNvCxnSpPr>
          <p:nvPr/>
        </p:nvCxnSpPr>
        <p:spPr>
          <a:xfrm>
            <a:off x="6292415" y="345831"/>
            <a:ext cx="0" cy="45853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직선 연결선[R] 1356">
            <a:extLst>
              <a:ext uri="{FF2B5EF4-FFF2-40B4-BE49-F238E27FC236}">
                <a16:creationId xmlns:a16="http://schemas.microsoft.com/office/drawing/2014/main" id="{813CD18B-7CE0-40F6-C18B-4D8D0D85BC91}"/>
              </a:ext>
            </a:extLst>
          </p:cNvPr>
          <p:cNvCxnSpPr>
            <a:cxnSpLocks/>
            <a:stCxn id="1344" idx="1"/>
          </p:cNvCxnSpPr>
          <p:nvPr/>
        </p:nvCxnSpPr>
        <p:spPr>
          <a:xfrm flipH="1">
            <a:off x="6211957" y="1279587"/>
            <a:ext cx="20657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직선 연결선[R] 1360">
            <a:extLst>
              <a:ext uri="{FF2B5EF4-FFF2-40B4-BE49-F238E27FC236}">
                <a16:creationId xmlns:a16="http://schemas.microsoft.com/office/drawing/2014/main" id="{037AB9DA-ABF1-7377-6C85-13D590B80487}"/>
              </a:ext>
            </a:extLst>
          </p:cNvPr>
          <p:cNvCxnSpPr>
            <a:cxnSpLocks/>
          </p:cNvCxnSpPr>
          <p:nvPr/>
        </p:nvCxnSpPr>
        <p:spPr>
          <a:xfrm>
            <a:off x="6216215" y="457200"/>
            <a:ext cx="0" cy="8249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4" name="직선 연결선[R] 1363">
            <a:extLst>
              <a:ext uri="{FF2B5EF4-FFF2-40B4-BE49-F238E27FC236}">
                <a16:creationId xmlns:a16="http://schemas.microsoft.com/office/drawing/2014/main" id="{A3D998BD-0411-4B36-AD3C-CC97D0557D2E}"/>
              </a:ext>
            </a:extLst>
          </p:cNvPr>
          <p:cNvCxnSpPr>
            <a:cxnSpLocks/>
          </p:cNvCxnSpPr>
          <p:nvPr/>
        </p:nvCxnSpPr>
        <p:spPr>
          <a:xfrm flipH="1">
            <a:off x="6027906" y="448765"/>
            <a:ext cx="18902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66" name="그룹 1365">
            <a:extLst>
              <a:ext uri="{FF2B5EF4-FFF2-40B4-BE49-F238E27FC236}">
                <a16:creationId xmlns:a16="http://schemas.microsoft.com/office/drawing/2014/main" id="{84E5DA5C-0E89-B7F6-2066-8F5519EB1824}"/>
              </a:ext>
            </a:extLst>
          </p:cNvPr>
          <p:cNvGrpSpPr>
            <a:grpSpLocks noChangeAspect="1"/>
          </p:cNvGrpSpPr>
          <p:nvPr/>
        </p:nvGrpSpPr>
        <p:grpSpPr>
          <a:xfrm>
            <a:off x="6347363" y="746146"/>
            <a:ext cx="70242" cy="108000"/>
            <a:chOff x="7604467" y="2108611"/>
            <a:chExt cx="122239" cy="239471"/>
          </a:xfrm>
        </p:grpSpPr>
        <p:grpSp>
          <p:nvGrpSpPr>
            <p:cNvPr id="1367" name="그룹 1366">
              <a:extLst>
                <a:ext uri="{FF2B5EF4-FFF2-40B4-BE49-F238E27FC236}">
                  <a16:creationId xmlns:a16="http://schemas.microsoft.com/office/drawing/2014/main" id="{1AEF654C-491D-A1A5-C545-4DFC3C4A5ED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69" name="직선 연결선 359">
                <a:extLst>
                  <a:ext uri="{FF2B5EF4-FFF2-40B4-BE49-F238E27FC236}">
                    <a16:creationId xmlns:a16="http://schemas.microsoft.com/office/drawing/2014/main" id="{22FF0442-1CFB-A122-1AE4-D3DB46BD12B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0" name="직선 연결선 360">
                <a:extLst>
                  <a:ext uri="{FF2B5EF4-FFF2-40B4-BE49-F238E27FC236}">
                    <a16:creationId xmlns:a16="http://schemas.microsoft.com/office/drawing/2014/main" id="{6CC2224A-DA34-C4A6-B2DF-7AF410527B9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1" name="직선 연결선 361">
                <a:extLst>
                  <a:ext uri="{FF2B5EF4-FFF2-40B4-BE49-F238E27FC236}">
                    <a16:creationId xmlns:a16="http://schemas.microsoft.com/office/drawing/2014/main" id="{18E388BD-CFA6-E8CD-754A-42E1F3BDF97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68" name="직선 연결선 363">
              <a:extLst>
                <a:ext uri="{FF2B5EF4-FFF2-40B4-BE49-F238E27FC236}">
                  <a16:creationId xmlns:a16="http://schemas.microsoft.com/office/drawing/2014/main" id="{EE1E1303-6D56-77BC-D5A8-D7C4CA1A31B9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72" name="그룹 1371">
            <a:extLst>
              <a:ext uri="{FF2B5EF4-FFF2-40B4-BE49-F238E27FC236}">
                <a16:creationId xmlns:a16="http://schemas.microsoft.com/office/drawing/2014/main" id="{CDB48912-E6F3-CEE7-2016-75759090356F}"/>
              </a:ext>
            </a:extLst>
          </p:cNvPr>
          <p:cNvGrpSpPr>
            <a:grpSpLocks noChangeAspect="1"/>
          </p:cNvGrpSpPr>
          <p:nvPr/>
        </p:nvGrpSpPr>
        <p:grpSpPr>
          <a:xfrm>
            <a:off x="6264787" y="1224761"/>
            <a:ext cx="148067" cy="108000"/>
            <a:chOff x="7409659" y="2902132"/>
            <a:chExt cx="317047" cy="239471"/>
          </a:xfrm>
        </p:grpSpPr>
        <p:grpSp>
          <p:nvGrpSpPr>
            <p:cNvPr id="1373" name="그룹 1372">
              <a:extLst>
                <a:ext uri="{FF2B5EF4-FFF2-40B4-BE49-F238E27FC236}">
                  <a16:creationId xmlns:a16="http://schemas.microsoft.com/office/drawing/2014/main" id="{9D857783-5173-030C-0C42-5697BC17B6D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76" name="직선 연결선 322">
                <a:extLst>
                  <a:ext uri="{FF2B5EF4-FFF2-40B4-BE49-F238E27FC236}">
                    <a16:creationId xmlns:a16="http://schemas.microsoft.com/office/drawing/2014/main" id="{79A917E2-22F3-B41F-67F3-8B0B56FBE46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7" name="직선 연결선 323">
                <a:extLst>
                  <a:ext uri="{FF2B5EF4-FFF2-40B4-BE49-F238E27FC236}">
                    <a16:creationId xmlns:a16="http://schemas.microsoft.com/office/drawing/2014/main" id="{8D80AE5C-4BFE-1CE4-1056-12E70C91D9B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8" name="직선 연결선 324">
                <a:extLst>
                  <a:ext uri="{FF2B5EF4-FFF2-40B4-BE49-F238E27FC236}">
                    <a16:creationId xmlns:a16="http://schemas.microsoft.com/office/drawing/2014/main" id="{5CB681D4-A403-A5CA-FC28-84D6B68B503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74" name="직선 연결선 326">
              <a:extLst>
                <a:ext uri="{FF2B5EF4-FFF2-40B4-BE49-F238E27FC236}">
                  <a16:creationId xmlns:a16="http://schemas.microsoft.com/office/drawing/2014/main" id="{F9D5CCDC-D8F6-506F-5419-857954481B3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75" name="타원 1374">
              <a:extLst>
                <a:ext uri="{FF2B5EF4-FFF2-40B4-BE49-F238E27FC236}">
                  <a16:creationId xmlns:a16="http://schemas.microsoft.com/office/drawing/2014/main" id="{1351FC84-46D5-AADF-9A54-6AE715B427A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82" name="직선 연결선 351">
            <a:extLst>
              <a:ext uri="{FF2B5EF4-FFF2-40B4-BE49-F238E27FC236}">
                <a16:creationId xmlns:a16="http://schemas.microsoft.com/office/drawing/2014/main" id="{9003DBEB-A7BF-2D6D-5DCD-B3F96B42B973}"/>
              </a:ext>
            </a:extLst>
          </p:cNvPr>
          <p:cNvCxnSpPr>
            <a:cxnSpLocks/>
          </p:cNvCxnSpPr>
          <p:nvPr/>
        </p:nvCxnSpPr>
        <p:spPr>
          <a:xfrm>
            <a:off x="6086060" y="26897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3" name="직선 연결선 351">
            <a:extLst>
              <a:ext uri="{FF2B5EF4-FFF2-40B4-BE49-F238E27FC236}">
                <a16:creationId xmlns:a16="http://schemas.microsoft.com/office/drawing/2014/main" id="{D6867BB4-8C8C-2639-85D4-097756C57963}"/>
              </a:ext>
            </a:extLst>
          </p:cNvPr>
          <p:cNvCxnSpPr>
            <a:cxnSpLocks/>
          </p:cNvCxnSpPr>
          <p:nvPr/>
        </p:nvCxnSpPr>
        <p:spPr>
          <a:xfrm>
            <a:off x="6082746" y="39156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6" name="직사각형 1385">
            <a:extLst>
              <a:ext uri="{FF2B5EF4-FFF2-40B4-BE49-F238E27FC236}">
                <a16:creationId xmlns:a16="http://schemas.microsoft.com/office/drawing/2014/main" id="{64F244EE-510E-0F9F-2140-9691F95F770C}"/>
              </a:ext>
            </a:extLst>
          </p:cNvPr>
          <p:cNvSpPr>
            <a:spLocks/>
          </p:cNvSpPr>
          <p:nvPr/>
        </p:nvSpPr>
        <p:spPr>
          <a:xfrm>
            <a:off x="1147624" y="276689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charge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7" name="직사각형 1386">
            <a:extLst>
              <a:ext uri="{FF2B5EF4-FFF2-40B4-BE49-F238E27FC236}">
                <a16:creationId xmlns:a16="http://schemas.microsoft.com/office/drawing/2014/main" id="{7C16BE75-4C7E-42FD-3E02-A1A16AC64597}"/>
              </a:ext>
            </a:extLst>
          </p:cNvPr>
          <p:cNvSpPr>
            <a:spLocks/>
          </p:cNvSpPr>
          <p:nvPr/>
        </p:nvSpPr>
        <p:spPr>
          <a:xfrm>
            <a:off x="1147624" y="128676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8" name="직사각형 1387">
            <a:extLst>
              <a:ext uri="{FF2B5EF4-FFF2-40B4-BE49-F238E27FC236}">
                <a16:creationId xmlns:a16="http://schemas.microsoft.com/office/drawing/2014/main" id="{9B1D8066-C108-FD83-F740-2B0B40F877DD}"/>
              </a:ext>
            </a:extLst>
          </p:cNvPr>
          <p:cNvSpPr>
            <a:spLocks/>
          </p:cNvSpPr>
          <p:nvPr/>
        </p:nvSpPr>
        <p:spPr>
          <a:xfrm>
            <a:off x="1147624" y="388624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92" name="직선 연결선[R] 1391">
            <a:extLst>
              <a:ext uri="{FF2B5EF4-FFF2-40B4-BE49-F238E27FC236}">
                <a16:creationId xmlns:a16="http://schemas.microsoft.com/office/drawing/2014/main" id="{943CEB69-7023-78B0-99F7-4D4B4E051660}"/>
              </a:ext>
            </a:extLst>
          </p:cNvPr>
          <p:cNvCxnSpPr>
            <a:cxnSpLocks/>
            <a:stCxn id="942" idx="1"/>
            <a:endCxn id="1388" idx="3"/>
          </p:cNvCxnSpPr>
          <p:nvPr/>
        </p:nvCxnSpPr>
        <p:spPr>
          <a:xfrm flipH="1">
            <a:off x="1867624" y="601719"/>
            <a:ext cx="64580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5" name="직선 연결선[R] 1394">
            <a:extLst>
              <a:ext uri="{FF2B5EF4-FFF2-40B4-BE49-F238E27FC236}">
                <a16:creationId xmlns:a16="http://schemas.microsoft.com/office/drawing/2014/main" id="{FC8834CE-2749-6DFF-FE3A-4C4C4DF12346}"/>
              </a:ext>
            </a:extLst>
          </p:cNvPr>
          <p:cNvCxnSpPr>
            <a:cxnSpLocks/>
            <a:endCxn id="1386" idx="3"/>
          </p:cNvCxnSpPr>
          <p:nvPr/>
        </p:nvCxnSpPr>
        <p:spPr>
          <a:xfrm flipH="1">
            <a:off x="1867624" y="2982895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9" name="직선 연결선[R] 1398">
            <a:extLst>
              <a:ext uri="{FF2B5EF4-FFF2-40B4-BE49-F238E27FC236}">
                <a16:creationId xmlns:a16="http://schemas.microsoft.com/office/drawing/2014/main" id="{1537B785-8867-869E-50C6-76F5B1529250}"/>
              </a:ext>
            </a:extLst>
          </p:cNvPr>
          <p:cNvCxnSpPr>
            <a:cxnSpLocks/>
          </p:cNvCxnSpPr>
          <p:nvPr/>
        </p:nvCxnSpPr>
        <p:spPr>
          <a:xfrm flipV="1">
            <a:off x="4001010" y="2781100"/>
            <a:ext cx="0" cy="2083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4" name="그룹 1403">
            <a:extLst>
              <a:ext uri="{FF2B5EF4-FFF2-40B4-BE49-F238E27FC236}">
                <a16:creationId xmlns:a16="http://schemas.microsoft.com/office/drawing/2014/main" id="{94836399-5BC8-3B59-A8B3-2EEB3022EAB3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1876" y="2928960"/>
            <a:ext cx="57088" cy="108000"/>
            <a:chOff x="7604467" y="2108611"/>
            <a:chExt cx="122239" cy="239471"/>
          </a:xfrm>
        </p:grpSpPr>
        <p:grpSp>
          <p:nvGrpSpPr>
            <p:cNvPr id="1405" name="그룹 1404">
              <a:extLst>
                <a:ext uri="{FF2B5EF4-FFF2-40B4-BE49-F238E27FC236}">
                  <a16:creationId xmlns:a16="http://schemas.microsoft.com/office/drawing/2014/main" id="{5DF8F08F-28F0-889A-0757-D1B5726B6D3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407" name="직선 연결선 359">
                <a:extLst>
                  <a:ext uri="{FF2B5EF4-FFF2-40B4-BE49-F238E27FC236}">
                    <a16:creationId xmlns:a16="http://schemas.microsoft.com/office/drawing/2014/main" id="{A5E287D0-6CBB-8964-9B8C-E30518FC3CC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8" name="직선 연결선 360">
                <a:extLst>
                  <a:ext uri="{FF2B5EF4-FFF2-40B4-BE49-F238E27FC236}">
                    <a16:creationId xmlns:a16="http://schemas.microsoft.com/office/drawing/2014/main" id="{0EE0EA14-7740-F294-658E-7DF6052C677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9" name="직선 연결선 361">
                <a:extLst>
                  <a:ext uri="{FF2B5EF4-FFF2-40B4-BE49-F238E27FC236}">
                    <a16:creationId xmlns:a16="http://schemas.microsoft.com/office/drawing/2014/main" id="{48C1E1A9-B6A8-BF0F-0E8F-F5846EB94FC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06" name="직선 연결선 363">
              <a:extLst>
                <a:ext uri="{FF2B5EF4-FFF2-40B4-BE49-F238E27FC236}">
                  <a16:creationId xmlns:a16="http://schemas.microsoft.com/office/drawing/2014/main" id="{9FF0331E-41DB-4A04-4343-01C27D5BFB1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10" name="직선 연결선 351">
            <a:extLst>
              <a:ext uri="{FF2B5EF4-FFF2-40B4-BE49-F238E27FC236}">
                <a16:creationId xmlns:a16="http://schemas.microsoft.com/office/drawing/2014/main" id="{B35B5DA8-EC43-6911-B8E8-672895975DEF}"/>
              </a:ext>
            </a:extLst>
          </p:cNvPr>
          <p:cNvCxnSpPr>
            <a:cxnSpLocks/>
          </p:cNvCxnSpPr>
          <p:nvPr/>
        </p:nvCxnSpPr>
        <p:spPr>
          <a:xfrm>
            <a:off x="3950630" y="285291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1" name="직선 연결선[R] 1410">
            <a:extLst>
              <a:ext uri="{FF2B5EF4-FFF2-40B4-BE49-F238E27FC236}">
                <a16:creationId xmlns:a16="http://schemas.microsoft.com/office/drawing/2014/main" id="{6033598B-086E-7BA9-92A6-9E97E27515EF}"/>
              </a:ext>
            </a:extLst>
          </p:cNvPr>
          <p:cNvCxnSpPr>
            <a:cxnSpLocks/>
            <a:endCxn id="1387" idx="3"/>
          </p:cNvCxnSpPr>
          <p:nvPr/>
        </p:nvCxnSpPr>
        <p:spPr>
          <a:xfrm flipH="1">
            <a:off x="1867624" y="1502765"/>
            <a:ext cx="7443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4" name="직선 연결선[R] 1413">
            <a:extLst>
              <a:ext uri="{FF2B5EF4-FFF2-40B4-BE49-F238E27FC236}">
                <a16:creationId xmlns:a16="http://schemas.microsoft.com/office/drawing/2014/main" id="{87B08587-9905-7F02-8780-E06BC1F4AE1D}"/>
              </a:ext>
            </a:extLst>
          </p:cNvPr>
          <p:cNvCxnSpPr>
            <a:cxnSpLocks/>
          </p:cNvCxnSpPr>
          <p:nvPr/>
        </p:nvCxnSpPr>
        <p:spPr>
          <a:xfrm flipV="1">
            <a:off x="2610855" y="1504010"/>
            <a:ext cx="0" cy="2915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16" name="그룹 1415">
            <a:extLst>
              <a:ext uri="{FF2B5EF4-FFF2-40B4-BE49-F238E27FC236}">
                <a16:creationId xmlns:a16="http://schemas.microsoft.com/office/drawing/2014/main" id="{DD15BD91-003A-D663-40A7-F8C1C1C1306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1447719"/>
            <a:ext cx="148067" cy="108000"/>
            <a:chOff x="7409659" y="2902132"/>
            <a:chExt cx="317047" cy="239471"/>
          </a:xfrm>
        </p:grpSpPr>
        <p:grpSp>
          <p:nvGrpSpPr>
            <p:cNvPr id="1417" name="그룹 1416">
              <a:extLst>
                <a:ext uri="{FF2B5EF4-FFF2-40B4-BE49-F238E27FC236}">
                  <a16:creationId xmlns:a16="http://schemas.microsoft.com/office/drawing/2014/main" id="{EA46F543-F42D-D57B-3497-55FB6B244A9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0" name="직선 연결선 322">
                <a:extLst>
                  <a:ext uri="{FF2B5EF4-FFF2-40B4-BE49-F238E27FC236}">
                    <a16:creationId xmlns:a16="http://schemas.microsoft.com/office/drawing/2014/main" id="{B8837EB6-3C73-A8CA-8C50-823C505E7A6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1" name="직선 연결선 323">
                <a:extLst>
                  <a:ext uri="{FF2B5EF4-FFF2-40B4-BE49-F238E27FC236}">
                    <a16:creationId xmlns:a16="http://schemas.microsoft.com/office/drawing/2014/main" id="{C1C5D9AC-2311-CDDA-5682-AF66C32B230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2" name="직선 연결선 324">
                <a:extLst>
                  <a:ext uri="{FF2B5EF4-FFF2-40B4-BE49-F238E27FC236}">
                    <a16:creationId xmlns:a16="http://schemas.microsoft.com/office/drawing/2014/main" id="{CB21CCCA-4106-25DE-E803-43E77F2B32E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18" name="직선 연결선 326">
              <a:extLst>
                <a:ext uri="{FF2B5EF4-FFF2-40B4-BE49-F238E27FC236}">
                  <a16:creationId xmlns:a16="http://schemas.microsoft.com/office/drawing/2014/main" id="{BD8B9B1E-B643-E931-326C-CE9D3F167B4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19" name="타원 1418">
              <a:extLst>
                <a:ext uri="{FF2B5EF4-FFF2-40B4-BE49-F238E27FC236}">
                  <a16:creationId xmlns:a16="http://schemas.microsoft.com/office/drawing/2014/main" id="{7666A74B-063D-33D1-DD33-BDC6DF2C896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23" name="직선 연결선 351">
            <a:extLst>
              <a:ext uri="{FF2B5EF4-FFF2-40B4-BE49-F238E27FC236}">
                <a16:creationId xmlns:a16="http://schemas.microsoft.com/office/drawing/2014/main" id="{4F33B436-F490-4DA8-31F4-317D37A517C2}"/>
              </a:ext>
            </a:extLst>
          </p:cNvPr>
          <p:cNvCxnSpPr>
            <a:cxnSpLocks/>
          </p:cNvCxnSpPr>
          <p:nvPr/>
        </p:nvCxnSpPr>
        <p:spPr>
          <a:xfrm>
            <a:off x="2558461" y="1733591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4" name="직선 연결선 351">
            <a:extLst>
              <a:ext uri="{FF2B5EF4-FFF2-40B4-BE49-F238E27FC236}">
                <a16:creationId xmlns:a16="http://schemas.microsoft.com/office/drawing/2014/main" id="{55AD0705-71F6-8235-0FA7-2D822FE99CA4}"/>
              </a:ext>
            </a:extLst>
          </p:cNvPr>
          <p:cNvCxnSpPr>
            <a:cxnSpLocks/>
          </p:cNvCxnSpPr>
          <p:nvPr/>
        </p:nvCxnSpPr>
        <p:spPr>
          <a:xfrm>
            <a:off x="2460249" y="54838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25" name="그룹 1424">
            <a:extLst>
              <a:ext uri="{FF2B5EF4-FFF2-40B4-BE49-F238E27FC236}">
                <a16:creationId xmlns:a16="http://schemas.microsoft.com/office/drawing/2014/main" id="{113CCE70-A874-20A6-07BB-4B2BBFDAABB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551414"/>
            <a:ext cx="148067" cy="108000"/>
            <a:chOff x="7409659" y="2902132"/>
            <a:chExt cx="317047" cy="239471"/>
          </a:xfrm>
        </p:grpSpPr>
        <p:grpSp>
          <p:nvGrpSpPr>
            <p:cNvPr id="1426" name="그룹 1425">
              <a:extLst>
                <a:ext uri="{FF2B5EF4-FFF2-40B4-BE49-F238E27FC236}">
                  <a16:creationId xmlns:a16="http://schemas.microsoft.com/office/drawing/2014/main" id="{BD041D49-5E5D-A026-46EA-85E0CC7E1F3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9" name="직선 연결선 322">
                <a:extLst>
                  <a:ext uri="{FF2B5EF4-FFF2-40B4-BE49-F238E27FC236}">
                    <a16:creationId xmlns:a16="http://schemas.microsoft.com/office/drawing/2014/main" id="{D5D954DC-0A5A-A5EC-BE2E-B3EFF7F36B0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0" name="직선 연결선 323">
                <a:extLst>
                  <a:ext uri="{FF2B5EF4-FFF2-40B4-BE49-F238E27FC236}">
                    <a16:creationId xmlns:a16="http://schemas.microsoft.com/office/drawing/2014/main" id="{BAD0A133-1A0F-5BBC-2DFB-1B0348D1DF3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1" name="직선 연결선 324">
                <a:extLst>
                  <a:ext uri="{FF2B5EF4-FFF2-40B4-BE49-F238E27FC236}">
                    <a16:creationId xmlns:a16="http://schemas.microsoft.com/office/drawing/2014/main" id="{2909FFE7-D62A-267C-E1ED-A643C3DA817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7" name="직선 연결선 326">
              <a:extLst>
                <a:ext uri="{FF2B5EF4-FFF2-40B4-BE49-F238E27FC236}">
                  <a16:creationId xmlns:a16="http://schemas.microsoft.com/office/drawing/2014/main" id="{70020C94-51E1-60FF-4189-23FC710C254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28" name="타원 1427">
              <a:extLst>
                <a:ext uri="{FF2B5EF4-FFF2-40B4-BE49-F238E27FC236}">
                  <a16:creationId xmlns:a16="http://schemas.microsoft.com/office/drawing/2014/main" id="{F3E7FE7A-07C6-BEF8-AEDC-E86452427BB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32" name="직선 연결선[R] 1431">
            <a:extLst>
              <a:ext uri="{FF2B5EF4-FFF2-40B4-BE49-F238E27FC236}">
                <a16:creationId xmlns:a16="http://schemas.microsoft.com/office/drawing/2014/main" id="{74575DEE-4E68-1E96-6AAF-72B109DB25DF}"/>
              </a:ext>
            </a:extLst>
          </p:cNvPr>
          <p:cNvCxnSpPr>
            <a:cxnSpLocks/>
            <a:stCxn id="1388" idx="1"/>
          </p:cNvCxnSpPr>
          <p:nvPr/>
        </p:nvCxnSpPr>
        <p:spPr>
          <a:xfrm flipH="1">
            <a:off x="732692" y="604624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5" name="직선 연결선[R] 1434">
            <a:extLst>
              <a:ext uri="{FF2B5EF4-FFF2-40B4-BE49-F238E27FC236}">
                <a16:creationId xmlns:a16="http://schemas.microsoft.com/office/drawing/2014/main" id="{59029B46-D475-6721-B360-95F446385E91}"/>
              </a:ext>
            </a:extLst>
          </p:cNvPr>
          <p:cNvCxnSpPr>
            <a:cxnSpLocks/>
          </p:cNvCxnSpPr>
          <p:nvPr/>
        </p:nvCxnSpPr>
        <p:spPr>
          <a:xfrm flipV="1">
            <a:off x="733304" y="608711"/>
            <a:ext cx="0" cy="246859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8" name="직선 연결선[R] 1437">
            <a:extLst>
              <a:ext uri="{FF2B5EF4-FFF2-40B4-BE49-F238E27FC236}">
                <a16:creationId xmlns:a16="http://schemas.microsoft.com/office/drawing/2014/main" id="{BA3235A5-8483-968F-25D0-56D0CD9CCB98}"/>
              </a:ext>
            </a:extLst>
          </p:cNvPr>
          <p:cNvCxnSpPr>
            <a:cxnSpLocks/>
          </p:cNvCxnSpPr>
          <p:nvPr/>
        </p:nvCxnSpPr>
        <p:spPr>
          <a:xfrm flipH="1">
            <a:off x="732692" y="3076680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41" name="그룹 1440">
            <a:extLst>
              <a:ext uri="{FF2B5EF4-FFF2-40B4-BE49-F238E27FC236}">
                <a16:creationId xmlns:a16="http://schemas.microsoft.com/office/drawing/2014/main" id="{2E74E6E9-0CBB-19C8-DC32-D50D9479F733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548389"/>
            <a:ext cx="148067" cy="108000"/>
            <a:chOff x="7409659" y="2902132"/>
            <a:chExt cx="317047" cy="239471"/>
          </a:xfrm>
        </p:grpSpPr>
        <p:grpSp>
          <p:nvGrpSpPr>
            <p:cNvPr id="1442" name="그룹 1441">
              <a:extLst>
                <a:ext uri="{FF2B5EF4-FFF2-40B4-BE49-F238E27FC236}">
                  <a16:creationId xmlns:a16="http://schemas.microsoft.com/office/drawing/2014/main" id="{272070FC-F941-A015-F8E6-32343A0BA5F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45" name="직선 연결선 322">
                <a:extLst>
                  <a:ext uri="{FF2B5EF4-FFF2-40B4-BE49-F238E27FC236}">
                    <a16:creationId xmlns:a16="http://schemas.microsoft.com/office/drawing/2014/main" id="{24B1B355-CA95-231B-FA88-7B7B043FB38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6" name="직선 연결선 323">
                <a:extLst>
                  <a:ext uri="{FF2B5EF4-FFF2-40B4-BE49-F238E27FC236}">
                    <a16:creationId xmlns:a16="http://schemas.microsoft.com/office/drawing/2014/main" id="{30974B7C-EC5F-FF2A-FFCF-42CF8BB4ADA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7" name="직선 연결선 324">
                <a:extLst>
                  <a:ext uri="{FF2B5EF4-FFF2-40B4-BE49-F238E27FC236}">
                    <a16:creationId xmlns:a16="http://schemas.microsoft.com/office/drawing/2014/main" id="{1A82E2BF-F074-BA2D-36FC-282DD91E5C8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43" name="직선 연결선 326">
              <a:extLst>
                <a:ext uri="{FF2B5EF4-FFF2-40B4-BE49-F238E27FC236}">
                  <a16:creationId xmlns:a16="http://schemas.microsoft.com/office/drawing/2014/main" id="{AE108ED1-D26B-017F-613C-EBFA70A0A1A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44" name="타원 1443">
              <a:extLst>
                <a:ext uri="{FF2B5EF4-FFF2-40B4-BE49-F238E27FC236}">
                  <a16:creationId xmlns:a16="http://schemas.microsoft.com/office/drawing/2014/main" id="{9D240CC0-0ADA-EAD5-F672-993CBC9B9DE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48" name="직선 연결선 351">
            <a:extLst>
              <a:ext uri="{FF2B5EF4-FFF2-40B4-BE49-F238E27FC236}">
                <a16:creationId xmlns:a16="http://schemas.microsoft.com/office/drawing/2014/main" id="{0C07A85A-D477-FFDC-4FA0-ADEAA434293C}"/>
              </a:ext>
            </a:extLst>
          </p:cNvPr>
          <p:cNvCxnSpPr>
            <a:cxnSpLocks/>
          </p:cNvCxnSpPr>
          <p:nvPr/>
        </p:nvCxnSpPr>
        <p:spPr>
          <a:xfrm>
            <a:off x="1088088" y="303283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9" name="직선 연결선[R] 1448">
            <a:extLst>
              <a:ext uri="{FF2B5EF4-FFF2-40B4-BE49-F238E27FC236}">
                <a16:creationId xmlns:a16="http://schemas.microsoft.com/office/drawing/2014/main" id="{17BDB24B-0182-37B3-9A66-1D8FCEC58C2A}"/>
              </a:ext>
            </a:extLst>
          </p:cNvPr>
          <p:cNvCxnSpPr>
            <a:cxnSpLocks/>
            <a:stCxn id="1387" idx="0"/>
            <a:endCxn id="1388" idx="2"/>
          </p:cNvCxnSpPr>
          <p:nvPr/>
        </p:nvCxnSpPr>
        <p:spPr>
          <a:xfrm flipV="1">
            <a:off x="1507624" y="820624"/>
            <a:ext cx="0" cy="46614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2" name="그룹 1451">
            <a:extLst>
              <a:ext uri="{FF2B5EF4-FFF2-40B4-BE49-F238E27FC236}">
                <a16:creationId xmlns:a16="http://schemas.microsoft.com/office/drawing/2014/main" id="{EB30414D-6120-53B1-6F9E-6C626C77F0EF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591" y="844765"/>
            <a:ext cx="148067" cy="108000"/>
            <a:chOff x="7409659" y="2902132"/>
            <a:chExt cx="317047" cy="239471"/>
          </a:xfrm>
        </p:grpSpPr>
        <p:grpSp>
          <p:nvGrpSpPr>
            <p:cNvPr id="1453" name="그룹 1452">
              <a:extLst>
                <a:ext uri="{FF2B5EF4-FFF2-40B4-BE49-F238E27FC236}">
                  <a16:creationId xmlns:a16="http://schemas.microsoft.com/office/drawing/2014/main" id="{E3FFFF0A-960B-4C33-1EBF-CD871C94A18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56" name="직선 연결선 322">
                <a:extLst>
                  <a:ext uri="{FF2B5EF4-FFF2-40B4-BE49-F238E27FC236}">
                    <a16:creationId xmlns:a16="http://schemas.microsoft.com/office/drawing/2014/main" id="{DB3BFB51-3FFF-E05A-5AAE-CF65B2B6E11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7" name="직선 연결선 323">
                <a:extLst>
                  <a:ext uri="{FF2B5EF4-FFF2-40B4-BE49-F238E27FC236}">
                    <a16:creationId xmlns:a16="http://schemas.microsoft.com/office/drawing/2014/main" id="{4A5D0389-6B17-7E1D-1FD7-9EEDD312EEE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8" name="직선 연결선 324">
                <a:extLst>
                  <a:ext uri="{FF2B5EF4-FFF2-40B4-BE49-F238E27FC236}">
                    <a16:creationId xmlns:a16="http://schemas.microsoft.com/office/drawing/2014/main" id="{AD32E6FB-0600-2B03-691A-DE6E4AC0CB0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54" name="직선 연결선 326">
              <a:extLst>
                <a:ext uri="{FF2B5EF4-FFF2-40B4-BE49-F238E27FC236}">
                  <a16:creationId xmlns:a16="http://schemas.microsoft.com/office/drawing/2014/main" id="{7C5A54BD-5544-2BBE-D6B3-A3F9F131F60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55" name="타원 1454">
              <a:extLst>
                <a:ext uri="{FF2B5EF4-FFF2-40B4-BE49-F238E27FC236}">
                  <a16:creationId xmlns:a16="http://schemas.microsoft.com/office/drawing/2014/main" id="{C7714FE9-CC45-B77E-8B27-5ED70039CD7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sp>
        <p:nvSpPr>
          <p:cNvPr id="1461" name="제목 1">
            <a:extLst>
              <a:ext uri="{FF2B5EF4-FFF2-40B4-BE49-F238E27FC236}">
                <a16:creationId xmlns:a16="http://schemas.microsoft.com/office/drawing/2014/main" id="{AA4DC5EF-EE41-94DA-BDD9-371A47CD3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04" y="160360"/>
            <a:ext cx="496074" cy="654861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V2</a:t>
            </a:r>
            <a:endParaRPr lang="ko-KR" altLang="en-US" dirty="0"/>
          </a:p>
        </p:txBody>
      </p:sp>
      <p:grpSp>
        <p:nvGrpSpPr>
          <p:cNvPr id="1462" name="그룹 1461">
            <a:extLst>
              <a:ext uri="{FF2B5EF4-FFF2-40B4-BE49-F238E27FC236}">
                <a16:creationId xmlns:a16="http://schemas.microsoft.com/office/drawing/2014/main" id="{A591901A-F729-29C2-8394-FB8EF628C397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5593842" y="3576188"/>
            <a:ext cx="148067" cy="108000"/>
            <a:chOff x="7409659" y="2902132"/>
            <a:chExt cx="317047" cy="239471"/>
          </a:xfrm>
        </p:grpSpPr>
        <p:grpSp>
          <p:nvGrpSpPr>
            <p:cNvPr id="1463" name="그룹 1462">
              <a:extLst>
                <a:ext uri="{FF2B5EF4-FFF2-40B4-BE49-F238E27FC236}">
                  <a16:creationId xmlns:a16="http://schemas.microsoft.com/office/drawing/2014/main" id="{1B32F6A9-7C33-D8A0-0ACB-1AF2A0EF987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66" name="직선 연결선 322">
                <a:extLst>
                  <a:ext uri="{FF2B5EF4-FFF2-40B4-BE49-F238E27FC236}">
                    <a16:creationId xmlns:a16="http://schemas.microsoft.com/office/drawing/2014/main" id="{DF5F094C-1D6E-255E-9672-F2699FAAC16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7" name="직선 연결선 323">
                <a:extLst>
                  <a:ext uri="{FF2B5EF4-FFF2-40B4-BE49-F238E27FC236}">
                    <a16:creationId xmlns:a16="http://schemas.microsoft.com/office/drawing/2014/main" id="{F04C836C-C1F2-3B07-5BE4-74BC51F1A28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8" name="직선 연결선 324">
                <a:extLst>
                  <a:ext uri="{FF2B5EF4-FFF2-40B4-BE49-F238E27FC236}">
                    <a16:creationId xmlns:a16="http://schemas.microsoft.com/office/drawing/2014/main" id="{9C19DDAE-97AF-7A6D-2462-583A2BCCBC1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64" name="직선 연결선 326">
              <a:extLst>
                <a:ext uri="{FF2B5EF4-FFF2-40B4-BE49-F238E27FC236}">
                  <a16:creationId xmlns:a16="http://schemas.microsoft.com/office/drawing/2014/main" id="{CCDD9CE7-36AD-6C5D-8717-AB94A9CE62C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65" name="타원 1464">
              <a:extLst>
                <a:ext uri="{FF2B5EF4-FFF2-40B4-BE49-F238E27FC236}">
                  <a16:creationId xmlns:a16="http://schemas.microsoft.com/office/drawing/2014/main" id="{D7028B03-76C3-5A61-9C44-7BE25A87EC3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69" name="그룹 1468">
            <a:extLst>
              <a:ext uri="{FF2B5EF4-FFF2-40B4-BE49-F238E27FC236}">
                <a16:creationId xmlns:a16="http://schemas.microsoft.com/office/drawing/2014/main" id="{8AC3E433-7269-DB8D-74C6-4DC7B2640B77}"/>
              </a:ext>
            </a:extLst>
          </p:cNvPr>
          <p:cNvGrpSpPr>
            <a:grpSpLocks noChangeAspect="1"/>
          </p:cNvGrpSpPr>
          <p:nvPr/>
        </p:nvGrpSpPr>
        <p:grpSpPr>
          <a:xfrm>
            <a:off x="7715105" y="3870916"/>
            <a:ext cx="148067" cy="108000"/>
            <a:chOff x="7409659" y="2902132"/>
            <a:chExt cx="317047" cy="239471"/>
          </a:xfrm>
        </p:grpSpPr>
        <p:grpSp>
          <p:nvGrpSpPr>
            <p:cNvPr id="1470" name="그룹 1469">
              <a:extLst>
                <a:ext uri="{FF2B5EF4-FFF2-40B4-BE49-F238E27FC236}">
                  <a16:creationId xmlns:a16="http://schemas.microsoft.com/office/drawing/2014/main" id="{ED84C325-0054-C076-F9A4-D666E6B7209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73" name="직선 연결선 322">
                <a:extLst>
                  <a:ext uri="{FF2B5EF4-FFF2-40B4-BE49-F238E27FC236}">
                    <a16:creationId xmlns:a16="http://schemas.microsoft.com/office/drawing/2014/main" id="{AA46C564-3B83-C7AC-413A-C28AF7B48D7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4" name="직선 연결선 323">
                <a:extLst>
                  <a:ext uri="{FF2B5EF4-FFF2-40B4-BE49-F238E27FC236}">
                    <a16:creationId xmlns:a16="http://schemas.microsoft.com/office/drawing/2014/main" id="{CC09EE6D-CF53-C6F8-C67B-B3E0ADE2A93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5" name="직선 연결선 324">
                <a:extLst>
                  <a:ext uri="{FF2B5EF4-FFF2-40B4-BE49-F238E27FC236}">
                    <a16:creationId xmlns:a16="http://schemas.microsoft.com/office/drawing/2014/main" id="{E3352C1F-77D9-F1C9-1234-D0D8DA7E7E6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1" name="직선 연결선 326">
              <a:extLst>
                <a:ext uri="{FF2B5EF4-FFF2-40B4-BE49-F238E27FC236}">
                  <a16:creationId xmlns:a16="http://schemas.microsoft.com/office/drawing/2014/main" id="{889DC539-B0AB-039B-4D15-5A42BB6817F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2" name="타원 1471">
              <a:extLst>
                <a:ext uri="{FF2B5EF4-FFF2-40B4-BE49-F238E27FC236}">
                  <a16:creationId xmlns:a16="http://schemas.microsoft.com/office/drawing/2014/main" id="{FBA55CD4-D6EA-1C70-BC26-894AC9F1FC3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76" name="그룹 1475">
            <a:extLst>
              <a:ext uri="{FF2B5EF4-FFF2-40B4-BE49-F238E27FC236}">
                <a16:creationId xmlns:a16="http://schemas.microsoft.com/office/drawing/2014/main" id="{0AFE702D-9470-DF72-AC67-79AB742517A0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3884" y="4477068"/>
            <a:ext cx="148067" cy="108000"/>
            <a:chOff x="7409659" y="2902132"/>
            <a:chExt cx="317047" cy="239471"/>
          </a:xfrm>
        </p:grpSpPr>
        <p:grpSp>
          <p:nvGrpSpPr>
            <p:cNvPr id="1477" name="그룹 1476">
              <a:extLst>
                <a:ext uri="{FF2B5EF4-FFF2-40B4-BE49-F238E27FC236}">
                  <a16:creationId xmlns:a16="http://schemas.microsoft.com/office/drawing/2014/main" id="{0C39889D-A465-CA5A-E448-732961B7FE5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0" name="직선 연결선 322">
                <a:extLst>
                  <a:ext uri="{FF2B5EF4-FFF2-40B4-BE49-F238E27FC236}">
                    <a16:creationId xmlns:a16="http://schemas.microsoft.com/office/drawing/2014/main" id="{AD80AB21-38DA-B7BB-F6F0-BA4E164996B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1" name="직선 연결선 323">
                <a:extLst>
                  <a:ext uri="{FF2B5EF4-FFF2-40B4-BE49-F238E27FC236}">
                    <a16:creationId xmlns:a16="http://schemas.microsoft.com/office/drawing/2014/main" id="{6106F984-1819-05BA-E1F4-4EBFE33C0FC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2" name="직선 연결선 324">
                <a:extLst>
                  <a:ext uri="{FF2B5EF4-FFF2-40B4-BE49-F238E27FC236}">
                    <a16:creationId xmlns:a16="http://schemas.microsoft.com/office/drawing/2014/main" id="{4A4CE017-A86B-86B5-DC43-0E095E9743D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8" name="직선 연결선 326">
              <a:extLst>
                <a:ext uri="{FF2B5EF4-FFF2-40B4-BE49-F238E27FC236}">
                  <a16:creationId xmlns:a16="http://schemas.microsoft.com/office/drawing/2014/main" id="{E68F41A0-B3A4-0409-F5D3-35D2CA61C39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9" name="타원 1478">
              <a:extLst>
                <a:ext uri="{FF2B5EF4-FFF2-40B4-BE49-F238E27FC236}">
                  <a16:creationId xmlns:a16="http://schemas.microsoft.com/office/drawing/2014/main" id="{C131823C-D16A-686B-6018-7BFBB2A1BAD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83" name="그룹 1482">
            <a:extLst>
              <a:ext uri="{FF2B5EF4-FFF2-40B4-BE49-F238E27FC236}">
                <a16:creationId xmlns:a16="http://schemas.microsoft.com/office/drawing/2014/main" id="{ABAFD96A-8A43-42C7-8C38-4FBC70490B21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5" y="5374879"/>
            <a:ext cx="148067" cy="108000"/>
            <a:chOff x="7409659" y="2902132"/>
            <a:chExt cx="317047" cy="239471"/>
          </a:xfrm>
        </p:grpSpPr>
        <p:grpSp>
          <p:nvGrpSpPr>
            <p:cNvPr id="1484" name="그룹 1483">
              <a:extLst>
                <a:ext uri="{FF2B5EF4-FFF2-40B4-BE49-F238E27FC236}">
                  <a16:creationId xmlns:a16="http://schemas.microsoft.com/office/drawing/2014/main" id="{F24C3343-D7DE-491B-AEF2-432F892693C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7" name="직선 연결선 322">
                <a:extLst>
                  <a:ext uri="{FF2B5EF4-FFF2-40B4-BE49-F238E27FC236}">
                    <a16:creationId xmlns:a16="http://schemas.microsoft.com/office/drawing/2014/main" id="{5BC6CB2F-8544-FECD-DA47-65F310B53F3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8" name="직선 연결선 323">
                <a:extLst>
                  <a:ext uri="{FF2B5EF4-FFF2-40B4-BE49-F238E27FC236}">
                    <a16:creationId xmlns:a16="http://schemas.microsoft.com/office/drawing/2014/main" id="{CE62FA7B-1FBD-E31A-3287-14A12E3FCB2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9" name="직선 연결선 324">
                <a:extLst>
                  <a:ext uri="{FF2B5EF4-FFF2-40B4-BE49-F238E27FC236}">
                    <a16:creationId xmlns:a16="http://schemas.microsoft.com/office/drawing/2014/main" id="{44212E0D-F229-9B93-A300-D566484B2A7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85" name="직선 연결선 326">
              <a:extLst>
                <a:ext uri="{FF2B5EF4-FFF2-40B4-BE49-F238E27FC236}">
                  <a16:creationId xmlns:a16="http://schemas.microsoft.com/office/drawing/2014/main" id="{570D61E9-59C4-CDB1-DB97-5FD8CA5DD5A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86" name="타원 1485">
              <a:extLst>
                <a:ext uri="{FF2B5EF4-FFF2-40B4-BE49-F238E27FC236}">
                  <a16:creationId xmlns:a16="http://schemas.microsoft.com/office/drawing/2014/main" id="{C553AC79-2B47-0235-B495-BBEF5E14933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1" name="그룹 1490">
            <a:extLst>
              <a:ext uri="{FF2B5EF4-FFF2-40B4-BE49-F238E27FC236}">
                <a16:creationId xmlns:a16="http://schemas.microsoft.com/office/drawing/2014/main" id="{2DE6459E-A04B-C96C-FDC3-61683BF8E4F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5663052"/>
            <a:ext cx="148067" cy="108000"/>
            <a:chOff x="7409659" y="2902132"/>
            <a:chExt cx="317047" cy="239471"/>
          </a:xfrm>
        </p:grpSpPr>
        <p:grpSp>
          <p:nvGrpSpPr>
            <p:cNvPr id="1492" name="그룹 1491">
              <a:extLst>
                <a:ext uri="{FF2B5EF4-FFF2-40B4-BE49-F238E27FC236}">
                  <a16:creationId xmlns:a16="http://schemas.microsoft.com/office/drawing/2014/main" id="{B047CEE6-C1DC-8936-6A7F-E832CCF43D8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95" name="직선 연결선 322">
                <a:extLst>
                  <a:ext uri="{FF2B5EF4-FFF2-40B4-BE49-F238E27FC236}">
                    <a16:creationId xmlns:a16="http://schemas.microsoft.com/office/drawing/2014/main" id="{FB46B865-5089-8333-6454-8FCAC1C9FFA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6" name="직선 연결선 323">
                <a:extLst>
                  <a:ext uri="{FF2B5EF4-FFF2-40B4-BE49-F238E27FC236}">
                    <a16:creationId xmlns:a16="http://schemas.microsoft.com/office/drawing/2014/main" id="{564386C8-2F65-1151-4323-4DDA8B079BC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7" name="직선 연결선 324">
                <a:extLst>
                  <a:ext uri="{FF2B5EF4-FFF2-40B4-BE49-F238E27FC236}">
                    <a16:creationId xmlns:a16="http://schemas.microsoft.com/office/drawing/2014/main" id="{2633796A-979A-CDCA-D019-25066E0C929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93" name="직선 연결선 326">
              <a:extLst>
                <a:ext uri="{FF2B5EF4-FFF2-40B4-BE49-F238E27FC236}">
                  <a16:creationId xmlns:a16="http://schemas.microsoft.com/office/drawing/2014/main" id="{9148FD80-9093-5234-9470-37A1AF3029B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94" name="타원 1493">
              <a:extLst>
                <a:ext uri="{FF2B5EF4-FFF2-40B4-BE49-F238E27FC236}">
                  <a16:creationId xmlns:a16="http://schemas.microsoft.com/office/drawing/2014/main" id="{071C7BED-3244-5ECF-5145-F616462E4FD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8" name="그룹 1497">
            <a:extLst>
              <a:ext uri="{FF2B5EF4-FFF2-40B4-BE49-F238E27FC236}">
                <a16:creationId xmlns:a16="http://schemas.microsoft.com/office/drawing/2014/main" id="{D6A174B2-8F73-CF11-54F1-21CAF8FDEF87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5780852"/>
            <a:ext cx="148067" cy="108000"/>
            <a:chOff x="7409659" y="2902132"/>
            <a:chExt cx="317047" cy="239471"/>
          </a:xfrm>
        </p:grpSpPr>
        <p:grpSp>
          <p:nvGrpSpPr>
            <p:cNvPr id="1499" name="그룹 1498">
              <a:extLst>
                <a:ext uri="{FF2B5EF4-FFF2-40B4-BE49-F238E27FC236}">
                  <a16:creationId xmlns:a16="http://schemas.microsoft.com/office/drawing/2014/main" id="{DAF536C2-70CF-0957-6082-700403DC3B8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02" name="직선 연결선 322">
                <a:extLst>
                  <a:ext uri="{FF2B5EF4-FFF2-40B4-BE49-F238E27FC236}">
                    <a16:creationId xmlns:a16="http://schemas.microsoft.com/office/drawing/2014/main" id="{8CF4786B-A44D-3CCD-5850-4D0A9C69617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3" name="직선 연결선 323">
                <a:extLst>
                  <a:ext uri="{FF2B5EF4-FFF2-40B4-BE49-F238E27FC236}">
                    <a16:creationId xmlns:a16="http://schemas.microsoft.com/office/drawing/2014/main" id="{CACD0FE5-FF84-6A98-6760-78C2EC6D1BB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4" name="직선 연결선 324">
                <a:extLst>
                  <a:ext uri="{FF2B5EF4-FFF2-40B4-BE49-F238E27FC236}">
                    <a16:creationId xmlns:a16="http://schemas.microsoft.com/office/drawing/2014/main" id="{6D633CC8-EB0F-269C-9BA9-50594B547B8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00" name="직선 연결선 326">
              <a:extLst>
                <a:ext uri="{FF2B5EF4-FFF2-40B4-BE49-F238E27FC236}">
                  <a16:creationId xmlns:a16="http://schemas.microsoft.com/office/drawing/2014/main" id="{B0057C14-1E1B-AB0C-20F4-E7825C25B7D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1" name="타원 1500">
              <a:extLst>
                <a:ext uri="{FF2B5EF4-FFF2-40B4-BE49-F238E27FC236}">
                  <a16:creationId xmlns:a16="http://schemas.microsoft.com/office/drawing/2014/main" id="{14EC4E4B-375B-3E47-8E16-6AF8CB042D4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3" name="그룹 1512">
            <a:extLst>
              <a:ext uri="{FF2B5EF4-FFF2-40B4-BE49-F238E27FC236}">
                <a16:creationId xmlns:a16="http://schemas.microsoft.com/office/drawing/2014/main" id="{D166A90D-A6A3-E499-64FC-4D7C779D2787}"/>
              </a:ext>
            </a:extLst>
          </p:cNvPr>
          <p:cNvGrpSpPr/>
          <p:nvPr/>
        </p:nvGrpSpPr>
        <p:grpSpPr>
          <a:xfrm>
            <a:off x="5166275" y="3864653"/>
            <a:ext cx="90979" cy="106796"/>
            <a:chOff x="4947906" y="3396192"/>
            <a:chExt cx="90979" cy="106796"/>
          </a:xfrm>
        </p:grpSpPr>
        <p:cxnSp>
          <p:nvCxnSpPr>
            <p:cNvPr id="1508" name="직선 연결선 326">
              <a:extLst>
                <a:ext uri="{FF2B5EF4-FFF2-40B4-BE49-F238E27FC236}">
                  <a16:creationId xmlns:a16="http://schemas.microsoft.com/office/drawing/2014/main" id="{4973CCFD-1340-88A4-5082-66B4352BA8F5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9" name="타원 1508">
              <a:extLst>
                <a:ext uri="{FF2B5EF4-FFF2-40B4-BE49-F238E27FC236}">
                  <a16:creationId xmlns:a16="http://schemas.microsoft.com/office/drawing/2014/main" id="{726FB87E-338A-02E2-6EE7-5B50EBDB987C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7" name="그룹 1516">
            <a:extLst>
              <a:ext uri="{FF2B5EF4-FFF2-40B4-BE49-F238E27FC236}">
                <a16:creationId xmlns:a16="http://schemas.microsoft.com/office/drawing/2014/main" id="{64E83C85-232B-5F1F-6D2F-FBE1F686C311}"/>
              </a:ext>
            </a:extLst>
          </p:cNvPr>
          <p:cNvGrpSpPr/>
          <p:nvPr/>
        </p:nvGrpSpPr>
        <p:grpSpPr>
          <a:xfrm rot="16200000">
            <a:off x="7983722" y="582314"/>
            <a:ext cx="90979" cy="106796"/>
            <a:chOff x="4947906" y="3396192"/>
            <a:chExt cx="90979" cy="106796"/>
          </a:xfrm>
        </p:grpSpPr>
        <p:cxnSp>
          <p:nvCxnSpPr>
            <p:cNvPr id="1518" name="직선 연결선 326">
              <a:extLst>
                <a:ext uri="{FF2B5EF4-FFF2-40B4-BE49-F238E27FC236}">
                  <a16:creationId xmlns:a16="http://schemas.microsoft.com/office/drawing/2014/main" id="{6345AB14-C5D8-69DE-DD84-5EE4FA3A2963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19" name="타원 1518">
              <a:extLst>
                <a:ext uri="{FF2B5EF4-FFF2-40B4-BE49-F238E27FC236}">
                  <a16:creationId xmlns:a16="http://schemas.microsoft.com/office/drawing/2014/main" id="{DE026614-2273-563D-1980-9C4B27847AC6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0" name="그룹 1519">
            <a:extLst>
              <a:ext uri="{FF2B5EF4-FFF2-40B4-BE49-F238E27FC236}">
                <a16:creationId xmlns:a16="http://schemas.microsoft.com/office/drawing/2014/main" id="{79AFCA95-A9E7-5E7D-F812-D7BC0F179974}"/>
              </a:ext>
            </a:extLst>
          </p:cNvPr>
          <p:cNvGrpSpPr/>
          <p:nvPr/>
        </p:nvGrpSpPr>
        <p:grpSpPr>
          <a:xfrm rot="16200000">
            <a:off x="8396342" y="587799"/>
            <a:ext cx="90979" cy="106796"/>
            <a:chOff x="4947906" y="3396192"/>
            <a:chExt cx="90979" cy="106796"/>
          </a:xfrm>
        </p:grpSpPr>
        <p:cxnSp>
          <p:nvCxnSpPr>
            <p:cNvPr id="1521" name="직선 연결선 326">
              <a:extLst>
                <a:ext uri="{FF2B5EF4-FFF2-40B4-BE49-F238E27FC236}">
                  <a16:creationId xmlns:a16="http://schemas.microsoft.com/office/drawing/2014/main" id="{5DC3C313-9994-9A26-E0A3-C9142170EFB5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2" name="타원 1521">
              <a:extLst>
                <a:ext uri="{FF2B5EF4-FFF2-40B4-BE49-F238E27FC236}">
                  <a16:creationId xmlns:a16="http://schemas.microsoft.com/office/drawing/2014/main" id="{9C209EC2-2E86-3739-87CE-4C8A7C6BDAFC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3" name="그룹 1522">
            <a:extLst>
              <a:ext uri="{FF2B5EF4-FFF2-40B4-BE49-F238E27FC236}">
                <a16:creationId xmlns:a16="http://schemas.microsoft.com/office/drawing/2014/main" id="{4D8F5371-FA1E-B897-B29B-BD8F7DF42953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1775186"/>
            <a:ext cx="148067" cy="108000"/>
            <a:chOff x="7409659" y="2902132"/>
            <a:chExt cx="317047" cy="239471"/>
          </a:xfrm>
        </p:grpSpPr>
        <p:grpSp>
          <p:nvGrpSpPr>
            <p:cNvPr id="1524" name="그룹 1523">
              <a:extLst>
                <a:ext uri="{FF2B5EF4-FFF2-40B4-BE49-F238E27FC236}">
                  <a16:creationId xmlns:a16="http://schemas.microsoft.com/office/drawing/2014/main" id="{C62DC734-F330-655F-3515-7BC0CAB04C5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27" name="직선 연결선 322">
                <a:extLst>
                  <a:ext uri="{FF2B5EF4-FFF2-40B4-BE49-F238E27FC236}">
                    <a16:creationId xmlns:a16="http://schemas.microsoft.com/office/drawing/2014/main" id="{332A8C22-C762-35D4-D5FC-D90F8EAC85B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8" name="직선 연결선 323">
                <a:extLst>
                  <a:ext uri="{FF2B5EF4-FFF2-40B4-BE49-F238E27FC236}">
                    <a16:creationId xmlns:a16="http://schemas.microsoft.com/office/drawing/2014/main" id="{27D3D821-75AC-9E31-613A-42E94F24E21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9" name="직선 연결선 324">
                <a:extLst>
                  <a:ext uri="{FF2B5EF4-FFF2-40B4-BE49-F238E27FC236}">
                    <a16:creationId xmlns:a16="http://schemas.microsoft.com/office/drawing/2014/main" id="{15A12632-B98D-9DD8-18C1-D0A429014B9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25" name="직선 연결선 326">
              <a:extLst>
                <a:ext uri="{FF2B5EF4-FFF2-40B4-BE49-F238E27FC236}">
                  <a16:creationId xmlns:a16="http://schemas.microsoft.com/office/drawing/2014/main" id="{DE4BB010-8482-74F3-278F-F73A03B0743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6" name="타원 1525">
              <a:extLst>
                <a:ext uri="{FF2B5EF4-FFF2-40B4-BE49-F238E27FC236}">
                  <a16:creationId xmlns:a16="http://schemas.microsoft.com/office/drawing/2014/main" id="{8B2D9189-7698-93DE-6F80-537A1A2403B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0" name="그룹 1529">
            <a:extLst>
              <a:ext uri="{FF2B5EF4-FFF2-40B4-BE49-F238E27FC236}">
                <a16:creationId xmlns:a16="http://schemas.microsoft.com/office/drawing/2014/main" id="{603F6C67-015F-A18C-047D-6D8F156F4C5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95620" y="1938529"/>
            <a:ext cx="148067" cy="108000"/>
            <a:chOff x="7409659" y="2902132"/>
            <a:chExt cx="317047" cy="239471"/>
          </a:xfrm>
        </p:grpSpPr>
        <p:grpSp>
          <p:nvGrpSpPr>
            <p:cNvPr id="1531" name="그룹 1530">
              <a:extLst>
                <a:ext uri="{FF2B5EF4-FFF2-40B4-BE49-F238E27FC236}">
                  <a16:creationId xmlns:a16="http://schemas.microsoft.com/office/drawing/2014/main" id="{5AA85D3A-28EF-8817-7449-291B09B05AA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34" name="직선 연결선 322">
                <a:extLst>
                  <a:ext uri="{FF2B5EF4-FFF2-40B4-BE49-F238E27FC236}">
                    <a16:creationId xmlns:a16="http://schemas.microsoft.com/office/drawing/2014/main" id="{20C65E59-EF11-32A6-B422-E4F8039319E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5" name="직선 연결선 323">
                <a:extLst>
                  <a:ext uri="{FF2B5EF4-FFF2-40B4-BE49-F238E27FC236}">
                    <a16:creationId xmlns:a16="http://schemas.microsoft.com/office/drawing/2014/main" id="{9079EAF7-2E9C-451F-C5BF-E6DA48522C6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6" name="직선 연결선 324">
                <a:extLst>
                  <a:ext uri="{FF2B5EF4-FFF2-40B4-BE49-F238E27FC236}">
                    <a16:creationId xmlns:a16="http://schemas.microsoft.com/office/drawing/2014/main" id="{2B6DC125-2EA1-AEE6-C708-AB1E3887B70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2" name="직선 연결선 326">
              <a:extLst>
                <a:ext uri="{FF2B5EF4-FFF2-40B4-BE49-F238E27FC236}">
                  <a16:creationId xmlns:a16="http://schemas.microsoft.com/office/drawing/2014/main" id="{E1696EF7-443B-AAC6-CEC6-BCB5C30926C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33" name="타원 1532">
              <a:extLst>
                <a:ext uri="{FF2B5EF4-FFF2-40B4-BE49-F238E27FC236}">
                  <a16:creationId xmlns:a16="http://schemas.microsoft.com/office/drawing/2014/main" id="{F67A0727-1EA1-9EA2-2000-AC34E700DA7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7" name="그룹 1536">
            <a:extLst>
              <a:ext uri="{FF2B5EF4-FFF2-40B4-BE49-F238E27FC236}">
                <a16:creationId xmlns:a16="http://schemas.microsoft.com/office/drawing/2014/main" id="{476F61F3-E4BF-D6C2-8E26-DD79BD65F4FC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2181733"/>
            <a:ext cx="148067" cy="108000"/>
            <a:chOff x="7409659" y="2902132"/>
            <a:chExt cx="317047" cy="239471"/>
          </a:xfrm>
        </p:grpSpPr>
        <p:grpSp>
          <p:nvGrpSpPr>
            <p:cNvPr id="1538" name="그룹 1537">
              <a:extLst>
                <a:ext uri="{FF2B5EF4-FFF2-40B4-BE49-F238E27FC236}">
                  <a16:creationId xmlns:a16="http://schemas.microsoft.com/office/drawing/2014/main" id="{7C1E4A8A-220B-7D90-CE06-4417B6E5F55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1" name="직선 연결선 322">
                <a:extLst>
                  <a:ext uri="{FF2B5EF4-FFF2-40B4-BE49-F238E27FC236}">
                    <a16:creationId xmlns:a16="http://schemas.microsoft.com/office/drawing/2014/main" id="{CCEDCCA8-D797-CBEB-9C1E-EF01E036DC3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2" name="직선 연결선 323">
                <a:extLst>
                  <a:ext uri="{FF2B5EF4-FFF2-40B4-BE49-F238E27FC236}">
                    <a16:creationId xmlns:a16="http://schemas.microsoft.com/office/drawing/2014/main" id="{BEAB3F9F-1760-C09F-45FC-8AB628D6B2E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3" name="직선 연결선 324">
                <a:extLst>
                  <a:ext uri="{FF2B5EF4-FFF2-40B4-BE49-F238E27FC236}">
                    <a16:creationId xmlns:a16="http://schemas.microsoft.com/office/drawing/2014/main" id="{C277F488-7E0F-29C7-095B-1D407275E10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9" name="직선 연결선 326">
              <a:extLst>
                <a:ext uri="{FF2B5EF4-FFF2-40B4-BE49-F238E27FC236}">
                  <a16:creationId xmlns:a16="http://schemas.microsoft.com/office/drawing/2014/main" id="{CF59470C-D09B-8282-D9BA-732B4450B7D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0" name="타원 1539">
              <a:extLst>
                <a:ext uri="{FF2B5EF4-FFF2-40B4-BE49-F238E27FC236}">
                  <a16:creationId xmlns:a16="http://schemas.microsoft.com/office/drawing/2014/main" id="{F353E3FA-4803-5DEE-0F27-A652E1957D1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44" name="그룹 1543">
            <a:extLst>
              <a:ext uri="{FF2B5EF4-FFF2-40B4-BE49-F238E27FC236}">
                <a16:creationId xmlns:a16="http://schemas.microsoft.com/office/drawing/2014/main" id="{0227C9DF-BEA6-35C4-6F93-DBDE39AB828B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7" y="2677602"/>
            <a:ext cx="148067" cy="108000"/>
            <a:chOff x="7409659" y="2902132"/>
            <a:chExt cx="317047" cy="239471"/>
          </a:xfrm>
        </p:grpSpPr>
        <p:grpSp>
          <p:nvGrpSpPr>
            <p:cNvPr id="1545" name="그룹 1544">
              <a:extLst>
                <a:ext uri="{FF2B5EF4-FFF2-40B4-BE49-F238E27FC236}">
                  <a16:creationId xmlns:a16="http://schemas.microsoft.com/office/drawing/2014/main" id="{2714D3FC-31C5-248E-D9B6-1F828D1AE30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8" name="직선 연결선 322">
                <a:extLst>
                  <a:ext uri="{FF2B5EF4-FFF2-40B4-BE49-F238E27FC236}">
                    <a16:creationId xmlns:a16="http://schemas.microsoft.com/office/drawing/2014/main" id="{71318156-E37B-D6FD-BB9A-BD165812E74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9" name="직선 연결선 323">
                <a:extLst>
                  <a:ext uri="{FF2B5EF4-FFF2-40B4-BE49-F238E27FC236}">
                    <a16:creationId xmlns:a16="http://schemas.microsoft.com/office/drawing/2014/main" id="{062D549E-2B23-2E51-F65F-03D471CD835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0" name="직선 연결선 324">
                <a:extLst>
                  <a:ext uri="{FF2B5EF4-FFF2-40B4-BE49-F238E27FC236}">
                    <a16:creationId xmlns:a16="http://schemas.microsoft.com/office/drawing/2014/main" id="{670B5168-78B0-10CE-614C-1A81EBB8B05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46" name="직선 연결선 326">
              <a:extLst>
                <a:ext uri="{FF2B5EF4-FFF2-40B4-BE49-F238E27FC236}">
                  <a16:creationId xmlns:a16="http://schemas.microsoft.com/office/drawing/2014/main" id="{DDD230A8-12A4-A6F6-4BFB-F80EECB56A5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7" name="타원 1546">
              <a:extLst>
                <a:ext uri="{FF2B5EF4-FFF2-40B4-BE49-F238E27FC236}">
                  <a16:creationId xmlns:a16="http://schemas.microsoft.com/office/drawing/2014/main" id="{A50DD5A8-0685-76BC-043D-48A52F2BCD4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1" name="그룹 1550">
            <a:extLst>
              <a:ext uri="{FF2B5EF4-FFF2-40B4-BE49-F238E27FC236}">
                <a16:creationId xmlns:a16="http://schemas.microsoft.com/office/drawing/2014/main" id="{3165F60F-45CA-E733-418C-86F0FDD58FBB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8153334" y="3263219"/>
            <a:ext cx="148067" cy="108000"/>
            <a:chOff x="7409659" y="2902132"/>
            <a:chExt cx="317047" cy="239471"/>
          </a:xfrm>
        </p:grpSpPr>
        <p:grpSp>
          <p:nvGrpSpPr>
            <p:cNvPr id="1552" name="그룹 1551">
              <a:extLst>
                <a:ext uri="{FF2B5EF4-FFF2-40B4-BE49-F238E27FC236}">
                  <a16:creationId xmlns:a16="http://schemas.microsoft.com/office/drawing/2014/main" id="{E5AFA630-2EEC-092B-7678-66B4EB79881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55" name="직선 연결선 322">
                <a:extLst>
                  <a:ext uri="{FF2B5EF4-FFF2-40B4-BE49-F238E27FC236}">
                    <a16:creationId xmlns:a16="http://schemas.microsoft.com/office/drawing/2014/main" id="{C9444B77-9FFE-7310-5B02-1B72306B5DA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6" name="직선 연결선 323">
                <a:extLst>
                  <a:ext uri="{FF2B5EF4-FFF2-40B4-BE49-F238E27FC236}">
                    <a16:creationId xmlns:a16="http://schemas.microsoft.com/office/drawing/2014/main" id="{0791B847-1B3C-B181-EB21-1A9E1206401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7" name="직선 연결선 324">
                <a:extLst>
                  <a:ext uri="{FF2B5EF4-FFF2-40B4-BE49-F238E27FC236}">
                    <a16:creationId xmlns:a16="http://schemas.microsoft.com/office/drawing/2014/main" id="{8996316A-B53E-3D62-3F09-06B57731123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53" name="직선 연결선 326">
              <a:extLst>
                <a:ext uri="{FF2B5EF4-FFF2-40B4-BE49-F238E27FC236}">
                  <a16:creationId xmlns:a16="http://schemas.microsoft.com/office/drawing/2014/main" id="{46F4BCFC-2B20-1B95-0EFD-082024EA766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54" name="타원 1553">
              <a:extLst>
                <a:ext uri="{FF2B5EF4-FFF2-40B4-BE49-F238E27FC236}">
                  <a16:creationId xmlns:a16="http://schemas.microsoft.com/office/drawing/2014/main" id="{14097DF6-D248-D873-95F1-BFF16A163A7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9" name="그룹 1558">
            <a:extLst>
              <a:ext uri="{FF2B5EF4-FFF2-40B4-BE49-F238E27FC236}">
                <a16:creationId xmlns:a16="http://schemas.microsoft.com/office/drawing/2014/main" id="{36AA0EE6-57F0-CBAE-A32D-5CFE7CB9978E}"/>
              </a:ext>
            </a:extLst>
          </p:cNvPr>
          <p:cNvGrpSpPr>
            <a:grpSpLocks noChangeAspect="1"/>
          </p:cNvGrpSpPr>
          <p:nvPr/>
        </p:nvGrpSpPr>
        <p:grpSpPr>
          <a:xfrm>
            <a:off x="7721117" y="2969185"/>
            <a:ext cx="148067" cy="108000"/>
            <a:chOff x="7409659" y="2902132"/>
            <a:chExt cx="317047" cy="239471"/>
          </a:xfrm>
        </p:grpSpPr>
        <p:grpSp>
          <p:nvGrpSpPr>
            <p:cNvPr id="1560" name="그룹 1559">
              <a:extLst>
                <a:ext uri="{FF2B5EF4-FFF2-40B4-BE49-F238E27FC236}">
                  <a16:creationId xmlns:a16="http://schemas.microsoft.com/office/drawing/2014/main" id="{D3EAFB98-75EB-13FA-AA0E-0C041F5E0B3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63" name="직선 연결선 322">
                <a:extLst>
                  <a:ext uri="{FF2B5EF4-FFF2-40B4-BE49-F238E27FC236}">
                    <a16:creationId xmlns:a16="http://schemas.microsoft.com/office/drawing/2014/main" id="{228999FB-53F1-B7F0-1981-FB7F8ED95AA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4" name="직선 연결선 323">
                <a:extLst>
                  <a:ext uri="{FF2B5EF4-FFF2-40B4-BE49-F238E27FC236}">
                    <a16:creationId xmlns:a16="http://schemas.microsoft.com/office/drawing/2014/main" id="{62413ECB-A6AE-461C-421E-B96E81CC6FE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5" name="직선 연결선 324">
                <a:extLst>
                  <a:ext uri="{FF2B5EF4-FFF2-40B4-BE49-F238E27FC236}">
                    <a16:creationId xmlns:a16="http://schemas.microsoft.com/office/drawing/2014/main" id="{DE613265-21D0-2965-FCA9-5A82153B108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1" name="직선 연결선 326">
              <a:extLst>
                <a:ext uri="{FF2B5EF4-FFF2-40B4-BE49-F238E27FC236}">
                  <a16:creationId xmlns:a16="http://schemas.microsoft.com/office/drawing/2014/main" id="{ED1D6B57-3E50-B330-E03D-A57D079AA14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62" name="타원 1561">
              <a:extLst>
                <a:ext uri="{FF2B5EF4-FFF2-40B4-BE49-F238E27FC236}">
                  <a16:creationId xmlns:a16="http://schemas.microsoft.com/office/drawing/2014/main" id="{CC07F749-9403-EC0E-F413-42D1B7F2351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67" name="그룹 1566">
            <a:extLst>
              <a:ext uri="{FF2B5EF4-FFF2-40B4-BE49-F238E27FC236}">
                <a16:creationId xmlns:a16="http://schemas.microsoft.com/office/drawing/2014/main" id="{ABAA987F-704F-1723-5F2C-DC49A91FDEF8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425109" y="3746574"/>
            <a:ext cx="148067" cy="108000"/>
            <a:chOff x="7409659" y="2902132"/>
            <a:chExt cx="317047" cy="239471"/>
          </a:xfrm>
        </p:grpSpPr>
        <p:grpSp>
          <p:nvGrpSpPr>
            <p:cNvPr id="1568" name="그룹 1567">
              <a:extLst>
                <a:ext uri="{FF2B5EF4-FFF2-40B4-BE49-F238E27FC236}">
                  <a16:creationId xmlns:a16="http://schemas.microsoft.com/office/drawing/2014/main" id="{7DA02C74-9831-528E-BC3B-8D6B5C05056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71" name="직선 연결선 322">
                <a:extLst>
                  <a:ext uri="{FF2B5EF4-FFF2-40B4-BE49-F238E27FC236}">
                    <a16:creationId xmlns:a16="http://schemas.microsoft.com/office/drawing/2014/main" id="{872A1ACC-0F82-1285-87AF-EFA2A9BD32C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2" name="직선 연결선 323">
                <a:extLst>
                  <a:ext uri="{FF2B5EF4-FFF2-40B4-BE49-F238E27FC236}">
                    <a16:creationId xmlns:a16="http://schemas.microsoft.com/office/drawing/2014/main" id="{F86C8BA7-59AD-90BB-2F9E-BA182D7963C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3" name="직선 연결선 324">
                <a:extLst>
                  <a:ext uri="{FF2B5EF4-FFF2-40B4-BE49-F238E27FC236}">
                    <a16:creationId xmlns:a16="http://schemas.microsoft.com/office/drawing/2014/main" id="{9A756403-05AB-BE11-0FA5-AFA1F01A5BD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9" name="직선 연결선 326">
              <a:extLst>
                <a:ext uri="{FF2B5EF4-FFF2-40B4-BE49-F238E27FC236}">
                  <a16:creationId xmlns:a16="http://schemas.microsoft.com/office/drawing/2014/main" id="{196EF6B0-DF4A-D33F-CE40-3DCACF0864C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70" name="타원 1569">
              <a:extLst>
                <a:ext uri="{FF2B5EF4-FFF2-40B4-BE49-F238E27FC236}">
                  <a16:creationId xmlns:a16="http://schemas.microsoft.com/office/drawing/2014/main" id="{8AEA0DD1-78E0-47A4-DE8A-CBC4754BDB4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88" name="그룹 1587">
            <a:extLst>
              <a:ext uri="{FF2B5EF4-FFF2-40B4-BE49-F238E27FC236}">
                <a16:creationId xmlns:a16="http://schemas.microsoft.com/office/drawing/2014/main" id="{6E8C5D39-C64D-A933-9EAE-D6113AC970C1}"/>
              </a:ext>
            </a:extLst>
          </p:cNvPr>
          <p:cNvGrpSpPr/>
          <p:nvPr/>
        </p:nvGrpSpPr>
        <p:grpSpPr>
          <a:xfrm rot="5400000">
            <a:off x="5810780" y="3550809"/>
            <a:ext cx="90979" cy="106796"/>
            <a:chOff x="4947906" y="3396192"/>
            <a:chExt cx="90979" cy="106796"/>
          </a:xfrm>
        </p:grpSpPr>
        <p:cxnSp>
          <p:nvCxnSpPr>
            <p:cNvPr id="1589" name="직선 연결선 326">
              <a:extLst>
                <a:ext uri="{FF2B5EF4-FFF2-40B4-BE49-F238E27FC236}">
                  <a16:creationId xmlns:a16="http://schemas.microsoft.com/office/drawing/2014/main" id="{322A32CF-6390-6574-0F4A-2D95FE9B3B61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0" name="타원 1589">
              <a:extLst>
                <a:ext uri="{FF2B5EF4-FFF2-40B4-BE49-F238E27FC236}">
                  <a16:creationId xmlns:a16="http://schemas.microsoft.com/office/drawing/2014/main" id="{CE4CF479-C372-FF6C-A8E5-9E7FC739A7FB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5" name="그룹 1594">
            <a:extLst>
              <a:ext uri="{FF2B5EF4-FFF2-40B4-BE49-F238E27FC236}">
                <a16:creationId xmlns:a16="http://schemas.microsoft.com/office/drawing/2014/main" id="{785AC6DC-DE8B-7A16-147F-305E1D293870}"/>
              </a:ext>
            </a:extLst>
          </p:cNvPr>
          <p:cNvGrpSpPr/>
          <p:nvPr/>
        </p:nvGrpSpPr>
        <p:grpSpPr>
          <a:xfrm rot="5400000">
            <a:off x="8396340" y="3550430"/>
            <a:ext cx="90979" cy="106796"/>
            <a:chOff x="4947906" y="3396192"/>
            <a:chExt cx="90979" cy="106796"/>
          </a:xfrm>
        </p:grpSpPr>
        <p:cxnSp>
          <p:nvCxnSpPr>
            <p:cNvPr id="1596" name="직선 연결선 326">
              <a:extLst>
                <a:ext uri="{FF2B5EF4-FFF2-40B4-BE49-F238E27FC236}">
                  <a16:creationId xmlns:a16="http://schemas.microsoft.com/office/drawing/2014/main" id="{7B27F739-6514-B90E-A1B9-EDD1EF2468F9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7" name="타원 1596">
              <a:extLst>
                <a:ext uri="{FF2B5EF4-FFF2-40B4-BE49-F238E27FC236}">
                  <a16:creationId xmlns:a16="http://schemas.microsoft.com/office/drawing/2014/main" id="{EB24A4EC-B3E5-4E6C-FCC9-4093D95DDCED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8" name="그룹 1597">
            <a:extLst>
              <a:ext uri="{FF2B5EF4-FFF2-40B4-BE49-F238E27FC236}">
                <a16:creationId xmlns:a16="http://schemas.microsoft.com/office/drawing/2014/main" id="{F75AA80F-3051-55B2-9E7F-56E08D58B453}"/>
              </a:ext>
            </a:extLst>
          </p:cNvPr>
          <p:cNvGrpSpPr/>
          <p:nvPr/>
        </p:nvGrpSpPr>
        <p:grpSpPr>
          <a:xfrm rot="10800000">
            <a:off x="10633348" y="3876737"/>
            <a:ext cx="90979" cy="106796"/>
            <a:chOff x="4947906" y="3396192"/>
            <a:chExt cx="90979" cy="106796"/>
          </a:xfrm>
        </p:grpSpPr>
        <p:cxnSp>
          <p:nvCxnSpPr>
            <p:cNvPr id="1599" name="직선 연결선 326">
              <a:extLst>
                <a:ext uri="{FF2B5EF4-FFF2-40B4-BE49-F238E27FC236}">
                  <a16:creationId xmlns:a16="http://schemas.microsoft.com/office/drawing/2014/main" id="{BA46B371-3EA1-A56A-97D0-6ABE0F349998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0" name="타원 1599">
              <a:extLst>
                <a:ext uri="{FF2B5EF4-FFF2-40B4-BE49-F238E27FC236}">
                  <a16:creationId xmlns:a16="http://schemas.microsoft.com/office/drawing/2014/main" id="{D907E5D4-2663-072C-7FB1-167AB2533F31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01" name="그룹 1600">
            <a:extLst>
              <a:ext uri="{FF2B5EF4-FFF2-40B4-BE49-F238E27FC236}">
                <a16:creationId xmlns:a16="http://schemas.microsoft.com/office/drawing/2014/main" id="{DAEB475B-EA6A-4CE8-7A5A-696D806B20F6}"/>
              </a:ext>
            </a:extLst>
          </p:cNvPr>
          <p:cNvGrpSpPr>
            <a:grpSpLocks noChangeAspect="1"/>
          </p:cNvGrpSpPr>
          <p:nvPr/>
        </p:nvGrpSpPr>
        <p:grpSpPr>
          <a:xfrm>
            <a:off x="9707482" y="2973943"/>
            <a:ext cx="148067" cy="108000"/>
            <a:chOff x="7409659" y="2902132"/>
            <a:chExt cx="317047" cy="239471"/>
          </a:xfrm>
        </p:grpSpPr>
        <p:grpSp>
          <p:nvGrpSpPr>
            <p:cNvPr id="1602" name="그룹 1601">
              <a:extLst>
                <a:ext uri="{FF2B5EF4-FFF2-40B4-BE49-F238E27FC236}">
                  <a16:creationId xmlns:a16="http://schemas.microsoft.com/office/drawing/2014/main" id="{9DABC156-93DC-FF58-DBE7-236B1BD1675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05" name="직선 연결선 322">
                <a:extLst>
                  <a:ext uri="{FF2B5EF4-FFF2-40B4-BE49-F238E27FC236}">
                    <a16:creationId xmlns:a16="http://schemas.microsoft.com/office/drawing/2014/main" id="{ED605CFB-0B77-0D44-2B4D-3BB13AC2B66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6" name="직선 연결선 323">
                <a:extLst>
                  <a:ext uri="{FF2B5EF4-FFF2-40B4-BE49-F238E27FC236}">
                    <a16:creationId xmlns:a16="http://schemas.microsoft.com/office/drawing/2014/main" id="{8C716EF0-3C61-D3E9-E047-BE9824A8312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7" name="직선 연결선 324">
                <a:extLst>
                  <a:ext uri="{FF2B5EF4-FFF2-40B4-BE49-F238E27FC236}">
                    <a16:creationId xmlns:a16="http://schemas.microsoft.com/office/drawing/2014/main" id="{742877A5-C7E0-F611-F8E8-98BB1ABA0BD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03" name="직선 연결선 326">
              <a:extLst>
                <a:ext uri="{FF2B5EF4-FFF2-40B4-BE49-F238E27FC236}">
                  <a16:creationId xmlns:a16="http://schemas.microsoft.com/office/drawing/2014/main" id="{4313428B-46FA-6296-6971-1A56914A9F4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4" name="타원 1603">
              <a:extLst>
                <a:ext uri="{FF2B5EF4-FFF2-40B4-BE49-F238E27FC236}">
                  <a16:creationId xmlns:a16="http://schemas.microsoft.com/office/drawing/2014/main" id="{3B4C1478-F067-993A-51D5-DDACEE29F71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10" name="그룹 1609">
            <a:extLst>
              <a:ext uri="{FF2B5EF4-FFF2-40B4-BE49-F238E27FC236}">
                <a16:creationId xmlns:a16="http://schemas.microsoft.com/office/drawing/2014/main" id="{884D0BAC-360C-BE89-468F-3A46BE47F38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0145378" y="3271461"/>
            <a:ext cx="148067" cy="108000"/>
            <a:chOff x="7409659" y="2902132"/>
            <a:chExt cx="317047" cy="239471"/>
          </a:xfrm>
        </p:grpSpPr>
        <p:grpSp>
          <p:nvGrpSpPr>
            <p:cNvPr id="1611" name="그룹 1610">
              <a:extLst>
                <a:ext uri="{FF2B5EF4-FFF2-40B4-BE49-F238E27FC236}">
                  <a16:creationId xmlns:a16="http://schemas.microsoft.com/office/drawing/2014/main" id="{B7FCF809-E6AC-1693-A8DB-4845480FB24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14" name="직선 연결선 322">
                <a:extLst>
                  <a:ext uri="{FF2B5EF4-FFF2-40B4-BE49-F238E27FC236}">
                    <a16:creationId xmlns:a16="http://schemas.microsoft.com/office/drawing/2014/main" id="{C2595E90-1DA9-3F86-9058-4C4A11D2AA0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5" name="직선 연결선 323">
                <a:extLst>
                  <a:ext uri="{FF2B5EF4-FFF2-40B4-BE49-F238E27FC236}">
                    <a16:creationId xmlns:a16="http://schemas.microsoft.com/office/drawing/2014/main" id="{722F7B07-2712-8410-A99A-ACF2AF14D4B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6" name="직선 연결선 324">
                <a:extLst>
                  <a:ext uri="{FF2B5EF4-FFF2-40B4-BE49-F238E27FC236}">
                    <a16:creationId xmlns:a16="http://schemas.microsoft.com/office/drawing/2014/main" id="{061C92F5-7BE9-A94C-35E1-D785D84CF13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12" name="직선 연결선 326">
              <a:extLst>
                <a:ext uri="{FF2B5EF4-FFF2-40B4-BE49-F238E27FC236}">
                  <a16:creationId xmlns:a16="http://schemas.microsoft.com/office/drawing/2014/main" id="{DB8E49C9-C3EC-E96D-8C3B-94F625868C7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13" name="타원 1612">
              <a:extLst>
                <a:ext uri="{FF2B5EF4-FFF2-40B4-BE49-F238E27FC236}">
                  <a16:creationId xmlns:a16="http://schemas.microsoft.com/office/drawing/2014/main" id="{8E0CC84A-5F49-A267-C0EA-F6408E93DE7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618" name="직선 연결선[R] 1617">
            <a:extLst>
              <a:ext uri="{FF2B5EF4-FFF2-40B4-BE49-F238E27FC236}">
                <a16:creationId xmlns:a16="http://schemas.microsoft.com/office/drawing/2014/main" id="{9F462DA0-B673-7146-8A28-11ECF2D993C8}"/>
              </a:ext>
            </a:extLst>
          </p:cNvPr>
          <p:cNvCxnSpPr>
            <a:cxnSpLocks/>
            <a:endCxn id="793" idx="3"/>
          </p:cNvCxnSpPr>
          <p:nvPr/>
        </p:nvCxnSpPr>
        <p:spPr>
          <a:xfrm flipH="1">
            <a:off x="10579411" y="3031397"/>
            <a:ext cx="910939" cy="14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1" name="직선 연결선[R] 1620">
            <a:extLst>
              <a:ext uri="{FF2B5EF4-FFF2-40B4-BE49-F238E27FC236}">
                <a16:creationId xmlns:a16="http://schemas.microsoft.com/office/drawing/2014/main" id="{EEF6A7A3-C8CE-5F87-3486-C673009FA168}"/>
              </a:ext>
            </a:extLst>
          </p:cNvPr>
          <p:cNvCxnSpPr>
            <a:cxnSpLocks/>
            <a:stCxn id="872" idx="0"/>
          </p:cNvCxnSpPr>
          <p:nvPr/>
        </p:nvCxnSpPr>
        <p:spPr>
          <a:xfrm flipV="1">
            <a:off x="11499142" y="3032833"/>
            <a:ext cx="0" cy="25535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23" name="그룹 1622">
            <a:extLst>
              <a:ext uri="{FF2B5EF4-FFF2-40B4-BE49-F238E27FC236}">
                <a16:creationId xmlns:a16="http://schemas.microsoft.com/office/drawing/2014/main" id="{6B744445-3503-DBEB-6536-02439A76D15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0579411" y="2981329"/>
            <a:ext cx="148067" cy="108000"/>
            <a:chOff x="7409659" y="2902132"/>
            <a:chExt cx="317047" cy="239471"/>
          </a:xfrm>
        </p:grpSpPr>
        <p:grpSp>
          <p:nvGrpSpPr>
            <p:cNvPr id="1624" name="그룹 1623">
              <a:extLst>
                <a:ext uri="{FF2B5EF4-FFF2-40B4-BE49-F238E27FC236}">
                  <a16:creationId xmlns:a16="http://schemas.microsoft.com/office/drawing/2014/main" id="{AFB2A037-A67D-1D80-37A5-C293AC05DB4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27" name="직선 연결선 322">
                <a:extLst>
                  <a:ext uri="{FF2B5EF4-FFF2-40B4-BE49-F238E27FC236}">
                    <a16:creationId xmlns:a16="http://schemas.microsoft.com/office/drawing/2014/main" id="{3A71EA48-7F8B-76F1-FFBA-2628136F02D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8" name="직선 연결선 323">
                <a:extLst>
                  <a:ext uri="{FF2B5EF4-FFF2-40B4-BE49-F238E27FC236}">
                    <a16:creationId xmlns:a16="http://schemas.microsoft.com/office/drawing/2014/main" id="{3C45D064-413A-A5DB-CD1A-3A66F7FDE74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9" name="직선 연결선 324">
                <a:extLst>
                  <a:ext uri="{FF2B5EF4-FFF2-40B4-BE49-F238E27FC236}">
                    <a16:creationId xmlns:a16="http://schemas.microsoft.com/office/drawing/2014/main" id="{3352A50B-BD96-3619-ED8D-8511758084F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25" name="직선 연결선 326">
              <a:extLst>
                <a:ext uri="{FF2B5EF4-FFF2-40B4-BE49-F238E27FC236}">
                  <a16:creationId xmlns:a16="http://schemas.microsoft.com/office/drawing/2014/main" id="{42935766-F292-4DB9-394C-1EEFD49F092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26" name="타원 1625">
              <a:extLst>
                <a:ext uri="{FF2B5EF4-FFF2-40B4-BE49-F238E27FC236}">
                  <a16:creationId xmlns:a16="http://schemas.microsoft.com/office/drawing/2014/main" id="{17F630C8-6EAA-6F59-2751-E190587C96E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0" name="그룹 1629">
            <a:extLst>
              <a:ext uri="{FF2B5EF4-FFF2-40B4-BE49-F238E27FC236}">
                <a16:creationId xmlns:a16="http://schemas.microsoft.com/office/drawing/2014/main" id="{E28F71AF-328F-94EE-3E50-6B1C25051F10}"/>
              </a:ext>
            </a:extLst>
          </p:cNvPr>
          <p:cNvGrpSpPr/>
          <p:nvPr/>
        </p:nvGrpSpPr>
        <p:grpSpPr>
          <a:xfrm rot="5400000">
            <a:off x="11453652" y="3136844"/>
            <a:ext cx="90979" cy="106796"/>
            <a:chOff x="4947906" y="3396192"/>
            <a:chExt cx="90979" cy="106796"/>
          </a:xfrm>
        </p:grpSpPr>
        <p:cxnSp>
          <p:nvCxnSpPr>
            <p:cNvPr id="1631" name="직선 연결선 326">
              <a:extLst>
                <a:ext uri="{FF2B5EF4-FFF2-40B4-BE49-F238E27FC236}">
                  <a16:creationId xmlns:a16="http://schemas.microsoft.com/office/drawing/2014/main" id="{7A894AAD-E2F9-DFF9-06A2-E315FFC175BD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2" name="타원 1631">
              <a:extLst>
                <a:ext uri="{FF2B5EF4-FFF2-40B4-BE49-F238E27FC236}">
                  <a16:creationId xmlns:a16="http://schemas.microsoft.com/office/drawing/2014/main" id="{5C283139-067A-E622-5593-E6875AFDB18C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3" name="그룹 1632">
            <a:extLst>
              <a:ext uri="{FF2B5EF4-FFF2-40B4-BE49-F238E27FC236}">
                <a16:creationId xmlns:a16="http://schemas.microsoft.com/office/drawing/2014/main" id="{B47141AA-EC77-9098-A38F-6F56E00E1450}"/>
              </a:ext>
            </a:extLst>
          </p:cNvPr>
          <p:cNvGrpSpPr/>
          <p:nvPr/>
        </p:nvGrpSpPr>
        <p:grpSpPr>
          <a:xfrm>
            <a:off x="5162781" y="6068181"/>
            <a:ext cx="90979" cy="106796"/>
            <a:chOff x="4947906" y="3396192"/>
            <a:chExt cx="90979" cy="106796"/>
          </a:xfrm>
        </p:grpSpPr>
        <p:cxnSp>
          <p:nvCxnSpPr>
            <p:cNvPr id="1634" name="직선 연결선 326">
              <a:extLst>
                <a:ext uri="{FF2B5EF4-FFF2-40B4-BE49-F238E27FC236}">
                  <a16:creationId xmlns:a16="http://schemas.microsoft.com/office/drawing/2014/main" id="{2469749A-2C35-D568-6859-32568B3DAF7E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5" name="타원 1634">
              <a:extLst>
                <a:ext uri="{FF2B5EF4-FFF2-40B4-BE49-F238E27FC236}">
                  <a16:creationId xmlns:a16="http://schemas.microsoft.com/office/drawing/2014/main" id="{A6D92FBD-5385-4D12-5D83-9BA7F1EAADFD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43" name="그룹 1642">
            <a:extLst>
              <a:ext uri="{FF2B5EF4-FFF2-40B4-BE49-F238E27FC236}">
                <a16:creationId xmlns:a16="http://schemas.microsoft.com/office/drawing/2014/main" id="{98E94D52-8026-D3EA-BF07-2DE435A4CCA5}"/>
              </a:ext>
            </a:extLst>
          </p:cNvPr>
          <p:cNvGrpSpPr>
            <a:grpSpLocks noChangeAspect="1"/>
          </p:cNvGrpSpPr>
          <p:nvPr/>
        </p:nvGrpSpPr>
        <p:grpSpPr>
          <a:xfrm>
            <a:off x="6440121" y="5663535"/>
            <a:ext cx="148067" cy="108000"/>
            <a:chOff x="7409659" y="2902132"/>
            <a:chExt cx="317047" cy="239471"/>
          </a:xfrm>
        </p:grpSpPr>
        <p:grpSp>
          <p:nvGrpSpPr>
            <p:cNvPr id="1644" name="그룹 1643">
              <a:extLst>
                <a:ext uri="{FF2B5EF4-FFF2-40B4-BE49-F238E27FC236}">
                  <a16:creationId xmlns:a16="http://schemas.microsoft.com/office/drawing/2014/main" id="{90A21783-16B4-1D17-6F6C-9DF0739295A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47" name="직선 연결선 322">
                <a:extLst>
                  <a:ext uri="{FF2B5EF4-FFF2-40B4-BE49-F238E27FC236}">
                    <a16:creationId xmlns:a16="http://schemas.microsoft.com/office/drawing/2014/main" id="{1A0A4E7C-6165-5ECE-05EA-4987181F13E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8" name="직선 연결선 323">
                <a:extLst>
                  <a:ext uri="{FF2B5EF4-FFF2-40B4-BE49-F238E27FC236}">
                    <a16:creationId xmlns:a16="http://schemas.microsoft.com/office/drawing/2014/main" id="{49CD8868-1140-D1B5-DCBE-7C9FF962F99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9" name="직선 연결선 324">
                <a:extLst>
                  <a:ext uri="{FF2B5EF4-FFF2-40B4-BE49-F238E27FC236}">
                    <a16:creationId xmlns:a16="http://schemas.microsoft.com/office/drawing/2014/main" id="{872B8075-F344-D9CD-004B-FE7A324A3B4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45" name="직선 연결선 326">
              <a:extLst>
                <a:ext uri="{FF2B5EF4-FFF2-40B4-BE49-F238E27FC236}">
                  <a16:creationId xmlns:a16="http://schemas.microsoft.com/office/drawing/2014/main" id="{7D51762E-A32D-EC27-AC10-B56F17DAFBD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6" name="타원 1645">
              <a:extLst>
                <a:ext uri="{FF2B5EF4-FFF2-40B4-BE49-F238E27FC236}">
                  <a16:creationId xmlns:a16="http://schemas.microsoft.com/office/drawing/2014/main" id="{9A8E7F9D-6235-01CE-955C-927CE9172F3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0" name="그룹 1649">
            <a:extLst>
              <a:ext uri="{FF2B5EF4-FFF2-40B4-BE49-F238E27FC236}">
                <a16:creationId xmlns:a16="http://schemas.microsoft.com/office/drawing/2014/main" id="{18021747-B80B-B32D-7820-D02BB463375C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8188" y="5527249"/>
            <a:ext cx="148067" cy="108000"/>
            <a:chOff x="7409659" y="2902132"/>
            <a:chExt cx="317047" cy="239471"/>
          </a:xfrm>
        </p:grpSpPr>
        <p:grpSp>
          <p:nvGrpSpPr>
            <p:cNvPr id="1651" name="그룹 1650">
              <a:extLst>
                <a:ext uri="{FF2B5EF4-FFF2-40B4-BE49-F238E27FC236}">
                  <a16:creationId xmlns:a16="http://schemas.microsoft.com/office/drawing/2014/main" id="{451331A8-E2A5-D233-DE7F-C9F14D3A533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54" name="직선 연결선 322">
                <a:extLst>
                  <a:ext uri="{FF2B5EF4-FFF2-40B4-BE49-F238E27FC236}">
                    <a16:creationId xmlns:a16="http://schemas.microsoft.com/office/drawing/2014/main" id="{6B007591-9354-73C9-D713-D5E81DB291E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5" name="직선 연결선 323">
                <a:extLst>
                  <a:ext uri="{FF2B5EF4-FFF2-40B4-BE49-F238E27FC236}">
                    <a16:creationId xmlns:a16="http://schemas.microsoft.com/office/drawing/2014/main" id="{B4C4FE2C-63BD-AF0F-6DB0-B53F926867F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6" name="직선 연결선 324">
                <a:extLst>
                  <a:ext uri="{FF2B5EF4-FFF2-40B4-BE49-F238E27FC236}">
                    <a16:creationId xmlns:a16="http://schemas.microsoft.com/office/drawing/2014/main" id="{4F1EF814-C208-16A9-2751-09C1C21A13A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52" name="직선 연결선 326">
              <a:extLst>
                <a:ext uri="{FF2B5EF4-FFF2-40B4-BE49-F238E27FC236}">
                  <a16:creationId xmlns:a16="http://schemas.microsoft.com/office/drawing/2014/main" id="{EAC2B57F-9945-F577-0C4C-F70880FB10F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53" name="타원 1652">
              <a:extLst>
                <a:ext uri="{FF2B5EF4-FFF2-40B4-BE49-F238E27FC236}">
                  <a16:creationId xmlns:a16="http://schemas.microsoft.com/office/drawing/2014/main" id="{4C52BAFC-3078-424D-B654-A447A9C453F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9" name="그룹 1658">
            <a:extLst>
              <a:ext uri="{FF2B5EF4-FFF2-40B4-BE49-F238E27FC236}">
                <a16:creationId xmlns:a16="http://schemas.microsoft.com/office/drawing/2014/main" id="{D7494EA7-0AF8-37DD-6F49-BDE29579E40F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7698" y="5666242"/>
            <a:ext cx="148067" cy="108000"/>
            <a:chOff x="7409659" y="2902132"/>
            <a:chExt cx="317047" cy="239471"/>
          </a:xfrm>
        </p:grpSpPr>
        <p:grpSp>
          <p:nvGrpSpPr>
            <p:cNvPr id="1660" name="그룹 1659">
              <a:extLst>
                <a:ext uri="{FF2B5EF4-FFF2-40B4-BE49-F238E27FC236}">
                  <a16:creationId xmlns:a16="http://schemas.microsoft.com/office/drawing/2014/main" id="{E0560067-6CE4-3238-141C-1AF66FC8773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63" name="직선 연결선 322">
                <a:extLst>
                  <a:ext uri="{FF2B5EF4-FFF2-40B4-BE49-F238E27FC236}">
                    <a16:creationId xmlns:a16="http://schemas.microsoft.com/office/drawing/2014/main" id="{6B720C4C-3EB6-74B4-B6D4-1DA93F09504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4" name="직선 연결선 323">
                <a:extLst>
                  <a:ext uri="{FF2B5EF4-FFF2-40B4-BE49-F238E27FC236}">
                    <a16:creationId xmlns:a16="http://schemas.microsoft.com/office/drawing/2014/main" id="{7AC64354-E004-C701-11F0-A7A2BA371E1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5" name="직선 연결선 324">
                <a:extLst>
                  <a:ext uri="{FF2B5EF4-FFF2-40B4-BE49-F238E27FC236}">
                    <a16:creationId xmlns:a16="http://schemas.microsoft.com/office/drawing/2014/main" id="{DEB0F13D-63F5-BD21-800B-99B7993C231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1" name="직선 연결선 326">
              <a:extLst>
                <a:ext uri="{FF2B5EF4-FFF2-40B4-BE49-F238E27FC236}">
                  <a16:creationId xmlns:a16="http://schemas.microsoft.com/office/drawing/2014/main" id="{BBC70BDA-806F-8F9A-5A0F-C2B7F320F64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2" name="타원 1661">
              <a:extLst>
                <a:ext uri="{FF2B5EF4-FFF2-40B4-BE49-F238E27FC236}">
                  <a16:creationId xmlns:a16="http://schemas.microsoft.com/office/drawing/2014/main" id="{BAAA29DA-AC62-14B2-6259-DA2CF16BDC0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66" name="그룹 1665">
            <a:extLst>
              <a:ext uri="{FF2B5EF4-FFF2-40B4-BE49-F238E27FC236}">
                <a16:creationId xmlns:a16="http://schemas.microsoft.com/office/drawing/2014/main" id="{7FA3E570-7E3D-AC99-5068-21EF08FF4F04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40272" y="2791543"/>
            <a:ext cx="148067" cy="108000"/>
            <a:chOff x="7409659" y="2902132"/>
            <a:chExt cx="317047" cy="239471"/>
          </a:xfrm>
        </p:grpSpPr>
        <p:grpSp>
          <p:nvGrpSpPr>
            <p:cNvPr id="1667" name="그룹 1666">
              <a:extLst>
                <a:ext uri="{FF2B5EF4-FFF2-40B4-BE49-F238E27FC236}">
                  <a16:creationId xmlns:a16="http://schemas.microsoft.com/office/drawing/2014/main" id="{A41B2BCC-9286-69F8-F8FD-B23AE7E505E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70" name="직선 연결선 322">
                <a:extLst>
                  <a:ext uri="{FF2B5EF4-FFF2-40B4-BE49-F238E27FC236}">
                    <a16:creationId xmlns:a16="http://schemas.microsoft.com/office/drawing/2014/main" id="{5454A6DC-C78D-2E3C-4BEF-4C07FB43F44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1" name="직선 연결선 323">
                <a:extLst>
                  <a:ext uri="{FF2B5EF4-FFF2-40B4-BE49-F238E27FC236}">
                    <a16:creationId xmlns:a16="http://schemas.microsoft.com/office/drawing/2014/main" id="{28256D79-52C5-0B69-462B-14C61A5FE9D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2" name="직선 연결선 324">
                <a:extLst>
                  <a:ext uri="{FF2B5EF4-FFF2-40B4-BE49-F238E27FC236}">
                    <a16:creationId xmlns:a16="http://schemas.microsoft.com/office/drawing/2014/main" id="{157C43A4-057C-AAAA-86AC-3E0C11EC8CF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8" name="직선 연결선 326">
              <a:extLst>
                <a:ext uri="{FF2B5EF4-FFF2-40B4-BE49-F238E27FC236}">
                  <a16:creationId xmlns:a16="http://schemas.microsoft.com/office/drawing/2014/main" id="{09ACB459-82F4-C6A5-BD5D-48F4D386F4A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9" name="타원 1668">
              <a:extLst>
                <a:ext uri="{FF2B5EF4-FFF2-40B4-BE49-F238E27FC236}">
                  <a16:creationId xmlns:a16="http://schemas.microsoft.com/office/drawing/2014/main" id="{BDA532CE-B010-395C-63E8-48291F30176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76" name="그룹 1675">
            <a:extLst>
              <a:ext uri="{FF2B5EF4-FFF2-40B4-BE49-F238E27FC236}">
                <a16:creationId xmlns:a16="http://schemas.microsoft.com/office/drawing/2014/main" id="{53C29086-66FD-AF59-110F-912FDC45D1D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587906" y="2503450"/>
            <a:ext cx="148067" cy="108000"/>
            <a:chOff x="7409659" y="2902132"/>
            <a:chExt cx="317047" cy="239471"/>
          </a:xfrm>
        </p:grpSpPr>
        <p:grpSp>
          <p:nvGrpSpPr>
            <p:cNvPr id="1677" name="그룹 1676">
              <a:extLst>
                <a:ext uri="{FF2B5EF4-FFF2-40B4-BE49-F238E27FC236}">
                  <a16:creationId xmlns:a16="http://schemas.microsoft.com/office/drawing/2014/main" id="{8773533D-5FE6-7A4C-0A46-64E411F0EC6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0" name="직선 연결선 322">
                <a:extLst>
                  <a:ext uri="{FF2B5EF4-FFF2-40B4-BE49-F238E27FC236}">
                    <a16:creationId xmlns:a16="http://schemas.microsoft.com/office/drawing/2014/main" id="{AAD94A30-3873-0862-4619-DCCDAB7A585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1" name="직선 연결선 323">
                <a:extLst>
                  <a:ext uri="{FF2B5EF4-FFF2-40B4-BE49-F238E27FC236}">
                    <a16:creationId xmlns:a16="http://schemas.microsoft.com/office/drawing/2014/main" id="{20EBA1DB-D65B-D50A-A7D6-E7AAD488A03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2" name="직선 연결선 324">
                <a:extLst>
                  <a:ext uri="{FF2B5EF4-FFF2-40B4-BE49-F238E27FC236}">
                    <a16:creationId xmlns:a16="http://schemas.microsoft.com/office/drawing/2014/main" id="{B086E9B3-F5D1-E8CC-1EDE-2F3EC3BB45D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78" name="직선 연결선 326">
              <a:extLst>
                <a:ext uri="{FF2B5EF4-FFF2-40B4-BE49-F238E27FC236}">
                  <a16:creationId xmlns:a16="http://schemas.microsoft.com/office/drawing/2014/main" id="{D4DB1820-07DD-F805-4762-3077D8A01D7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79" name="타원 1678">
              <a:extLst>
                <a:ext uri="{FF2B5EF4-FFF2-40B4-BE49-F238E27FC236}">
                  <a16:creationId xmlns:a16="http://schemas.microsoft.com/office/drawing/2014/main" id="{8923F40B-1C5E-0EDF-C95D-B401DEC91F6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83" name="그룹 1682">
            <a:extLst>
              <a:ext uri="{FF2B5EF4-FFF2-40B4-BE49-F238E27FC236}">
                <a16:creationId xmlns:a16="http://schemas.microsoft.com/office/drawing/2014/main" id="{333EDC03-B37E-0F7D-F65C-6B5B9AE297C3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6874155" y="5068900"/>
            <a:ext cx="148067" cy="108000"/>
            <a:chOff x="7409659" y="2902132"/>
            <a:chExt cx="317047" cy="239471"/>
          </a:xfrm>
        </p:grpSpPr>
        <p:grpSp>
          <p:nvGrpSpPr>
            <p:cNvPr id="1684" name="그룹 1683">
              <a:extLst>
                <a:ext uri="{FF2B5EF4-FFF2-40B4-BE49-F238E27FC236}">
                  <a16:creationId xmlns:a16="http://schemas.microsoft.com/office/drawing/2014/main" id="{B8E2473A-20E1-F72D-4D48-C7221B9F6A5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7" name="직선 연결선 322">
                <a:extLst>
                  <a:ext uri="{FF2B5EF4-FFF2-40B4-BE49-F238E27FC236}">
                    <a16:creationId xmlns:a16="http://schemas.microsoft.com/office/drawing/2014/main" id="{84982FA5-334A-78E6-890C-DFA9214DF44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8" name="직선 연결선 323">
                <a:extLst>
                  <a:ext uri="{FF2B5EF4-FFF2-40B4-BE49-F238E27FC236}">
                    <a16:creationId xmlns:a16="http://schemas.microsoft.com/office/drawing/2014/main" id="{90694710-F992-2F11-F516-DEDED10D52D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9" name="직선 연결선 324">
                <a:extLst>
                  <a:ext uri="{FF2B5EF4-FFF2-40B4-BE49-F238E27FC236}">
                    <a16:creationId xmlns:a16="http://schemas.microsoft.com/office/drawing/2014/main" id="{C6A4FAA5-90BF-DBEB-68B7-1170EF4F5EA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85" name="직선 연결선 326">
              <a:extLst>
                <a:ext uri="{FF2B5EF4-FFF2-40B4-BE49-F238E27FC236}">
                  <a16:creationId xmlns:a16="http://schemas.microsoft.com/office/drawing/2014/main" id="{52EA09EF-9F2A-89B4-0883-0D5C69E5EA2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86" name="타원 1685">
              <a:extLst>
                <a:ext uri="{FF2B5EF4-FFF2-40B4-BE49-F238E27FC236}">
                  <a16:creationId xmlns:a16="http://schemas.microsoft.com/office/drawing/2014/main" id="{4B3F96F9-34E5-20F9-502A-136AC446780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92" name="그룹 1691">
            <a:extLst>
              <a:ext uri="{FF2B5EF4-FFF2-40B4-BE49-F238E27FC236}">
                <a16:creationId xmlns:a16="http://schemas.microsoft.com/office/drawing/2014/main" id="{6D4739A9-788E-3AD4-A365-885E005E9B49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041082" y="4482009"/>
            <a:ext cx="148067" cy="108000"/>
            <a:chOff x="7409659" y="2902132"/>
            <a:chExt cx="317047" cy="239471"/>
          </a:xfrm>
        </p:grpSpPr>
        <p:grpSp>
          <p:nvGrpSpPr>
            <p:cNvPr id="1693" name="그룹 1692">
              <a:extLst>
                <a:ext uri="{FF2B5EF4-FFF2-40B4-BE49-F238E27FC236}">
                  <a16:creationId xmlns:a16="http://schemas.microsoft.com/office/drawing/2014/main" id="{7A99FDB9-58D3-6463-3915-00F1E7BA8D5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96" name="직선 연결선 322">
                <a:extLst>
                  <a:ext uri="{FF2B5EF4-FFF2-40B4-BE49-F238E27FC236}">
                    <a16:creationId xmlns:a16="http://schemas.microsoft.com/office/drawing/2014/main" id="{A9F73C5C-A28B-9BED-BCCA-2512123CCBF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7" name="직선 연결선 323">
                <a:extLst>
                  <a:ext uri="{FF2B5EF4-FFF2-40B4-BE49-F238E27FC236}">
                    <a16:creationId xmlns:a16="http://schemas.microsoft.com/office/drawing/2014/main" id="{D29D5358-EFA7-420D-98F5-429A5918036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8" name="직선 연결선 324">
                <a:extLst>
                  <a:ext uri="{FF2B5EF4-FFF2-40B4-BE49-F238E27FC236}">
                    <a16:creationId xmlns:a16="http://schemas.microsoft.com/office/drawing/2014/main" id="{8279A3A4-61E9-5B43-9C62-E8ADBFC4067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94" name="직선 연결선 326">
              <a:extLst>
                <a:ext uri="{FF2B5EF4-FFF2-40B4-BE49-F238E27FC236}">
                  <a16:creationId xmlns:a16="http://schemas.microsoft.com/office/drawing/2014/main" id="{475D74ED-12F1-E599-45EC-A985D8628F8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95" name="타원 1694">
              <a:extLst>
                <a:ext uri="{FF2B5EF4-FFF2-40B4-BE49-F238E27FC236}">
                  <a16:creationId xmlns:a16="http://schemas.microsoft.com/office/drawing/2014/main" id="{C56FD867-D185-4E21-C994-5238563FDA9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2" name="그룹 1701">
            <a:extLst>
              <a:ext uri="{FF2B5EF4-FFF2-40B4-BE49-F238E27FC236}">
                <a16:creationId xmlns:a16="http://schemas.microsoft.com/office/drawing/2014/main" id="{1360CCB3-C3EF-4283-8CFD-A335D622B492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800274" y="2792513"/>
            <a:ext cx="148067" cy="108000"/>
            <a:chOff x="7409659" y="2902132"/>
            <a:chExt cx="317047" cy="239471"/>
          </a:xfrm>
        </p:grpSpPr>
        <p:grpSp>
          <p:nvGrpSpPr>
            <p:cNvPr id="1703" name="그룹 1702">
              <a:extLst>
                <a:ext uri="{FF2B5EF4-FFF2-40B4-BE49-F238E27FC236}">
                  <a16:creationId xmlns:a16="http://schemas.microsoft.com/office/drawing/2014/main" id="{8900A1BF-E15D-7837-81D4-D43EEFEFBD6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06" name="직선 연결선 322">
                <a:extLst>
                  <a:ext uri="{FF2B5EF4-FFF2-40B4-BE49-F238E27FC236}">
                    <a16:creationId xmlns:a16="http://schemas.microsoft.com/office/drawing/2014/main" id="{E3992E24-58C6-F5CD-0291-4B062841D94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7" name="직선 연결선 323">
                <a:extLst>
                  <a:ext uri="{FF2B5EF4-FFF2-40B4-BE49-F238E27FC236}">
                    <a16:creationId xmlns:a16="http://schemas.microsoft.com/office/drawing/2014/main" id="{6A0934BB-9057-F554-3E22-F058F88EDAF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8" name="직선 연결선 324">
                <a:extLst>
                  <a:ext uri="{FF2B5EF4-FFF2-40B4-BE49-F238E27FC236}">
                    <a16:creationId xmlns:a16="http://schemas.microsoft.com/office/drawing/2014/main" id="{0C12B787-5301-3D3F-9113-840C1721EFB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04" name="직선 연결선 326">
              <a:extLst>
                <a:ext uri="{FF2B5EF4-FFF2-40B4-BE49-F238E27FC236}">
                  <a16:creationId xmlns:a16="http://schemas.microsoft.com/office/drawing/2014/main" id="{70778338-7985-E52A-951D-AD7026C963A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05" name="타원 1704">
              <a:extLst>
                <a:ext uri="{FF2B5EF4-FFF2-40B4-BE49-F238E27FC236}">
                  <a16:creationId xmlns:a16="http://schemas.microsoft.com/office/drawing/2014/main" id="{8AB01590-D0B8-E123-38D5-6C03589D663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9" name="그룹 1708">
            <a:extLst>
              <a:ext uri="{FF2B5EF4-FFF2-40B4-BE49-F238E27FC236}">
                <a16:creationId xmlns:a16="http://schemas.microsoft.com/office/drawing/2014/main" id="{A03E10DE-AB51-A4F7-E5A9-9D7009A8F0DB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2503450"/>
            <a:ext cx="148067" cy="108000"/>
            <a:chOff x="7409659" y="2902132"/>
            <a:chExt cx="317047" cy="239471"/>
          </a:xfrm>
        </p:grpSpPr>
        <p:grpSp>
          <p:nvGrpSpPr>
            <p:cNvPr id="1710" name="그룹 1709">
              <a:extLst>
                <a:ext uri="{FF2B5EF4-FFF2-40B4-BE49-F238E27FC236}">
                  <a16:creationId xmlns:a16="http://schemas.microsoft.com/office/drawing/2014/main" id="{4BD6C90D-7DEF-49B8-2253-A3E9E12A91F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13" name="직선 연결선 322">
                <a:extLst>
                  <a:ext uri="{FF2B5EF4-FFF2-40B4-BE49-F238E27FC236}">
                    <a16:creationId xmlns:a16="http://schemas.microsoft.com/office/drawing/2014/main" id="{48E1BC29-2451-113E-4B5D-57CAC279098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4" name="직선 연결선 323">
                <a:extLst>
                  <a:ext uri="{FF2B5EF4-FFF2-40B4-BE49-F238E27FC236}">
                    <a16:creationId xmlns:a16="http://schemas.microsoft.com/office/drawing/2014/main" id="{4C86CF71-A6F7-0002-CDDD-318842FCD19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5" name="직선 연결선 324">
                <a:extLst>
                  <a:ext uri="{FF2B5EF4-FFF2-40B4-BE49-F238E27FC236}">
                    <a16:creationId xmlns:a16="http://schemas.microsoft.com/office/drawing/2014/main" id="{59A802D6-EF03-3A23-D1BF-6293C4ADD19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1" name="직선 연결선 326">
              <a:extLst>
                <a:ext uri="{FF2B5EF4-FFF2-40B4-BE49-F238E27FC236}">
                  <a16:creationId xmlns:a16="http://schemas.microsoft.com/office/drawing/2014/main" id="{77B10BAD-9BCD-C272-795B-A1B1B707685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2" name="타원 1711">
              <a:extLst>
                <a:ext uri="{FF2B5EF4-FFF2-40B4-BE49-F238E27FC236}">
                  <a16:creationId xmlns:a16="http://schemas.microsoft.com/office/drawing/2014/main" id="{1B1A6BC8-E3A2-BBB9-4C20-49E3BE18A8A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16" name="그룹 1715">
            <a:extLst>
              <a:ext uri="{FF2B5EF4-FFF2-40B4-BE49-F238E27FC236}">
                <a16:creationId xmlns:a16="http://schemas.microsoft.com/office/drawing/2014/main" id="{FB4116A1-0E78-A2ED-B226-B21C60C3EF5B}"/>
              </a:ext>
            </a:extLst>
          </p:cNvPr>
          <p:cNvGrpSpPr>
            <a:grpSpLocks noChangeAspect="1"/>
          </p:cNvGrpSpPr>
          <p:nvPr/>
        </p:nvGrpSpPr>
        <p:grpSpPr>
          <a:xfrm>
            <a:off x="2359423" y="1948443"/>
            <a:ext cx="148067" cy="108000"/>
            <a:chOff x="7409659" y="2902132"/>
            <a:chExt cx="317047" cy="239471"/>
          </a:xfrm>
        </p:grpSpPr>
        <p:grpSp>
          <p:nvGrpSpPr>
            <p:cNvPr id="1717" name="그룹 1716">
              <a:extLst>
                <a:ext uri="{FF2B5EF4-FFF2-40B4-BE49-F238E27FC236}">
                  <a16:creationId xmlns:a16="http://schemas.microsoft.com/office/drawing/2014/main" id="{97AF035C-ED62-543B-F181-40DF3A9C4A8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0" name="직선 연결선 322">
                <a:extLst>
                  <a:ext uri="{FF2B5EF4-FFF2-40B4-BE49-F238E27FC236}">
                    <a16:creationId xmlns:a16="http://schemas.microsoft.com/office/drawing/2014/main" id="{5F08648D-BA28-37BE-9D33-D149340FA4D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1" name="직선 연결선 323">
                <a:extLst>
                  <a:ext uri="{FF2B5EF4-FFF2-40B4-BE49-F238E27FC236}">
                    <a16:creationId xmlns:a16="http://schemas.microsoft.com/office/drawing/2014/main" id="{74BAF6D7-4B99-9AA4-2E22-D825BFF64C3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2" name="직선 연결선 324">
                <a:extLst>
                  <a:ext uri="{FF2B5EF4-FFF2-40B4-BE49-F238E27FC236}">
                    <a16:creationId xmlns:a16="http://schemas.microsoft.com/office/drawing/2014/main" id="{29CEA647-F075-4852-679C-108E150C5D1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8" name="직선 연결선 326">
              <a:extLst>
                <a:ext uri="{FF2B5EF4-FFF2-40B4-BE49-F238E27FC236}">
                  <a16:creationId xmlns:a16="http://schemas.microsoft.com/office/drawing/2014/main" id="{047F5382-7282-2A43-1425-3DDF415A58A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9" name="타원 1718">
              <a:extLst>
                <a:ext uri="{FF2B5EF4-FFF2-40B4-BE49-F238E27FC236}">
                  <a16:creationId xmlns:a16="http://schemas.microsoft.com/office/drawing/2014/main" id="{E9B70807-312B-CA98-70CA-BD0F820FB48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23" name="그룹 1722">
            <a:extLst>
              <a:ext uri="{FF2B5EF4-FFF2-40B4-BE49-F238E27FC236}">
                <a16:creationId xmlns:a16="http://schemas.microsoft.com/office/drawing/2014/main" id="{821B8670-7B9D-9822-DEC7-2ADE736E49F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1959431"/>
            <a:ext cx="148067" cy="108000"/>
            <a:chOff x="7409659" y="2902132"/>
            <a:chExt cx="317047" cy="239471"/>
          </a:xfrm>
        </p:grpSpPr>
        <p:grpSp>
          <p:nvGrpSpPr>
            <p:cNvPr id="1724" name="그룹 1723">
              <a:extLst>
                <a:ext uri="{FF2B5EF4-FFF2-40B4-BE49-F238E27FC236}">
                  <a16:creationId xmlns:a16="http://schemas.microsoft.com/office/drawing/2014/main" id="{EE5F0097-96FA-FE5B-16CC-EBFF946603F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7" name="직선 연결선 322">
                <a:extLst>
                  <a:ext uri="{FF2B5EF4-FFF2-40B4-BE49-F238E27FC236}">
                    <a16:creationId xmlns:a16="http://schemas.microsoft.com/office/drawing/2014/main" id="{8598B986-EFFC-1173-BE50-DD1747E1A31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8" name="직선 연결선 323">
                <a:extLst>
                  <a:ext uri="{FF2B5EF4-FFF2-40B4-BE49-F238E27FC236}">
                    <a16:creationId xmlns:a16="http://schemas.microsoft.com/office/drawing/2014/main" id="{65F548EC-039A-AA2C-C6E7-7C60B8EFA2F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9" name="직선 연결선 324">
                <a:extLst>
                  <a:ext uri="{FF2B5EF4-FFF2-40B4-BE49-F238E27FC236}">
                    <a16:creationId xmlns:a16="http://schemas.microsoft.com/office/drawing/2014/main" id="{C58CF1C8-8F30-CC78-7BCF-B0C1C0DDA64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25" name="직선 연결선 326">
              <a:extLst>
                <a:ext uri="{FF2B5EF4-FFF2-40B4-BE49-F238E27FC236}">
                  <a16:creationId xmlns:a16="http://schemas.microsoft.com/office/drawing/2014/main" id="{49FF7FC8-D9F7-FE8C-1F33-58A8C8376A5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26" name="타원 1725">
              <a:extLst>
                <a:ext uri="{FF2B5EF4-FFF2-40B4-BE49-F238E27FC236}">
                  <a16:creationId xmlns:a16="http://schemas.microsoft.com/office/drawing/2014/main" id="{7A421F75-75FC-2407-3008-2BE67713CD1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32" name="직선 연결선[R] 1731">
            <a:extLst>
              <a:ext uri="{FF2B5EF4-FFF2-40B4-BE49-F238E27FC236}">
                <a16:creationId xmlns:a16="http://schemas.microsoft.com/office/drawing/2014/main" id="{7C371EE1-EF2F-633C-47F7-B71D999C17E2}"/>
              </a:ext>
            </a:extLst>
          </p:cNvPr>
          <p:cNvCxnSpPr>
            <a:cxnSpLocks/>
            <a:stCxn id="1387" idx="1"/>
          </p:cNvCxnSpPr>
          <p:nvPr/>
        </p:nvCxnSpPr>
        <p:spPr>
          <a:xfrm flipH="1">
            <a:off x="879231" y="1502765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7" name="직선 연결선[R] 1736">
            <a:extLst>
              <a:ext uri="{FF2B5EF4-FFF2-40B4-BE49-F238E27FC236}">
                <a16:creationId xmlns:a16="http://schemas.microsoft.com/office/drawing/2014/main" id="{65124D63-26C9-7177-3311-53D35BE4EF7C}"/>
              </a:ext>
            </a:extLst>
          </p:cNvPr>
          <p:cNvCxnSpPr>
            <a:cxnSpLocks/>
          </p:cNvCxnSpPr>
          <p:nvPr/>
        </p:nvCxnSpPr>
        <p:spPr>
          <a:xfrm flipH="1">
            <a:off x="879231" y="2921257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8" name="직선 연결선[R] 1737">
            <a:extLst>
              <a:ext uri="{FF2B5EF4-FFF2-40B4-BE49-F238E27FC236}">
                <a16:creationId xmlns:a16="http://schemas.microsoft.com/office/drawing/2014/main" id="{AAFAFE45-724A-75FE-FBAB-909403B77632}"/>
              </a:ext>
            </a:extLst>
          </p:cNvPr>
          <p:cNvCxnSpPr>
            <a:cxnSpLocks/>
          </p:cNvCxnSpPr>
          <p:nvPr/>
        </p:nvCxnSpPr>
        <p:spPr>
          <a:xfrm flipV="1">
            <a:off x="885704" y="1506415"/>
            <a:ext cx="0" cy="141849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1" name="그룹 1740">
            <a:extLst>
              <a:ext uri="{FF2B5EF4-FFF2-40B4-BE49-F238E27FC236}">
                <a16:creationId xmlns:a16="http://schemas.microsoft.com/office/drawing/2014/main" id="{12E58233-F3DB-F4E4-4D78-173FDE1CAA48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1453377"/>
            <a:ext cx="148067" cy="108000"/>
            <a:chOff x="7409659" y="2902132"/>
            <a:chExt cx="317047" cy="239471"/>
          </a:xfrm>
        </p:grpSpPr>
        <p:grpSp>
          <p:nvGrpSpPr>
            <p:cNvPr id="1742" name="그룹 1741">
              <a:extLst>
                <a:ext uri="{FF2B5EF4-FFF2-40B4-BE49-F238E27FC236}">
                  <a16:creationId xmlns:a16="http://schemas.microsoft.com/office/drawing/2014/main" id="{A727626C-279D-979C-3E4C-2131ACAC173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45" name="직선 연결선 322">
                <a:extLst>
                  <a:ext uri="{FF2B5EF4-FFF2-40B4-BE49-F238E27FC236}">
                    <a16:creationId xmlns:a16="http://schemas.microsoft.com/office/drawing/2014/main" id="{7A8D151E-844D-27A4-C2C0-37170097FFF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6" name="직선 연결선 323">
                <a:extLst>
                  <a:ext uri="{FF2B5EF4-FFF2-40B4-BE49-F238E27FC236}">
                    <a16:creationId xmlns:a16="http://schemas.microsoft.com/office/drawing/2014/main" id="{992F76D7-E371-0DE7-EDF1-571E9E73EA9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7" name="직선 연결선 324">
                <a:extLst>
                  <a:ext uri="{FF2B5EF4-FFF2-40B4-BE49-F238E27FC236}">
                    <a16:creationId xmlns:a16="http://schemas.microsoft.com/office/drawing/2014/main" id="{31DA79D6-03F0-5644-877D-417A9AF5BD8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43" name="직선 연결선 326">
              <a:extLst>
                <a:ext uri="{FF2B5EF4-FFF2-40B4-BE49-F238E27FC236}">
                  <a16:creationId xmlns:a16="http://schemas.microsoft.com/office/drawing/2014/main" id="{05A642BD-EFC0-8519-18F4-2AAE4E65E4D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44" name="타원 1743">
              <a:extLst>
                <a:ext uri="{FF2B5EF4-FFF2-40B4-BE49-F238E27FC236}">
                  <a16:creationId xmlns:a16="http://schemas.microsoft.com/office/drawing/2014/main" id="{0005C0F9-2DAC-5ADF-023C-519332B3D0A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48" name="직선 연결선 351">
            <a:extLst>
              <a:ext uri="{FF2B5EF4-FFF2-40B4-BE49-F238E27FC236}">
                <a16:creationId xmlns:a16="http://schemas.microsoft.com/office/drawing/2014/main" id="{95446096-086B-E000-8124-9C148EDE9527}"/>
              </a:ext>
            </a:extLst>
          </p:cNvPr>
          <p:cNvCxnSpPr>
            <a:cxnSpLocks/>
          </p:cNvCxnSpPr>
          <p:nvPr/>
        </p:nvCxnSpPr>
        <p:spPr>
          <a:xfrm>
            <a:off x="1082227" y="2868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749" name="그룹 1748">
            <a:extLst>
              <a:ext uri="{FF2B5EF4-FFF2-40B4-BE49-F238E27FC236}">
                <a16:creationId xmlns:a16="http://schemas.microsoft.com/office/drawing/2014/main" id="{2DA6117C-AD10-0066-31D2-ED48079A9A4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544830"/>
            <a:ext cx="148067" cy="108000"/>
            <a:chOff x="7409659" y="2902132"/>
            <a:chExt cx="317047" cy="239471"/>
          </a:xfrm>
        </p:grpSpPr>
        <p:grpSp>
          <p:nvGrpSpPr>
            <p:cNvPr id="1750" name="그룹 1749">
              <a:extLst>
                <a:ext uri="{FF2B5EF4-FFF2-40B4-BE49-F238E27FC236}">
                  <a16:creationId xmlns:a16="http://schemas.microsoft.com/office/drawing/2014/main" id="{2A46263E-BC32-C674-F7DB-7A250D68E35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53" name="직선 연결선 322">
                <a:extLst>
                  <a:ext uri="{FF2B5EF4-FFF2-40B4-BE49-F238E27FC236}">
                    <a16:creationId xmlns:a16="http://schemas.microsoft.com/office/drawing/2014/main" id="{3E630AF7-226E-5C09-D5DF-1A00D5AEF90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4" name="직선 연결선 323">
                <a:extLst>
                  <a:ext uri="{FF2B5EF4-FFF2-40B4-BE49-F238E27FC236}">
                    <a16:creationId xmlns:a16="http://schemas.microsoft.com/office/drawing/2014/main" id="{B2306ECB-8067-4F7F-61DE-A5EC87645D1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5" name="직선 연결선 324">
                <a:extLst>
                  <a:ext uri="{FF2B5EF4-FFF2-40B4-BE49-F238E27FC236}">
                    <a16:creationId xmlns:a16="http://schemas.microsoft.com/office/drawing/2014/main" id="{A029C771-8777-CB4C-00E0-E06E68AED3A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51" name="직선 연결선 326">
              <a:extLst>
                <a:ext uri="{FF2B5EF4-FFF2-40B4-BE49-F238E27FC236}">
                  <a16:creationId xmlns:a16="http://schemas.microsoft.com/office/drawing/2014/main" id="{1A1F8F83-949D-46E9-E621-CDD8DD48C6E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2" name="타원 1751">
              <a:extLst>
                <a:ext uri="{FF2B5EF4-FFF2-40B4-BE49-F238E27FC236}">
                  <a16:creationId xmlns:a16="http://schemas.microsoft.com/office/drawing/2014/main" id="{A8688E80-BC47-45B1-4040-D36DB25AF51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6" name="그룹 1755">
            <a:extLst>
              <a:ext uri="{FF2B5EF4-FFF2-40B4-BE49-F238E27FC236}">
                <a16:creationId xmlns:a16="http://schemas.microsoft.com/office/drawing/2014/main" id="{0E21DB69-8A55-255F-4BF4-BB629339922D}"/>
              </a:ext>
            </a:extLst>
          </p:cNvPr>
          <p:cNvGrpSpPr/>
          <p:nvPr/>
        </p:nvGrpSpPr>
        <p:grpSpPr>
          <a:xfrm rot="5400000">
            <a:off x="2822000" y="1644696"/>
            <a:ext cx="90979" cy="106796"/>
            <a:chOff x="4947906" y="3396192"/>
            <a:chExt cx="90979" cy="106796"/>
          </a:xfrm>
        </p:grpSpPr>
        <p:cxnSp>
          <p:nvCxnSpPr>
            <p:cNvPr id="1757" name="직선 연결선 326">
              <a:extLst>
                <a:ext uri="{FF2B5EF4-FFF2-40B4-BE49-F238E27FC236}">
                  <a16:creationId xmlns:a16="http://schemas.microsoft.com/office/drawing/2014/main" id="{DA930F56-1E19-2F11-F818-4DD8B17E6484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8" name="타원 1757">
              <a:extLst>
                <a:ext uri="{FF2B5EF4-FFF2-40B4-BE49-F238E27FC236}">
                  <a16:creationId xmlns:a16="http://schemas.microsoft.com/office/drawing/2014/main" id="{245F94B4-1092-75D5-01A9-C567A091B94E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9" name="그룹 1758">
            <a:extLst>
              <a:ext uri="{FF2B5EF4-FFF2-40B4-BE49-F238E27FC236}">
                <a16:creationId xmlns:a16="http://schemas.microsoft.com/office/drawing/2014/main" id="{795E419A-53C9-E9E7-5882-A0066CE07A07}"/>
              </a:ext>
            </a:extLst>
          </p:cNvPr>
          <p:cNvGrpSpPr/>
          <p:nvPr/>
        </p:nvGrpSpPr>
        <p:grpSpPr>
          <a:xfrm rot="5400000">
            <a:off x="1462134" y="1136243"/>
            <a:ext cx="90979" cy="106796"/>
            <a:chOff x="4947906" y="3396192"/>
            <a:chExt cx="90979" cy="106796"/>
          </a:xfrm>
        </p:grpSpPr>
        <p:cxnSp>
          <p:nvCxnSpPr>
            <p:cNvPr id="1760" name="직선 연결선 326">
              <a:extLst>
                <a:ext uri="{FF2B5EF4-FFF2-40B4-BE49-F238E27FC236}">
                  <a16:creationId xmlns:a16="http://schemas.microsoft.com/office/drawing/2014/main" id="{8E5806B0-BDC2-0C8C-2BC5-F18E19461F07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1" name="타원 1760">
              <a:extLst>
                <a:ext uri="{FF2B5EF4-FFF2-40B4-BE49-F238E27FC236}">
                  <a16:creationId xmlns:a16="http://schemas.microsoft.com/office/drawing/2014/main" id="{748CA8AF-C2D7-6BDE-6C2E-0E41E608DF32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2" name="그룹 1761">
            <a:extLst>
              <a:ext uri="{FF2B5EF4-FFF2-40B4-BE49-F238E27FC236}">
                <a16:creationId xmlns:a16="http://schemas.microsoft.com/office/drawing/2014/main" id="{351D2DC2-439C-0A89-19F7-DCB540D97B6C}"/>
              </a:ext>
            </a:extLst>
          </p:cNvPr>
          <p:cNvGrpSpPr/>
          <p:nvPr/>
        </p:nvGrpSpPr>
        <p:grpSpPr>
          <a:xfrm rot="5400000">
            <a:off x="5622416" y="861248"/>
            <a:ext cx="90979" cy="106796"/>
            <a:chOff x="4947906" y="3396192"/>
            <a:chExt cx="90979" cy="106796"/>
          </a:xfrm>
        </p:grpSpPr>
        <p:cxnSp>
          <p:nvCxnSpPr>
            <p:cNvPr id="1763" name="직선 연결선 326">
              <a:extLst>
                <a:ext uri="{FF2B5EF4-FFF2-40B4-BE49-F238E27FC236}">
                  <a16:creationId xmlns:a16="http://schemas.microsoft.com/office/drawing/2014/main" id="{2ADDD4D4-E131-87E1-2C99-395CA6FF813A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4" name="타원 1763">
              <a:extLst>
                <a:ext uri="{FF2B5EF4-FFF2-40B4-BE49-F238E27FC236}">
                  <a16:creationId xmlns:a16="http://schemas.microsoft.com/office/drawing/2014/main" id="{7A31E2DD-BB4B-1E3E-E0DF-9F7B0777300F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7" name="그룹 1766">
            <a:extLst>
              <a:ext uri="{FF2B5EF4-FFF2-40B4-BE49-F238E27FC236}">
                <a16:creationId xmlns:a16="http://schemas.microsoft.com/office/drawing/2014/main" id="{6BF1CE5A-B221-917A-D5A5-4B18EA4C75B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875343" y="266461"/>
            <a:ext cx="148067" cy="108000"/>
            <a:chOff x="7409659" y="2902132"/>
            <a:chExt cx="317047" cy="239471"/>
          </a:xfrm>
        </p:grpSpPr>
        <p:grpSp>
          <p:nvGrpSpPr>
            <p:cNvPr id="1768" name="그룹 1767">
              <a:extLst>
                <a:ext uri="{FF2B5EF4-FFF2-40B4-BE49-F238E27FC236}">
                  <a16:creationId xmlns:a16="http://schemas.microsoft.com/office/drawing/2014/main" id="{66A0341A-DE79-B839-4FED-9F3466451B9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1" name="직선 연결선 322">
                <a:extLst>
                  <a:ext uri="{FF2B5EF4-FFF2-40B4-BE49-F238E27FC236}">
                    <a16:creationId xmlns:a16="http://schemas.microsoft.com/office/drawing/2014/main" id="{445671A8-BFFA-97C0-4219-902D5DC0B2B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2" name="직선 연결선 323">
                <a:extLst>
                  <a:ext uri="{FF2B5EF4-FFF2-40B4-BE49-F238E27FC236}">
                    <a16:creationId xmlns:a16="http://schemas.microsoft.com/office/drawing/2014/main" id="{12748896-AE04-31B4-D19C-B9096C38478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3" name="직선 연결선 324">
                <a:extLst>
                  <a:ext uri="{FF2B5EF4-FFF2-40B4-BE49-F238E27FC236}">
                    <a16:creationId xmlns:a16="http://schemas.microsoft.com/office/drawing/2014/main" id="{A4538543-C31B-476D-0F1D-FF869C0B1B4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69" name="직선 연결선 326">
              <a:extLst>
                <a:ext uri="{FF2B5EF4-FFF2-40B4-BE49-F238E27FC236}">
                  <a16:creationId xmlns:a16="http://schemas.microsoft.com/office/drawing/2014/main" id="{CDE24A34-0550-B734-67D1-395542ECFEB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0" name="타원 1769">
              <a:extLst>
                <a:ext uri="{FF2B5EF4-FFF2-40B4-BE49-F238E27FC236}">
                  <a16:creationId xmlns:a16="http://schemas.microsoft.com/office/drawing/2014/main" id="{76B5A395-0585-59F7-3D9D-04B8B0C2BC1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74" name="그룹 1773">
            <a:extLst>
              <a:ext uri="{FF2B5EF4-FFF2-40B4-BE49-F238E27FC236}">
                <a16:creationId xmlns:a16="http://schemas.microsoft.com/office/drawing/2014/main" id="{FF8735B4-7FB7-EE45-3F00-73DF5B45CDDB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35813" y="556494"/>
            <a:ext cx="148067" cy="108000"/>
            <a:chOff x="7409659" y="2902132"/>
            <a:chExt cx="317047" cy="239471"/>
          </a:xfrm>
        </p:grpSpPr>
        <p:grpSp>
          <p:nvGrpSpPr>
            <p:cNvPr id="1775" name="그룹 1774">
              <a:extLst>
                <a:ext uri="{FF2B5EF4-FFF2-40B4-BE49-F238E27FC236}">
                  <a16:creationId xmlns:a16="http://schemas.microsoft.com/office/drawing/2014/main" id="{56CB0687-C138-409C-FBDC-DFBB301A5A0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8" name="직선 연결선 322">
                <a:extLst>
                  <a:ext uri="{FF2B5EF4-FFF2-40B4-BE49-F238E27FC236}">
                    <a16:creationId xmlns:a16="http://schemas.microsoft.com/office/drawing/2014/main" id="{9B216479-B5EF-2615-A764-58A388CC92A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9" name="직선 연결선 323">
                <a:extLst>
                  <a:ext uri="{FF2B5EF4-FFF2-40B4-BE49-F238E27FC236}">
                    <a16:creationId xmlns:a16="http://schemas.microsoft.com/office/drawing/2014/main" id="{60ABCBD8-119E-1EC0-3B21-D14FDC6C236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0" name="직선 연결선 324">
                <a:extLst>
                  <a:ext uri="{FF2B5EF4-FFF2-40B4-BE49-F238E27FC236}">
                    <a16:creationId xmlns:a16="http://schemas.microsoft.com/office/drawing/2014/main" id="{45436651-1A4C-6290-83AB-2C4E3226B43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76" name="직선 연결선 326">
              <a:extLst>
                <a:ext uri="{FF2B5EF4-FFF2-40B4-BE49-F238E27FC236}">
                  <a16:creationId xmlns:a16="http://schemas.microsoft.com/office/drawing/2014/main" id="{69F67714-01F2-1C35-66D1-D8B6F9FE9B9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7" name="타원 1776">
              <a:extLst>
                <a:ext uri="{FF2B5EF4-FFF2-40B4-BE49-F238E27FC236}">
                  <a16:creationId xmlns:a16="http://schemas.microsoft.com/office/drawing/2014/main" id="{8CC1442B-EAFE-2651-E58D-85C8FA91858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1" name="그룹 1780">
            <a:extLst>
              <a:ext uri="{FF2B5EF4-FFF2-40B4-BE49-F238E27FC236}">
                <a16:creationId xmlns:a16="http://schemas.microsoft.com/office/drawing/2014/main" id="{B72B7EA8-A5DF-7A26-C415-E847968DE02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91607" y="1461750"/>
            <a:ext cx="148067" cy="108000"/>
            <a:chOff x="7409659" y="2902132"/>
            <a:chExt cx="317047" cy="239471"/>
          </a:xfrm>
        </p:grpSpPr>
        <p:grpSp>
          <p:nvGrpSpPr>
            <p:cNvPr id="1782" name="그룹 1781">
              <a:extLst>
                <a:ext uri="{FF2B5EF4-FFF2-40B4-BE49-F238E27FC236}">
                  <a16:creationId xmlns:a16="http://schemas.microsoft.com/office/drawing/2014/main" id="{604E2B87-486E-0E19-B3C1-BAC84594B03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85" name="직선 연결선 322">
                <a:extLst>
                  <a:ext uri="{FF2B5EF4-FFF2-40B4-BE49-F238E27FC236}">
                    <a16:creationId xmlns:a16="http://schemas.microsoft.com/office/drawing/2014/main" id="{720F9FEF-ECB7-8091-2645-1EEB47A0D45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6" name="직선 연결선 323">
                <a:extLst>
                  <a:ext uri="{FF2B5EF4-FFF2-40B4-BE49-F238E27FC236}">
                    <a16:creationId xmlns:a16="http://schemas.microsoft.com/office/drawing/2014/main" id="{0A58C761-EEBA-3D05-FF52-3ABE2A2127C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7" name="직선 연결선 324">
                <a:extLst>
                  <a:ext uri="{FF2B5EF4-FFF2-40B4-BE49-F238E27FC236}">
                    <a16:creationId xmlns:a16="http://schemas.microsoft.com/office/drawing/2014/main" id="{83030C39-A587-3997-B3A3-735455C8705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83" name="직선 연결선 326">
              <a:extLst>
                <a:ext uri="{FF2B5EF4-FFF2-40B4-BE49-F238E27FC236}">
                  <a16:creationId xmlns:a16="http://schemas.microsoft.com/office/drawing/2014/main" id="{AAD82EF4-EF67-E04F-0B3F-505925015BD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84" name="타원 1783">
              <a:extLst>
                <a:ext uri="{FF2B5EF4-FFF2-40B4-BE49-F238E27FC236}">
                  <a16:creationId xmlns:a16="http://schemas.microsoft.com/office/drawing/2014/main" id="{7D136D94-FD33-576B-EB0B-ABA80D02CE3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8" name="그룹 1787">
            <a:extLst>
              <a:ext uri="{FF2B5EF4-FFF2-40B4-BE49-F238E27FC236}">
                <a16:creationId xmlns:a16="http://schemas.microsoft.com/office/drawing/2014/main" id="{F04420F1-E8F3-9870-AF0D-25BC10A911A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8499" y="5658592"/>
            <a:ext cx="148067" cy="108000"/>
            <a:chOff x="7409659" y="2902132"/>
            <a:chExt cx="317047" cy="239471"/>
          </a:xfrm>
        </p:grpSpPr>
        <p:grpSp>
          <p:nvGrpSpPr>
            <p:cNvPr id="1789" name="그룹 1788">
              <a:extLst>
                <a:ext uri="{FF2B5EF4-FFF2-40B4-BE49-F238E27FC236}">
                  <a16:creationId xmlns:a16="http://schemas.microsoft.com/office/drawing/2014/main" id="{2645273E-2CE5-DF23-18F9-0FABDCEC453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2" name="직선 연결선 322">
                <a:extLst>
                  <a:ext uri="{FF2B5EF4-FFF2-40B4-BE49-F238E27FC236}">
                    <a16:creationId xmlns:a16="http://schemas.microsoft.com/office/drawing/2014/main" id="{3CA0D334-36AF-26C6-81BB-EC1CAAB034D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3" name="직선 연결선 323">
                <a:extLst>
                  <a:ext uri="{FF2B5EF4-FFF2-40B4-BE49-F238E27FC236}">
                    <a16:creationId xmlns:a16="http://schemas.microsoft.com/office/drawing/2014/main" id="{91535F00-C00C-DD0C-3492-02D2BBFBD7B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4" name="직선 연결선 324">
                <a:extLst>
                  <a:ext uri="{FF2B5EF4-FFF2-40B4-BE49-F238E27FC236}">
                    <a16:creationId xmlns:a16="http://schemas.microsoft.com/office/drawing/2014/main" id="{08CC4EE9-2C92-9889-5067-C195B00EFC7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0" name="직선 연결선 326">
              <a:extLst>
                <a:ext uri="{FF2B5EF4-FFF2-40B4-BE49-F238E27FC236}">
                  <a16:creationId xmlns:a16="http://schemas.microsoft.com/office/drawing/2014/main" id="{2D0D8BD8-FD90-B1A4-3E1F-3E61865D1D9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1" name="타원 1790">
              <a:extLst>
                <a:ext uri="{FF2B5EF4-FFF2-40B4-BE49-F238E27FC236}">
                  <a16:creationId xmlns:a16="http://schemas.microsoft.com/office/drawing/2014/main" id="{E4FEC250-72F1-7BC8-98D9-98882B746C7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95" name="그룹 1794">
            <a:extLst>
              <a:ext uri="{FF2B5EF4-FFF2-40B4-BE49-F238E27FC236}">
                <a16:creationId xmlns:a16="http://schemas.microsoft.com/office/drawing/2014/main" id="{5CAF9CF8-DF6F-16C5-A012-A0FB8DDE6F52}"/>
              </a:ext>
            </a:extLst>
          </p:cNvPr>
          <p:cNvGrpSpPr>
            <a:grpSpLocks noChangeAspect="1"/>
          </p:cNvGrpSpPr>
          <p:nvPr/>
        </p:nvGrpSpPr>
        <p:grpSpPr>
          <a:xfrm>
            <a:off x="5590097" y="4759125"/>
            <a:ext cx="148067" cy="108000"/>
            <a:chOff x="7409659" y="2902132"/>
            <a:chExt cx="317047" cy="239471"/>
          </a:xfrm>
        </p:grpSpPr>
        <p:grpSp>
          <p:nvGrpSpPr>
            <p:cNvPr id="1796" name="그룹 1795">
              <a:extLst>
                <a:ext uri="{FF2B5EF4-FFF2-40B4-BE49-F238E27FC236}">
                  <a16:creationId xmlns:a16="http://schemas.microsoft.com/office/drawing/2014/main" id="{9FA131E9-8ADE-F782-97CE-B8F65D81D7F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9" name="직선 연결선 322">
                <a:extLst>
                  <a:ext uri="{FF2B5EF4-FFF2-40B4-BE49-F238E27FC236}">
                    <a16:creationId xmlns:a16="http://schemas.microsoft.com/office/drawing/2014/main" id="{FBD64587-6425-8580-A95B-D36C7456EB1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0" name="직선 연결선 323">
                <a:extLst>
                  <a:ext uri="{FF2B5EF4-FFF2-40B4-BE49-F238E27FC236}">
                    <a16:creationId xmlns:a16="http://schemas.microsoft.com/office/drawing/2014/main" id="{4F8E4195-4B4B-A287-4CB1-1E51A6B0A79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1" name="직선 연결선 324">
                <a:extLst>
                  <a:ext uri="{FF2B5EF4-FFF2-40B4-BE49-F238E27FC236}">
                    <a16:creationId xmlns:a16="http://schemas.microsoft.com/office/drawing/2014/main" id="{507544D6-1DD9-5481-FA20-E948D3A2D90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7" name="직선 연결선 326">
              <a:extLst>
                <a:ext uri="{FF2B5EF4-FFF2-40B4-BE49-F238E27FC236}">
                  <a16:creationId xmlns:a16="http://schemas.microsoft.com/office/drawing/2014/main" id="{F0DE976A-3EF3-3049-EE48-5EE213A0AC2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8" name="타원 1797">
              <a:extLst>
                <a:ext uri="{FF2B5EF4-FFF2-40B4-BE49-F238E27FC236}">
                  <a16:creationId xmlns:a16="http://schemas.microsoft.com/office/drawing/2014/main" id="{9AE59E84-2486-1ADB-F99D-85C631D2ED4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2" name="그룹 1801">
            <a:extLst>
              <a:ext uri="{FF2B5EF4-FFF2-40B4-BE49-F238E27FC236}">
                <a16:creationId xmlns:a16="http://schemas.microsoft.com/office/drawing/2014/main" id="{CEFF42FC-4B82-16FD-D9CC-856BEB0D5C2C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143906" y="4468826"/>
            <a:ext cx="148067" cy="108000"/>
            <a:chOff x="7409659" y="2902132"/>
            <a:chExt cx="317047" cy="239471"/>
          </a:xfrm>
        </p:grpSpPr>
        <p:grpSp>
          <p:nvGrpSpPr>
            <p:cNvPr id="1803" name="그룹 1802">
              <a:extLst>
                <a:ext uri="{FF2B5EF4-FFF2-40B4-BE49-F238E27FC236}">
                  <a16:creationId xmlns:a16="http://schemas.microsoft.com/office/drawing/2014/main" id="{B9AC5AB9-871B-5DE0-0A9D-F681161E6C5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06" name="직선 연결선 322">
                <a:extLst>
                  <a:ext uri="{FF2B5EF4-FFF2-40B4-BE49-F238E27FC236}">
                    <a16:creationId xmlns:a16="http://schemas.microsoft.com/office/drawing/2014/main" id="{DCC69736-FF2D-E15A-4F5A-5C1B9ADEF16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7" name="직선 연결선 323">
                <a:extLst>
                  <a:ext uri="{FF2B5EF4-FFF2-40B4-BE49-F238E27FC236}">
                    <a16:creationId xmlns:a16="http://schemas.microsoft.com/office/drawing/2014/main" id="{DDFB6FD0-BE01-C7C5-4B7A-0732CD1B3FE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8" name="직선 연결선 324">
                <a:extLst>
                  <a:ext uri="{FF2B5EF4-FFF2-40B4-BE49-F238E27FC236}">
                    <a16:creationId xmlns:a16="http://schemas.microsoft.com/office/drawing/2014/main" id="{3E40E5BE-632B-0F0D-7C12-5B1F70FA83F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04" name="직선 연결선 326">
              <a:extLst>
                <a:ext uri="{FF2B5EF4-FFF2-40B4-BE49-F238E27FC236}">
                  <a16:creationId xmlns:a16="http://schemas.microsoft.com/office/drawing/2014/main" id="{20C2AE1B-AEB3-2F00-7613-B272802C4E1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05" name="타원 1804">
              <a:extLst>
                <a:ext uri="{FF2B5EF4-FFF2-40B4-BE49-F238E27FC236}">
                  <a16:creationId xmlns:a16="http://schemas.microsoft.com/office/drawing/2014/main" id="{01810078-E8A3-2E64-AFC1-B5CA3AFE858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9" name="그룹 1808">
            <a:extLst>
              <a:ext uri="{FF2B5EF4-FFF2-40B4-BE49-F238E27FC236}">
                <a16:creationId xmlns:a16="http://schemas.microsoft.com/office/drawing/2014/main" id="{0475F070-3E2D-9C86-9920-5F6ED86D2B4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20071" y="5332821"/>
            <a:ext cx="148067" cy="108000"/>
            <a:chOff x="7409659" y="2902132"/>
            <a:chExt cx="317047" cy="239471"/>
          </a:xfrm>
        </p:grpSpPr>
        <p:grpSp>
          <p:nvGrpSpPr>
            <p:cNvPr id="1810" name="그룹 1809">
              <a:extLst>
                <a:ext uri="{FF2B5EF4-FFF2-40B4-BE49-F238E27FC236}">
                  <a16:creationId xmlns:a16="http://schemas.microsoft.com/office/drawing/2014/main" id="{A02574EB-C362-B749-FC2A-931AD33A509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13" name="직선 연결선 322">
                <a:extLst>
                  <a:ext uri="{FF2B5EF4-FFF2-40B4-BE49-F238E27FC236}">
                    <a16:creationId xmlns:a16="http://schemas.microsoft.com/office/drawing/2014/main" id="{E1195D90-AFF9-E7CA-D9C9-18794B8F47C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4" name="직선 연결선 323">
                <a:extLst>
                  <a:ext uri="{FF2B5EF4-FFF2-40B4-BE49-F238E27FC236}">
                    <a16:creationId xmlns:a16="http://schemas.microsoft.com/office/drawing/2014/main" id="{23E019BE-8468-1383-E047-72FAD66CB97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5" name="직선 연결선 324">
                <a:extLst>
                  <a:ext uri="{FF2B5EF4-FFF2-40B4-BE49-F238E27FC236}">
                    <a16:creationId xmlns:a16="http://schemas.microsoft.com/office/drawing/2014/main" id="{3BF6D657-8D21-36CB-A2F7-EAD1FCC5568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1" name="직선 연결선 326">
              <a:extLst>
                <a:ext uri="{FF2B5EF4-FFF2-40B4-BE49-F238E27FC236}">
                  <a16:creationId xmlns:a16="http://schemas.microsoft.com/office/drawing/2014/main" id="{1CCB1B23-1AC4-0F78-5909-34758635226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2" name="타원 1811">
              <a:extLst>
                <a:ext uri="{FF2B5EF4-FFF2-40B4-BE49-F238E27FC236}">
                  <a16:creationId xmlns:a16="http://schemas.microsoft.com/office/drawing/2014/main" id="{331FADF2-784F-5957-A577-A96A9894B00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16" name="그룹 1815">
            <a:extLst>
              <a:ext uri="{FF2B5EF4-FFF2-40B4-BE49-F238E27FC236}">
                <a16:creationId xmlns:a16="http://schemas.microsoft.com/office/drawing/2014/main" id="{7745D82F-A5C0-2FC7-8842-A16DD4A56E60}"/>
              </a:ext>
            </a:extLst>
          </p:cNvPr>
          <p:cNvGrpSpPr>
            <a:grpSpLocks noChangeAspect="1"/>
          </p:cNvGrpSpPr>
          <p:nvPr/>
        </p:nvGrpSpPr>
        <p:grpSpPr>
          <a:xfrm>
            <a:off x="4843039" y="5500842"/>
            <a:ext cx="148067" cy="108000"/>
            <a:chOff x="7409659" y="2902132"/>
            <a:chExt cx="317047" cy="239471"/>
          </a:xfrm>
        </p:grpSpPr>
        <p:grpSp>
          <p:nvGrpSpPr>
            <p:cNvPr id="1817" name="그룹 1816">
              <a:extLst>
                <a:ext uri="{FF2B5EF4-FFF2-40B4-BE49-F238E27FC236}">
                  <a16:creationId xmlns:a16="http://schemas.microsoft.com/office/drawing/2014/main" id="{BE7354AA-F723-2A7A-7535-571F7C075BD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0" name="직선 연결선 322">
                <a:extLst>
                  <a:ext uri="{FF2B5EF4-FFF2-40B4-BE49-F238E27FC236}">
                    <a16:creationId xmlns:a16="http://schemas.microsoft.com/office/drawing/2014/main" id="{51AEB770-EC8A-FEB8-6243-69070A11094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1" name="직선 연결선 323">
                <a:extLst>
                  <a:ext uri="{FF2B5EF4-FFF2-40B4-BE49-F238E27FC236}">
                    <a16:creationId xmlns:a16="http://schemas.microsoft.com/office/drawing/2014/main" id="{414528A3-2C9B-6A13-7A28-CB091D746AD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2" name="직선 연결선 324">
                <a:extLst>
                  <a:ext uri="{FF2B5EF4-FFF2-40B4-BE49-F238E27FC236}">
                    <a16:creationId xmlns:a16="http://schemas.microsoft.com/office/drawing/2014/main" id="{3D833D83-7F5C-59E1-377B-3C51C3DAEF6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8" name="직선 연결선 326">
              <a:extLst>
                <a:ext uri="{FF2B5EF4-FFF2-40B4-BE49-F238E27FC236}">
                  <a16:creationId xmlns:a16="http://schemas.microsoft.com/office/drawing/2014/main" id="{E5FCFEB3-AC9C-3DCF-3DC7-8EC73B60905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9" name="타원 1818">
              <a:extLst>
                <a:ext uri="{FF2B5EF4-FFF2-40B4-BE49-F238E27FC236}">
                  <a16:creationId xmlns:a16="http://schemas.microsoft.com/office/drawing/2014/main" id="{DBFDAD6A-6CB8-B63C-F1F0-91228D45ED8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23" name="그룹 1822">
            <a:extLst>
              <a:ext uri="{FF2B5EF4-FFF2-40B4-BE49-F238E27FC236}">
                <a16:creationId xmlns:a16="http://schemas.microsoft.com/office/drawing/2014/main" id="{82131768-0C04-CBE7-9F3D-2C9DDE9E9AB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19239" y="4155496"/>
            <a:ext cx="148067" cy="108000"/>
            <a:chOff x="7409659" y="2902132"/>
            <a:chExt cx="317047" cy="239471"/>
          </a:xfrm>
        </p:grpSpPr>
        <p:grpSp>
          <p:nvGrpSpPr>
            <p:cNvPr id="1824" name="그룹 1823">
              <a:extLst>
                <a:ext uri="{FF2B5EF4-FFF2-40B4-BE49-F238E27FC236}">
                  <a16:creationId xmlns:a16="http://schemas.microsoft.com/office/drawing/2014/main" id="{831166D3-EEFD-25E6-3515-BE7E04D4DE3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7" name="직선 연결선 322">
                <a:extLst>
                  <a:ext uri="{FF2B5EF4-FFF2-40B4-BE49-F238E27FC236}">
                    <a16:creationId xmlns:a16="http://schemas.microsoft.com/office/drawing/2014/main" id="{DA282CAA-9078-D954-84C1-C6715FA2B09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8" name="직선 연결선 323">
                <a:extLst>
                  <a:ext uri="{FF2B5EF4-FFF2-40B4-BE49-F238E27FC236}">
                    <a16:creationId xmlns:a16="http://schemas.microsoft.com/office/drawing/2014/main" id="{87C55709-A53A-6FEC-EF8C-59652AE26EF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9" name="직선 연결선 324">
                <a:extLst>
                  <a:ext uri="{FF2B5EF4-FFF2-40B4-BE49-F238E27FC236}">
                    <a16:creationId xmlns:a16="http://schemas.microsoft.com/office/drawing/2014/main" id="{5FDDF572-B60B-D743-BD69-EF14E3DF6B6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25" name="직선 연결선 326">
              <a:extLst>
                <a:ext uri="{FF2B5EF4-FFF2-40B4-BE49-F238E27FC236}">
                  <a16:creationId xmlns:a16="http://schemas.microsoft.com/office/drawing/2014/main" id="{A716B13A-D04A-60D0-2CDC-10E03C53565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26" name="타원 1825">
              <a:extLst>
                <a:ext uri="{FF2B5EF4-FFF2-40B4-BE49-F238E27FC236}">
                  <a16:creationId xmlns:a16="http://schemas.microsoft.com/office/drawing/2014/main" id="{DE8124A3-F748-8AFE-53C7-C583673008F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0" name="그룹 1829">
            <a:extLst>
              <a:ext uri="{FF2B5EF4-FFF2-40B4-BE49-F238E27FC236}">
                <a16:creationId xmlns:a16="http://schemas.microsoft.com/office/drawing/2014/main" id="{682FD520-EAA3-DDBD-3DDB-16B5B239877E}"/>
              </a:ext>
            </a:extLst>
          </p:cNvPr>
          <p:cNvGrpSpPr>
            <a:grpSpLocks noChangeAspect="1"/>
          </p:cNvGrpSpPr>
          <p:nvPr/>
        </p:nvGrpSpPr>
        <p:grpSpPr>
          <a:xfrm>
            <a:off x="9004861" y="1086714"/>
            <a:ext cx="148067" cy="108000"/>
            <a:chOff x="7409659" y="2902132"/>
            <a:chExt cx="317047" cy="239471"/>
          </a:xfrm>
        </p:grpSpPr>
        <p:grpSp>
          <p:nvGrpSpPr>
            <p:cNvPr id="1831" name="그룹 1830">
              <a:extLst>
                <a:ext uri="{FF2B5EF4-FFF2-40B4-BE49-F238E27FC236}">
                  <a16:creationId xmlns:a16="http://schemas.microsoft.com/office/drawing/2014/main" id="{E34F466F-5615-0DEE-243E-973F2AD1067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34" name="직선 연결선 322">
                <a:extLst>
                  <a:ext uri="{FF2B5EF4-FFF2-40B4-BE49-F238E27FC236}">
                    <a16:creationId xmlns:a16="http://schemas.microsoft.com/office/drawing/2014/main" id="{4AFE7243-ACA1-A74B-C2A0-4D519AA2AE2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5" name="직선 연결선 323">
                <a:extLst>
                  <a:ext uri="{FF2B5EF4-FFF2-40B4-BE49-F238E27FC236}">
                    <a16:creationId xmlns:a16="http://schemas.microsoft.com/office/drawing/2014/main" id="{062DCB9D-0582-94F2-E0E7-79438CD2095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6" name="직선 연결선 324">
                <a:extLst>
                  <a:ext uri="{FF2B5EF4-FFF2-40B4-BE49-F238E27FC236}">
                    <a16:creationId xmlns:a16="http://schemas.microsoft.com/office/drawing/2014/main" id="{5D14190A-AAB6-11CE-7E8F-790590B6B28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2" name="직선 연결선 326">
              <a:extLst>
                <a:ext uri="{FF2B5EF4-FFF2-40B4-BE49-F238E27FC236}">
                  <a16:creationId xmlns:a16="http://schemas.microsoft.com/office/drawing/2014/main" id="{171D1CEB-E7B7-57F0-E578-0958670025A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33" name="타원 1832">
              <a:extLst>
                <a:ext uri="{FF2B5EF4-FFF2-40B4-BE49-F238E27FC236}">
                  <a16:creationId xmlns:a16="http://schemas.microsoft.com/office/drawing/2014/main" id="{EDD51707-00C9-C5A1-6BB7-3CDCEA86ECA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7" name="그룹 1836">
            <a:extLst>
              <a:ext uri="{FF2B5EF4-FFF2-40B4-BE49-F238E27FC236}">
                <a16:creationId xmlns:a16="http://schemas.microsoft.com/office/drawing/2014/main" id="{662800DF-72B0-5652-7129-491FD2510068}"/>
              </a:ext>
            </a:extLst>
          </p:cNvPr>
          <p:cNvGrpSpPr>
            <a:grpSpLocks noChangeAspect="1"/>
          </p:cNvGrpSpPr>
          <p:nvPr/>
        </p:nvGrpSpPr>
        <p:grpSpPr>
          <a:xfrm>
            <a:off x="9000094" y="1243877"/>
            <a:ext cx="148067" cy="108000"/>
            <a:chOff x="7409659" y="2902132"/>
            <a:chExt cx="317047" cy="239471"/>
          </a:xfrm>
        </p:grpSpPr>
        <p:grpSp>
          <p:nvGrpSpPr>
            <p:cNvPr id="1838" name="그룹 1837">
              <a:extLst>
                <a:ext uri="{FF2B5EF4-FFF2-40B4-BE49-F238E27FC236}">
                  <a16:creationId xmlns:a16="http://schemas.microsoft.com/office/drawing/2014/main" id="{C18095F3-693C-576A-E844-A2ABABE7757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1" name="직선 연결선 322">
                <a:extLst>
                  <a:ext uri="{FF2B5EF4-FFF2-40B4-BE49-F238E27FC236}">
                    <a16:creationId xmlns:a16="http://schemas.microsoft.com/office/drawing/2014/main" id="{9341CF91-E386-AE1A-8FCE-54C505A0691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2" name="직선 연결선 323">
                <a:extLst>
                  <a:ext uri="{FF2B5EF4-FFF2-40B4-BE49-F238E27FC236}">
                    <a16:creationId xmlns:a16="http://schemas.microsoft.com/office/drawing/2014/main" id="{D7BFD5D4-6A96-C1BD-19BA-4CD6E77B75E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3" name="직선 연결선 324">
                <a:extLst>
                  <a:ext uri="{FF2B5EF4-FFF2-40B4-BE49-F238E27FC236}">
                    <a16:creationId xmlns:a16="http://schemas.microsoft.com/office/drawing/2014/main" id="{5907D2EC-9CA6-6526-62E4-D105DF81124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9" name="직선 연결선 326">
              <a:extLst>
                <a:ext uri="{FF2B5EF4-FFF2-40B4-BE49-F238E27FC236}">
                  <a16:creationId xmlns:a16="http://schemas.microsoft.com/office/drawing/2014/main" id="{23F9ABED-3AEE-BF15-3234-7E8FC804869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0" name="타원 1839">
              <a:extLst>
                <a:ext uri="{FF2B5EF4-FFF2-40B4-BE49-F238E27FC236}">
                  <a16:creationId xmlns:a16="http://schemas.microsoft.com/office/drawing/2014/main" id="{B7BD96BE-45CC-3BB1-53D0-A8259F557CB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44" name="그룹 1843">
            <a:extLst>
              <a:ext uri="{FF2B5EF4-FFF2-40B4-BE49-F238E27FC236}">
                <a16:creationId xmlns:a16="http://schemas.microsoft.com/office/drawing/2014/main" id="{8BFD3E0A-F678-5FD3-D14B-8F97900B4028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747310" y="2361483"/>
            <a:ext cx="148067" cy="108000"/>
            <a:chOff x="7409659" y="2902132"/>
            <a:chExt cx="317047" cy="239471"/>
          </a:xfrm>
        </p:grpSpPr>
        <p:grpSp>
          <p:nvGrpSpPr>
            <p:cNvPr id="1845" name="그룹 1844">
              <a:extLst>
                <a:ext uri="{FF2B5EF4-FFF2-40B4-BE49-F238E27FC236}">
                  <a16:creationId xmlns:a16="http://schemas.microsoft.com/office/drawing/2014/main" id="{052126B7-3298-867E-0828-BD51050CACC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8" name="직선 연결선 322">
                <a:extLst>
                  <a:ext uri="{FF2B5EF4-FFF2-40B4-BE49-F238E27FC236}">
                    <a16:creationId xmlns:a16="http://schemas.microsoft.com/office/drawing/2014/main" id="{D2694434-63AB-BC30-F7C0-7FB749CF7DB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9" name="직선 연결선 323">
                <a:extLst>
                  <a:ext uri="{FF2B5EF4-FFF2-40B4-BE49-F238E27FC236}">
                    <a16:creationId xmlns:a16="http://schemas.microsoft.com/office/drawing/2014/main" id="{CCFFB3D9-B957-0438-F05B-7353750575E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0" name="직선 연결선 324">
                <a:extLst>
                  <a:ext uri="{FF2B5EF4-FFF2-40B4-BE49-F238E27FC236}">
                    <a16:creationId xmlns:a16="http://schemas.microsoft.com/office/drawing/2014/main" id="{7E3A64D7-5686-A28A-9E7D-8E7467115AB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46" name="직선 연결선 326">
              <a:extLst>
                <a:ext uri="{FF2B5EF4-FFF2-40B4-BE49-F238E27FC236}">
                  <a16:creationId xmlns:a16="http://schemas.microsoft.com/office/drawing/2014/main" id="{8C85FF58-C986-02A6-AD5C-CE165875C4A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7" name="타원 1846">
              <a:extLst>
                <a:ext uri="{FF2B5EF4-FFF2-40B4-BE49-F238E27FC236}">
                  <a16:creationId xmlns:a16="http://schemas.microsoft.com/office/drawing/2014/main" id="{B9AE29BA-E3B1-9B1F-0B81-FE263F267BE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1" name="그룹 1850">
            <a:extLst>
              <a:ext uri="{FF2B5EF4-FFF2-40B4-BE49-F238E27FC236}">
                <a16:creationId xmlns:a16="http://schemas.microsoft.com/office/drawing/2014/main" id="{3DB05116-4A16-CA57-C7FB-3F487911C52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934856" y="1781417"/>
            <a:ext cx="148067" cy="108000"/>
            <a:chOff x="7409659" y="2902132"/>
            <a:chExt cx="317047" cy="239471"/>
          </a:xfrm>
        </p:grpSpPr>
        <p:grpSp>
          <p:nvGrpSpPr>
            <p:cNvPr id="1852" name="그룹 1851">
              <a:extLst>
                <a:ext uri="{FF2B5EF4-FFF2-40B4-BE49-F238E27FC236}">
                  <a16:creationId xmlns:a16="http://schemas.microsoft.com/office/drawing/2014/main" id="{0B1F936B-57E8-9AED-BC25-B07F3F43040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55" name="직선 연결선 322">
                <a:extLst>
                  <a:ext uri="{FF2B5EF4-FFF2-40B4-BE49-F238E27FC236}">
                    <a16:creationId xmlns:a16="http://schemas.microsoft.com/office/drawing/2014/main" id="{ECC028AC-1097-E37B-72DA-09B58C41B64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6" name="직선 연결선 323">
                <a:extLst>
                  <a:ext uri="{FF2B5EF4-FFF2-40B4-BE49-F238E27FC236}">
                    <a16:creationId xmlns:a16="http://schemas.microsoft.com/office/drawing/2014/main" id="{970CC8E8-3027-FB8B-3EB3-EB454695BC9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7" name="직선 연결선 324">
                <a:extLst>
                  <a:ext uri="{FF2B5EF4-FFF2-40B4-BE49-F238E27FC236}">
                    <a16:creationId xmlns:a16="http://schemas.microsoft.com/office/drawing/2014/main" id="{56C4EE11-B6A7-A48F-AECC-49B0D26180A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53" name="직선 연결선 326">
              <a:extLst>
                <a:ext uri="{FF2B5EF4-FFF2-40B4-BE49-F238E27FC236}">
                  <a16:creationId xmlns:a16="http://schemas.microsoft.com/office/drawing/2014/main" id="{5767733E-4653-7018-B9DD-FF0879190DA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54" name="타원 1853">
              <a:extLst>
                <a:ext uri="{FF2B5EF4-FFF2-40B4-BE49-F238E27FC236}">
                  <a16:creationId xmlns:a16="http://schemas.microsoft.com/office/drawing/2014/main" id="{238AA8D3-E0B8-17D0-0816-70BE2E4BD99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8" name="그룹 1857">
            <a:extLst>
              <a:ext uri="{FF2B5EF4-FFF2-40B4-BE49-F238E27FC236}">
                <a16:creationId xmlns:a16="http://schemas.microsoft.com/office/drawing/2014/main" id="{231C6FE1-0305-7E12-46A6-310E2FFF9C2C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153872" y="6207475"/>
            <a:ext cx="148067" cy="108000"/>
            <a:chOff x="7409659" y="2902132"/>
            <a:chExt cx="317047" cy="239471"/>
          </a:xfrm>
        </p:grpSpPr>
        <p:grpSp>
          <p:nvGrpSpPr>
            <p:cNvPr id="1859" name="그룹 1858">
              <a:extLst>
                <a:ext uri="{FF2B5EF4-FFF2-40B4-BE49-F238E27FC236}">
                  <a16:creationId xmlns:a16="http://schemas.microsoft.com/office/drawing/2014/main" id="{C75226AC-8FF9-6C87-BF86-A5F98C2405F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2" name="직선 연결선 322">
                <a:extLst>
                  <a:ext uri="{FF2B5EF4-FFF2-40B4-BE49-F238E27FC236}">
                    <a16:creationId xmlns:a16="http://schemas.microsoft.com/office/drawing/2014/main" id="{C4E15D93-8F17-931C-5863-769422208BF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3" name="직선 연결선 323">
                <a:extLst>
                  <a:ext uri="{FF2B5EF4-FFF2-40B4-BE49-F238E27FC236}">
                    <a16:creationId xmlns:a16="http://schemas.microsoft.com/office/drawing/2014/main" id="{DA1B73D1-3A0B-BE69-7550-9F1FC7B51FB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4" name="직선 연결선 324">
                <a:extLst>
                  <a:ext uri="{FF2B5EF4-FFF2-40B4-BE49-F238E27FC236}">
                    <a16:creationId xmlns:a16="http://schemas.microsoft.com/office/drawing/2014/main" id="{B770864D-81E4-283D-0E27-1F5D10449C9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0" name="직선 연결선 326">
              <a:extLst>
                <a:ext uri="{FF2B5EF4-FFF2-40B4-BE49-F238E27FC236}">
                  <a16:creationId xmlns:a16="http://schemas.microsoft.com/office/drawing/2014/main" id="{C7819979-A67D-051F-DB24-8890A713D17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1" name="타원 1860">
              <a:extLst>
                <a:ext uri="{FF2B5EF4-FFF2-40B4-BE49-F238E27FC236}">
                  <a16:creationId xmlns:a16="http://schemas.microsoft.com/office/drawing/2014/main" id="{A6AB47A7-2E81-CD0C-2115-794800E6D74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65" name="그룹 1864">
            <a:extLst>
              <a:ext uri="{FF2B5EF4-FFF2-40B4-BE49-F238E27FC236}">
                <a16:creationId xmlns:a16="http://schemas.microsoft.com/office/drawing/2014/main" id="{5A24A17E-A0D3-3546-77CA-6947D14A41CC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6019" y="6073546"/>
            <a:ext cx="148067" cy="108000"/>
            <a:chOff x="7409659" y="2902132"/>
            <a:chExt cx="317047" cy="239471"/>
          </a:xfrm>
        </p:grpSpPr>
        <p:grpSp>
          <p:nvGrpSpPr>
            <p:cNvPr id="1866" name="그룹 1865">
              <a:extLst>
                <a:ext uri="{FF2B5EF4-FFF2-40B4-BE49-F238E27FC236}">
                  <a16:creationId xmlns:a16="http://schemas.microsoft.com/office/drawing/2014/main" id="{737B41ED-960C-C425-22D3-98FD20BF304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9" name="직선 연결선 322">
                <a:extLst>
                  <a:ext uri="{FF2B5EF4-FFF2-40B4-BE49-F238E27FC236}">
                    <a16:creationId xmlns:a16="http://schemas.microsoft.com/office/drawing/2014/main" id="{A440025E-89A2-F95C-9B40-D5487E0DB15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0" name="직선 연결선 323">
                <a:extLst>
                  <a:ext uri="{FF2B5EF4-FFF2-40B4-BE49-F238E27FC236}">
                    <a16:creationId xmlns:a16="http://schemas.microsoft.com/office/drawing/2014/main" id="{5742486C-2204-A484-6F82-4E0FCAEB569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1" name="직선 연결선 324">
                <a:extLst>
                  <a:ext uri="{FF2B5EF4-FFF2-40B4-BE49-F238E27FC236}">
                    <a16:creationId xmlns:a16="http://schemas.microsoft.com/office/drawing/2014/main" id="{AC240835-9702-6B0C-68F0-2A1550C2E9A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7" name="직선 연결선 326">
              <a:extLst>
                <a:ext uri="{FF2B5EF4-FFF2-40B4-BE49-F238E27FC236}">
                  <a16:creationId xmlns:a16="http://schemas.microsoft.com/office/drawing/2014/main" id="{1EC9299E-9B47-C265-6F18-1E9F3FF6DF4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8" name="타원 1867">
              <a:extLst>
                <a:ext uri="{FF2B5EF4-FFF2-40B4-BE49-F238E27FC236}">
                  <a16:creationId xmlns:a16="http://schemas.microsoft.com/office/drawing/2014/main" id="{B89861D5-CB7F-FB95-F6B9-3C9CF4CDD93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2" name="그룹 1871">
            <a:extLst>
              <a:ext uri="{FF2B5EF4-FFF2-40B4-BE49-F238E27FC236}">
                <a16:creationId xmlns:a16="http://schemas.microsoft.com/office/drawing/2014/main" id="{BB6B74CB-D0A8-0B8B-6C2F-14C7150639B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5506" y="5072535"/>
            <a:ext cx="148067" cy="108000"/>
            <a:chOff x="7409659" y="2902132"/>
            <a:chExt cx="317047" cy="239471"/>
          </a:xfrm>
        </p:grpSpPr>
        <p:grpSp>
          <p:nvGrpSpPr>
            <p:cNvPr id="1873" name="그룹 1872">
              <a:extLst>
                <a:ext uri="{FF2B5EF4-FFF2-40B4-BE49-F238E27FC236}">
                  <a16:creationId xmlns:a16="http://schemas.microsoft.com/office/drawing/2014/main" id="{51740F13-BAA4-864B-B878-DFEB025D762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76" name="직선 연결선 322">
                <a:extLst>
                  <a:ext uri="{FF2B5EF4-FFF2-40B4-BE49-F238E27FC236}">
                    <a16:creationId xmlns:a16="http://schemas.microsoft.com/office/drawing/2014/main" id="{9E6779FB-E075-96F9-B770-EC7D1573BA8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7" name="직선 연결선 323">
                <a:extLst>
                  <a:ext uri="{FF2B5EF4-FFF2-40B4-BE49-F238E27FC236}">
                    <a16:creationId xmlns:a16="http://schemas.microsoft.com/office/drawing/2014/main" id="{11597480-0FA8-0FBD-FF9D-035AB8B1F40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8" name="직선 연결선 324">
                <a:extLst>
                  <a:ext uri="{FF2B5EF4-FFF2-40B4-BE49-F238E27FC236}">
                    <a16:creationId xmlns:a16="http://schemas.microsoft.com/office/drawing/2014/main" id="{FE49B7E8-CCD3-4416-6917-8880429FF4F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74" name="직선 연결선 326">
              <a:extLst>
                <a:ext uri="{FF2B5EF4-FFF2-40B4-BE49-F238E27FC236}">
                  <a16:creationId xmlns:a16="http://schemas.microsoft.com/office/drawing/2014/main" id="{C841F5F5-8139-7B1F-8BE1-F7D907168AD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75" name="타원 1874">
              <a:extLst>
                <a:ext uri="{FF2B5EF4-FFF2-40B4-BE49-F238E27FC236}">
                  <a16:creationId xmlns:a16="http://schemas.microsoft.com/office/drawing/2014/main" id="{1B2E83DC-5CFE-3F34-2839-970AA08F3CE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9" name="그룹 1878">
            <a:extLst>
              <a:ext uri="{FF2B5EF4-FFF2-40B4-BE49-F238E27FC236}">
                <a16:creationId xmlns:a16="http://schemas.microsoft.com/office/drawing/2014/main" id="{709A99FB-147B-0A6E-B150-D778A8348116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33590" y="4456295"/>
            <a:ext cx="148067" cy="108000"/>
            <a:chOff x="7409659" y="2902132"/>
            <a:chExt cx="317047" cy="239471"/>
          </a:xfrm>
        </p:grpSpPr>
        <p:grpSp>
          <p:nvGrpSpPr>
            <p:cNvPr id="1880" name="그룹 1879">
              <a:extLst>
                <a:ext uri="{FF2B5EF4-FFF2-40B4-BE49-F238E27FC236}">
                  <a16:creationId xmlns:a16="http://schemas.microsoft.com/office/drawing/2014/main" id="{0869B13C-7DC5-F5E6-C17C-4526069980B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83" name="직선 연결선 322">
                <a:extLst>
                  <a:ext uri="{FF2B5EF4-FFF2-40B4-BE49-F238E27FC236}">
                    <a16:creationId xmlns:a16="http://schemas.microsoft.com/office/drawing/2014/main" id="{065DB7D2-9319-4ADB-A92A-186F3F5559F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4" name="직선 연결선 323">
                <a:extLst>
                  <a:ext uri="{FF2B5EF4-FFF2-40B4-BE49-F238E27FC236}">
                    <a16:creationId xmlns:a16="http://schemas.microsoft.com/office/drawing/2014/main" id="{8FD1E8B1-ED1F-A07D-9929-D453ACAC18C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5" name="직선 연결선 324">
                <a:extLst>
                  <a:ext uri="{FF2B5EF4-FFF2-40B4-BE49-F238E27FC236}">
                    <a16:creationId xmlns:a16="http://schemas.microsoft.com/office/drawing/2014/main" id="{7240C2CE-AB46-BF91-5783-ECB0F284382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81" name="직선 연결선 326">
              <a:extLst>
                <a:ext uri="{FF2B5EF4-FFF2-40B4-BE49-F238E27FC236}">
                  <a16:creationId xmlns:a16="http://schemas.microsoft.com/office/drawing/2014/main" id="{B3ABA4AE-EC30-D3BE-1047-CF36847A3A8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2" name="타원 1881">
              <a:extLst>
                <a:ext uri="{FF2B5EF4-FFF2-40B4-BE49-F238E27FC236}">
                  <a16:creationId xmlns:a16="http://schemas.microsoft.com/office/drawing/2014/main" id="{BAD2FE8E-58E1-0884-CC62-35E7299F136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6" name="그룹 1885">
            <a:extLst>
              <a:ext uri="{FF2B5EF4-FFF2-40B4-BE49-F238E27FC236}">
                <a16:creationId xmlns:a16="http://schemas.microsoft.com/office/drawing/2014/main" id="{CCB22504-3DC8-8E7B-A656-D330097B10A0}"/>
              </a:ext>
            </a:extLst>
          </p:cNvPr>
          <p:cNvGrpSpPr/>
          <p:nvPr/>
        </p:nvGrpSpPr>
        <p:grpSpPr>
          <a:xfrm rot="5400000">
            <a:off x="3962074" y="5338573"/>
            <a:ext cx="90979" cy="106796"/>
            <a:chOff x="4947906" y="3396192"/>
            <a:chExt cx="90979" cy="106796"/>
          </a:xfrm>
        </p:grpSpPr>
        <p:cxnSp>
          <p:nvCxnSpPr>
            <p:cNvPr id="1887" name="직선 연결선 326">
              <a:extLst>
                <a:ext uri="{FF2B5EF4-FFF2-40B4-BE49-F238E27FC236}">
                  <a16:creationId xmlns:a16="http://schemas.microsoft.com/office/drawing/2014/main" id="{7BD28D1D-4CFD-7EF9-272C-75B089665DCD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8" name="타원 1887">
              <a:extLst>
                <a:ext uri="{FF2B5EF4-FFF2-40B4-BE49-F238E27FC236}">
                  <a16:creationId xmlns:a16="http://schemas.microsoft.com/office/drawing/2014/main" id="{377A6C73-79C1-92A9-8775-8462C9591A24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9" name="그룹 1888">
            <a:extLst>
              <a:ext uri="{FF2B5EF4-FFF2-40B4-BE49-F238E27FC236}">
                <a16:creationId xmlns:a16="http://schemas.microsoft.com/office/drawing/2014/main" id="{039529D8-46F5-8953-3674-EC34899DE6BD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041" y="5948625"/>
            <a:ext cx="148067" cy="108000"/>
            <a:chOff x="7409659" y="2902132"/>
            <a:chExt cx="317047" cy="239471"/>
          </a:xfrm>
        </p:grpSpPr>
        <p:grpSp>
          <p:nvGrpSpPr>
            <p:cNvPr id="1890" name="그룹 1889">
              <a:extLst>
                <a:ext uri="{FF2B5EF4-FFF2-40B4-BE49-F238E27FC236}">
                  <a16:creationId xmlns:a16="http://schemas.microsoft.com/office/drawing/2014/main" id="{CF955107-7671-7449-EAE3-64581560796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93" name="직선 연결선 322">
                <a:extLst>
                  <a:ext uri="{FF2B5EF4-FFF2-40B4-BE49-F238E27FC236}">
                    <a16:creationId xmlns:a16="http://schemas.microsoft.com/office/drawing/2014/main" id="{60625D67-2AB5-21D2-2D76-95CDED377F3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4" name="직선 연결선 323">
                <a:extLst>
                  <a:ext uri="{FF2B5EF4-FFF2-40B4-BE49-F238E27FC236}">
                    <a16:creationId xmlns:a16="http://schemas.microsoft.com/office/drawing/2014/main" id="{B6CAEF8E-F34D-FA3A-66D8-F3E3A271C90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5" name="직선 연결선 324">
                <a:extLst>
                  <a:ext uri="{FF2B5EF4-FFF2-40B4-BE49-F238E27FC236}">
                    <a16:creationId xmlns:a16="http://schemas.microsoft.com/office/drawing/2014/main" id="{FDC465F0-9BC2-B2D1-74C6-DED1FB22F44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91" name="직선 연결선 326">
              <a:extLst>
                <a:ext uri="{FF2B5EF4-FFF2-40B4-BE49-F238E27FC236}">
                  <a16:creationId xmlns:a16="http://schemas.microsoft.com/office/drawing/2014/main" id="{835FD7B1-97A3-DD6C-3F1B-FBB69E1DB6D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92" name="타원 1891">
              <a:extLst>
                <a:ext uri="{FF2B5EF4-FFF2-40B4-BE49-F238E27FC236}">
                  <a16:creationId xmlns:a16="http://schemas.microsoft.com/office/drawing/2014/main" id="{816F1165-AF79-41F5-A891-4F18C91274C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071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1B42B-A0CA-C609-951C-734EEAEF0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직사각형 785">
            <a:extLst>
              <a:ext uri="{FF2B5EF4-FFF2-40B4-BE49-F238E27FC236}">
                <a16:creationId xmlns:a16="http://schemas.microsoft.com/office/drawing/2014/main" id="{3AD5B8B8-7DA8-D9C2-6A64-F381AD4954D5}"/>
              </a:ext>
            </a:extLst>
          </p:cNvPr>
          <p:cNvSpPr>
            <a:spLocks noChangeAspect="1"/>
          </p:cNvSpPr>
          <p:nvPr/>
        </p:nvSpPr>
        <p:spPr>
          <a:xfrm>
            <a:off x="5775721" y="1197534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87" name="직사각형 786">
            <a:extLst>
              <a:ext uri="{FF2B5EF4-FFF2-40B4-BE49-F238E27FC236}">
                <a16:creationId xmlns:a16="http://schemas.microsoft.com/office/drawing/2014/main" id="{256511F2-58AC-C1C5-4000-C7F475E151B3}"/>
              </a:ext>
            </a:extLst>
          </p:cNvPr>
          <p:cNvSpPr>
            <a:spLocks/>
          </p:cNvSpPr>
          <p:nvPr/>
        </p:nvSpPr>
        <p:spPr>
          <a:xfrm>
            <a:off x="5775721" y="2097267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2" name="직사각형 791">
            <a:extLst>
              <a:ext uri="{FF2B5EF4-FFF2-40B4-BE49-F238E27FC236}">
                <a16:creationId xmlns:a16="http://schemas.microsoft.com/office/drawing/2014/main" id="{9E6CDFB0-B174-A803-87F3-0B67F1A85E72}"/>
              </a:ext>
            </a:extLst>
          </p:cNvPr>
          <p:cNvSpPr>
            <a:spLocks/>
          </p:cNvSpPr>
          <p:nvPr/>
        </p:nvSpPr>
        <p:spPr>
          <a:xfrm>
            <a:off x="5775721" y="2997000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3" name="직사각형 792">
            <a:extLst>
              <a:ext uri="{FF2B5EF4-FFF2-40B4-BE49-F238E27FC236}">
                <a16:creationId xmlns:a16="http://schemas.microsoft.com/office/drawing/2014/main" id="{13DD3874-099A-52DB-123B-9631503ED133}"/>
              </a:ext>
            </a:extLst>
          </p:cNvPr>
          <p:cNvSpPr>
            <a:spLocks/>
          </p:cNvSpPr>
          <p:nvPr/>
        </p:nvSpPr>
        <p:spPr>
          <a:xfrm>
            <a:off x="7766661" y="3004650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794" name="직사각형 793">
            <a:extLst>
              <a:ext uri="{FF2B5EF4-FFF2-40B4-BE49-F238E27FC236}">
                <a16:creationId xmlns:a16="http://schemas.microsoft.com/office/drawing/2014/main" id="{C407E423-CBBD-09C9-1613-668AF78984D6}"/>
              </a:ext>
            </a:extLst>
          </p:cNvPr>
          <p:cNvSpPr>
            <a:spLocks/>
          </p:cNvSpPr>
          <p:nvPr/>
        </p:nvSpPr>
        <p:spPr>
          <a:xfrm>
            <a:off x="5775721" y="3896733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5" name="직사각형 794">
            <a:extLst>
              <a:ext uri="{FF2B5EF4-FFF2-40B4-BE49-F238E27FC236}">
                <a16:creationId xmlns:a16="http://schemas.microsoft.com/office/drawing/2014/main" id="{AF67E4B5-5D1B-2EA9-213A-7071AFA1E281}"/>
              </a:ext>
            </a:extLst>
          </p:cNvPr>
          <p:cNvSpPr>
            <a:spLocks/>
          </p:cNvSpPr>
          <p:nvPr/>
        </p:nvSpPr>
        <p:spPr>
          <a:xfrm>
            <a:off x="5775721" y="5689103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6" name="직사각형 795">
            <a:extLst>
              <a:ext uri="{FF2B5EF4-FFF2-40B4-BE49-F238E27FC236}">
                <a16:creationId xmlns:a16="http://schemas.microsoft.com/office/drawing/2014/main" id="{AF5D176A-88B0-5284-3186-3B210CDF1B76}"/>
              </a:ext>
            </a:extLst>
          </p:cNvPr>
          <p:cNvSpPr>
            <a:spLocks/>
          </p:cNvSpPr>
          <p:nvPr/>
        </p:nvSpPr>
        <p:spPr>
          <a:xfrm>
            <a:off x="5775721" y="4792918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8" name="직사각형 797">
            <a:extLst>
              <a:ext uri="{FF2B5EF4-FFF2-40B4-BE49-F238E27FC236}">
                <a16:creationId xmlns:a16="http://schemas.microsoft.com/office/drawing/2014/main" id="{8D789C22-1162-66B7-8133-8E2437EA4869}"/>
              </a:ext>
            </a:extLst>
          </p:cNvPr>
          <p:cNvSpPr>
            <a:spLocks/>
          </p:cNvSpPr>
          <p:nvPr/>
        </p:nvSpPr>
        <p:spPr>
          <a:xfrm>
            <a:off x="7766661" y="3904383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799" name="직선 연결선[R] 798">
            <a:extLst>
              <a:ext uri="{FF2B5EF4-FFF2-40B4-BE49-F238E27FC236}">
                <a16:creationId xmlns:a16="http://schemas.microsoft.com/office/drawing/2014/main" id="{85DB4AFF-C238-150C-1AEB-0319E8336010}"/>
              </a:ext>
            </a:extLst>
          </p:cNvPr>
          <p:cNvCxnSpPr>
            <a:cxnSpLocks/>
          </p:cNvCxnSpPr>
          <p:nvPr/>
        </p:nvCxnSpPr>
        <p:spPr>
          <a:xfrm flipV="1">
            <a:off x="6349081" y="1629534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직선 연결선[R] 801">
            <a:extLst>
              <a:ext uri="{FF2B5EF4-FFF2-40B4-BE49-F238E27FC236}">
                <a16:creationId xmlns:a16="http://schemas.microsoft.com/office/drawing/2014/main" id="{F8B13882-4FD1-3476-D6AA-10C76538C2D9}"/>
              </a:ext>
            </a:extLst>
          </p:cNvPr>
          <p:cNvCxnSpPr>
            <a:cxnSpLocks/>
          </p:cNvCxnSpPr>
          <p:nvPr/>
        </p:nvCxnSpPr>
        <p:spPr>
          <a:xfrm flipV="1">
            <a:off x="6136823" y="252926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직선 연결선[R] 802">
            <a:extLst>
              <a:ext uri="{FF2B5EF4-FFF2-40B4-BE49-F238E27FC236}">
                <a16:creationId xmlns:a16="http://schemas.microsoft.com/office/drawing/2014/main" id="{AB2E4C5C-6D01-800B-39F4-C0B86D5D5C5B}"/>
              </a:ext>
            </a:extLst>
          </p:cNvPr>
          <p:cNvCxnSpPr>
            <a:cxnSpLocks/>
          </p:cNvCxnSpPr>
          <p:nvPr/>
        </p:nvCxnSpPr>
        <p:spPr>
          <a:xfrm flipV="1">
            <a:off x="6135721" y="3429000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직선 연결선[R] 803">
            <a:extLst>
              <a:ext uri="{FF2B5EF4-FFF2-40B4-BE49-F238E27FC236}">
                <a16:creationId xmlns:a16="http://schemas.microsoft.com/office/drawing/2014/main" id="{00F1735A-8E2D-B9FD-4D84-198FB8010B94}"/>
              </a:ext>
            </a:extLst>
          </p:cNvPr>
          <p:cNvCxnSpPr>
            <a:cxnSpLocks/>
          </p:cNvCxnSpPr>
          <p:nvPr/>
        </p:nvCxnSpPr>
        <p:spPr>
          <a:xfrm flipV="1">
            <a:off x="6135721" y="432873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직선 연결선[R] 804">
            <a:extLst>
              <a:ext uri="{FF2B5EF4-FFF2-40B4-BE49-F238E27FC236}">
                <a16:creationId xmlns:a16="http://schemas.microsoft.com/office/drawing/2014/main" id="{9C8282F6-2D7E-350D-E6EC-CC0A59E4710F}"/>
              </a:ext>
            </a:extLst>
          </p:cNvPr>
          <p:cNvCxnSpPr>
            <a:cxnSpLocks/>
          </p:cNvCxnSpPr>
          <p:nvPr/>
        </p:nvCxnSpPr>
        <p:spPr>
          <a:xfrm flipV="1">
            <a:off x="6135721" y="5224918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직선 연결선[R] 805">
            <a:extLst>
              <a:ext uri="{FF2B5EF4-FFF2-40B4-BE49-F238E27FC236}">
                <a16:creationId xmlns:a16="http://schemas.microsoft.com/office/drawing/2014/main" id="{52CBE9DD-5C2F-2F29-6F3A-863FA35E1289}"/>
              </a:ext>
            </a:extLst>
          </p:cNvPr>
          <p:cNvCxnSpPr>
            <a:cxnSpLocks/>
            <a:stCxn id="793" idx="1"/>
            <a:endCxn id="792" idx="3"/>
          </p:cNvCxnSpPr>
          <p:nvPr/>
        </p:nvCxnSpPr>
        <p:spPr>
          <a:xfrm flipH="1" flipV="1">
            <a:off x="6495721" y="3213000"/>
            <a:ext cx="1270940" cy="76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직선 연결선[R] 808">
            <a:extLst>
              <a:ext uri="{FF2B5EF4-FFF2-40B4-BE49-F238E27FC236}">
                <a16:creationId xmlns:a16="http://schemas.microsoft.com/office/drawing/2014/main" id="{E0FC230B-C857-CF59-27EA-106DE67E12DF}"/>
              </a:ext>
            </a:extLst>
          </p:cNvPr>
          <p:cNvCxnSpPr>
            <a:cxnSpLocks/>
          </p:cNvCxnSpPr>
          <p:nvPr/>
        </p:nvCxnSpPr>
        <p:spPr>
          <a:xfrm flipH="1">
            <a:off x="6495721" y="5900409"/>
            <a:ext cx="1630940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직선 연결선[R] 809">
            <a:extLst>
              <a:ext uri="{FF2B5EF4-FFF2-40B4-BE49-F238E27FC236}">
                <a16:creationId xmlns:a16="http://schemas.microsoft.com/office/drawing/2014/main" id="{3AED4477-194F-6E40-7768-2272AA9EA13E}"/>
              </a:ext>
            </a:extLst>
          </p:cNvPr>
          <p:cNvCxnSpPr>
            <a:cxnSpLocks/>
          </p:cNvCxnSpPr>
          <p:nvPr/>
        </p:nvCxnSpPr>
        <p:spPr>
          <a:xfrm flipV="1">
            <a:off x="8127763" y="3436650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직선 연결선[R] 810">
            <a:extLst>
              <a:ext uri="{FF2B5EF4-FFF2-40B4-BE49-F238E27FC236}">
                <a16:creationId xmlns:a16="http://schemas.microsoft.com/office/drawing/2014/main" id="{2707F651-6791-1EBC-F493-AADD33DD20F3}"/>
              </a:ext>
            </a:extLst>
          </p:cNvPr>
          <p:cNvCxnSpPr>
            <a:cxnSpLocks/>
            <a:endCxn id="798" idx="2"/>
          </p:cNvCxnSpPr>
          <p:nvPr/>
        </p:nvCxnSpPr>
        <p:spPr>
          <a:xfrm flipV="1">
            <a:off x="8126661" y="4336383"/>
            <a:ext cx="0" cy="157637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5" name="직사각형 814">
            <a:extLst>
              <a:ext uri="{FF2B5EF4-FFF2-40B4-BE49-F238E27FC236}">
                <a16:creationId xmlns:a16="http://schemas.microsoft.com/office/drawing/2014/main" id="{4A897670-DF90-5922-946C-8E13C929FA49}"/>
              </a:ext>
            </a:extLst>
          </p:cNvPr>
          <p:cNvSpPr/>
          <p:nvPr/>
        </p:nvSpPr>
        <p:spPr>
          <a:xfrm>
            <a:off x="4495989" y="2997000"/>
            <a:ext cx="720000" cy="432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status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7" name="직사각형 816">
            <a:extLst>
              <a:ext uri="{FF2B5EF4-FFF2-40B4-BE49-F238E27FC236}">
                <a16:creationId xmlns:a16="http://schemas.microsoft.com/office/drawing/2014/main" id="{853B68B7-1986-D051-F552-9876DA0CF04C}"/>
              </a:ext>
            </a:extLst>
          </p:cNvPr>
          <p:cNvSpPr>
            <a:spLocks/>
          </p:cNvSpPr>
          <p:nvPr/>
        </p:nvSpPr>
        <p:spPr>
          <a:xfrm>
            <a:off x="5342401" y="292278"/>
            <a:ext cx="720000" cy="432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rating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8" name="직사각형 817">
            <a:extLst>
              <a:ext uri="{FF2B5EF4-FFF2-40B4-BE49-F238E27FC236}">
                <a16:creationId xmlns:a16="http://schemas.microsoft.com/office/drawing/2014/main" id="{C1B2FF80-9800-E34B-D742-2AD3615E5F26}"/>
              </a:ext>
            </a:extLst>
          </p:cNvPr>
          <p:cNvSpPr>
            <a:spLocks/>
          </p:cNvSpPr>
          <p:nvPr/>
        </p:nvSpPr>
        <p:spPr>
          <a:xfrm>
            <a:off x="6224189" y="292278"/>
            <a:ext cx="830835" cy="432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distributor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9" name="직사각형 818">
            <a:extLst>
              <a:ext uri="{FF2B5EF4-FFF2-40B4-BE49-F238E27FC236}">
                <a16:creationId xmlns:a16="http://schemas.microsoft.com/office/drawing/2014/main" id="{4C0B4835-C836-5C7A-6298-6503357D0C8D}"/>
              </a:ext>
            </a:extLst>
          </p:cNvPr>
          <p:cNvSpPr>
            <a:spLocks/>
          </p:cNvSpPr>
          <p:nvPr/>
        </p:nvSpPr>
        <p:spPr>
          <a:xfrm>
            <a:off x="7766661" y="2342332"/>
            <a:ext cx="720000" cy="432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language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0" name="직사각형 819">
            <a:extLst>
              <a:ext uri="{FF2B5EF4-FFF2-40B4-BE49-F238E27FC236}">
                <a16:creationId xmlns:a16="http://schemas.microsoft.com/office/drawing/2014/main" id="{60A72DFD-1F9A-0D56-9395-2C280DB46BA7}"/>
              </a:ext>
            </a:extLst>
          </p:cNvPr>
          <p:cNvSpPr>
            <a:spLocks/>
          </p:cNvSpPr>
          <p:nvPr/>
        </p:nvSpPr>
        <p:spPr>
          <a:xfrm>
            <a:off x="7766661" y="1850357"/>
            <a:ext cx="720000" cy="432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subtitle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E01EBEB5-7EC2-1416-2C36-85771AAB66F0}"/>
              </a:ext>
            </a:extLst>
          </p:cNvPr>
          <p:cNvSpPr>
            <a:spLocks/>
          </p:cNvSpPr>
          <p:nvPr/>
        </p:nvSpPr>
        <p:spPr>
          <a:xfrm>
            <a:off x="7055028" y="1191608"/>
            <a:ext cx="720000" cy="432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similarity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22" name="직선 연결선[R] 821">
            <a:extLst>
              <a:ext uri="{FF2B5EF4-FFF2-40B4-BE49-F238E27FC236}">
                <a16:creationId xmlns:a16="http://schemas.microsoft.com/office/drawing/2014/main" id="{913D5710-0011-11A7-E1A4-B0F82E3F7FD5}"/>
              </a:ext>
            </a:extLst>
          </p:cNvPr>
          <p:cNvCxnSpPr>
            <a:cxnSpLocks/>
          </p:cNvCxnSpPr>
          <p:nvPr/>
        </p:nvCxnSpPr>
        <p:spPr>
          <a:xfrm flipH="1">
            <a:off x="6495721" y="2182869"/>
            <a:ext cx="12709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직선 연결선[R] 825">
            <a:extLst>
              <a:ext uri="{FF2B5EF4-FFF2-40B4-BE49-F238E27FC236}">
                <a16:creationId xmlns:a16="http://schemas.microsoft.com/office/drawing/2014/main" id="{DBE798D1-1083-45FF-2855-7BA1759E4BE3}"/>
              </a:ext>
            </a:extLst>
          </p:cNvPr>
          <p:cNvCxnSpPr>
            <a:cxnSpLocks/>
          </p:cNvCxnSpPr>
          <p:nvPr/>
        </p:nvCxnSpPr>
        <p:spPr>
          <a:xfrm flipH="1">
            <a:off x="5215989" y="3211854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직선 연결선[R] 827">
            <a:extLst>
              <a:ext uri="{FF2B5EF4-FFF2-40B4-BE49-F238E27FC236}">
                <a16:creationId xmlns:a16="http://schemas.microsoft.com/office/drawing/2014/main" id="{98D6EEC7-99DB-215C-0E09-7EBB86484AAA}"/>
              </a:ext>
            </a:extLst>
          </p:cNvPr>
          <p:cNvCxnSpPr>
            <a:cxnSpLocks/>
          </p:cNvCxnSpPr>
          <p:nvPr/>
        </p:nvCxnSpPr>
        <p:spPr>
          <a:xfrm flipH="1">
            <a:off x="6495721" y="2417248"/>
            <a:ext cx="1270940" cy="53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직선 연결선[R] 828">
            <a:extLst>
              <a:ext uri="{FF2B5EF4-FFF2-40B4-BE49-F238E27FC236}">
                <a16:creationId xmlns:a16="http://schemas.microsoft.com/office/drawing/2014/main" id="{670E7C0F-350D-283A-231C-460A5AE53912}"/>
              </a:ext>
            </a:extLst>
          </p:cNvPr>
          <p:cNvCxnSpPr>
            <a:cxnSpLocks/>
          </p:cNvCxnSpPr>
          <p:nvPr/>
        </p:nvCxnSpPr>
        <p:spPr>
          <a:xfrm flipH="1">
            <a:off x="6495296" y="1331968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3" name="직사각형 832">
            <a:extLst>
              <a:ext uri="{FF2B5EF4-FFF2-40B4-BE49-F238E27FC236}">
                <a16:creationId xmlns:a16="http://schemas.microsoft.com/office/drawing/2014/main" id="{99AD9879-4CD6-6F18-95B5-FC50904F54C8}"/>
              </a:ext>
            </a:extLst>
          </p:cNvPr>
          <p:cNvSpPr>
            <a:spLocks/>
          </p:cNvSpPr>
          <p:nvPr/>
        </p:nvSpPr>
        <p:spPr>
          <a:xfrm>
            <a:off x="3215156" y="3892039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22EE6A33-00E5-6D5D-0312-D02D54AADCF3}"/>
              </a:ext>
            </a:extLst>
          </p:cNvPr>
          <p:cNvSpPr>
            <a:spLocks/>
          </p:cNvSpPr>
          <p:nvPr/>
        </p:nvSpPr>
        <p:spPr>
          <a:xfrm>
            <a:off x="3215156" y="2995854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city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region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43" name="직선 연결선[R] 842">
            <a:extLst>
              <a:ext uri="{FF2B5EF4-FFF2-40B4-BE49-F238E27FC236}">
                <a16:creationId xmlns:a16="http://schemas.microsoft.com/office/drawing/2014/main" id="{2F27F1BB-742F-C3E8-A7A6-652AFEA77886}"/>
              </a:ext>
            </a:extLst>
          </p:cNvPr>
          <p:cNvCxnSpPr>
            <a:cxnSpLocks/>
            <a:stCxn id="833" idx="0"/>
            <a:endCxn id="835" idx="2"/>
          </p:cNvCxnSpPr>
          <p:nvPr/>
        </p:nvCxnSpPr>
        <p:spPr>
          <a:xfrm flipV="1">
            <a:off x="3575156" y="3427854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9" name="직선 연결선[R] 848">
            <a:extLst>
              <a:ext uri="{FF2B5EF4-FFF2-40B4-BE49-F238E27FC236}">
                <a16:creationId xmlns:a16="http://schemas.microsoft.com/office/drawing/2014/main" id="{7E740E54-D2F9-F9BD-A465-C7B10BBB4B56}"/>
              </a:ext>
            </a:extLst>
          </p:cNvPr>
          <p:cNvCxnSpPr>
            <a:cxnSpLocks/>
            <a:stCxn id="794" idx="1"/>
            <a:endCxn id="833" idx="3"/>
          </p:cNvCxnSpPr>
          <p:nvPr/>
        </p:nvCxnSpPr>
        <p:spPr>
          <a:xfrm flipH="1" flipV="1">
            <a:off x="3935156" y="4108039"/>
            <a:ext cx="1840565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9" name="직선 연결선[R] 868">
            <a:extLst>
              <a:ext uri="{FF2B5EF4-FFF2-40B4-BE49-F238E27FC236}">
                <a16:creationId xmlns:a16="http://schemas.microsoft.com/office/drawing/2014/main" id="{E9BEED94-6585-2104-3D9B-CD2C179B039D}"/>
              </a:ext>
            </a:extLst>
          </p:cNvPr>
          <p:cNvCxnSpPr>
            <a:cxnSpLocks/>
          </p:cNvCxnSpPr>
          <p:nvPr/>
        </p:nvCxnSpPr>
        <p:spPr>
          <a:xfrm flipV="1">
            <a:off x="6349081" y="72980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0" name="직선 연결선[R] 869">
            <a:extLst>
              <a:ext uri="{FF2B5EF4-FFF2-40B4-BE49-F238E27FC236}">
                <a16:creationId xmlns:a16="http://schemas.microsoft.com/office/drawing/2014/main" id="{F0717223-1089-3058-DB22-1EEA6BE6BD01}"/>
              </a:ext>
            </a:extLst>
          </p:cNvPr>
          <p:cNvCxnSpPr>
            <a:cxnSpLocks/>
          </p:cNvCxnSpPr>
          <p:nvPr/>
        </p:nvCxnSpPr>
        <p:spPr>
          <a:xfrm flipV="1">
            <a:off x="5937715" y="724278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351">
            <a:extLst>
              <a:ext uri="{FF2B5EF4-FFF2-40B4-BE49-F238E27FC236}">
                <a16:creationId xmlns:a16="http://schemas.microsoft.com/office/drawing/2014/main" id="{AD86E007-989D-1144-299E-46B50CA90BD4}"/>
              </a:ext>
            </a:extLst>
          </p:cNvPr>
          <p:cNvCxnSpPr>
            <a:cxnSpLocks/>
          </p:cNvCxnSpPr>
          <p:nvPr/>
        </p:nvCxnSpPr>
        <p:spPr>
          <a:xfrm>
            <a:off x="6293952" y="1683733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51">
            <a:extLst>
              <a:ext uri="{FF2B5EF4-FFF2-40B4-BE49-F238E27FC236}">
                <a16:creationId xmlns:a16="http://schemas.microsoft.com/office/drawing/2014/main" id="{689FBEAC-53AA-0006-8FE4-66A0C7B49E29}"/>
              </a:ext>
            </a:extLst>
          </p:cNvPr>
          <p:cNvCxnSpPr>
            <a:cxnSpLocks/>
          </p:cNvCxnSpPr>
          <p:nvPr/>
        </p:nvCxnSpPr>
        <p:spPr>
          <a:xfrm>
            <a:off x="6077725" y="383408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351">
            <a:extLst>
              <a:ext uri="{FF2B5EF4-FFF2-40B4-BE49-F238E27FC236}">
                <a16:creationId xmlns:a16="http://schemas.microsoft.com/office/drawing/2014/main" id="{5990030E-8949-44C6-E2A3-8F561523E708}"/>
              </a:ext>
            </a:extLst>
          </p:cNvPr>
          <p:cNvCxnSpPr>
            <a:cxnSpLocks/>
          </p:cNvCxnSpPr>
          <p:nvPr/>
        </p:nvCxnSpPr>
        <p:spPr>
          <a:xfrm>
            <a:off x="5264614" y="315546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351">
            <a:extLst>
              <a:ext uri="{FF2B5EF4-FFF2-40B4-BE49-F238E27FC236}">
                <a16:creationId xmlns:a16="http://schemas.microsoft.com/office/drawing/2014/main" id="{9DDDBCA6-16DD-B85A-ECE9-54E64198B1F9}"/>
              </a:ext>
            </a:extLst>
          </p:cNvPr>
          <p:cNvCxnSpPr>
            <a:cxnSpLocks/>
          </p:cNvCxnSpPr>
          <p:nvPr/>
        </p:nvCxnSpPr>
        <p:spPr>
          <a:xfrm>
            <a:off x="6084445" y="438982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직선 연결선 351">
            <a:extLst>
              <a:ext uri="{FF2B5EF4-FFF2-40B4-BE49-F238E27FC236}">
                <a16:creationId xmlns:a16="http://schemas.microsoft.com/office/drawing/2014/main" id="{11F074DE-CADF-668A-8264-0C8811A9F9B0}"/>
              </a:ext>
            </a:extLst>
          </p:cNvPr>
          <p:cNvCxnSpPr>
            <a:cxnSpLocks/>
          </p:cNvCxnSpPr>
          <p:nvPr/>
        </p:nvCxnSpPr>
        <p:spPr>
          <a:xfrm>
            <a:off x="6081721" y="52638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0" name="직선 연결선 351">
            <a:extLst>
              <a:ext uri="{FF2B5EF4-FFF2-40B4-BE49-F238E27FC236}">
                <a16:creationId xmlns:a16="http://schemas.microsoft.com/office/drawing/2014/main" id="{10211451-BD27-D971-C2CE-97992BE2E4FE}"/>
              </a:ext>
            </a:extLst>
          </p:cNvPr>
          <p:cNvCxnSpPr>
            <a:cxnSpLocks/>
          </p:cNvCxnSpPr>
          <p:nvPr/>
        </p:nvCxnSpPr>
        <p:spPr>
          <a:xfrm>
            <a:off x="8071981" y="438876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0" name="직선 연결선 351">
            <a:extLst>
              <a:ext uri="{FF2B5EF4-FFF2-40B4-BE49-F238E27FC236}">
                <a16:creationId xmlns:a16="http://schemas.microsoft.com/office/drawing/2014/main" id="{22658F81-CCC1-F58E-9A44-019660C4AAC3}"/>
              </a:ext>
            </a:extLst>
          </p:cNvPr>
          <p:cNvCxnSpPr>
            <a:cxnSpLocks/>
          </p:cNvCxnSpPr>
          <p:nvPr/>
        </p:nvCxnSpPr>
        <p:spPr>
          <a:xfrm>
            <a:off x="6081721" y="258507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4" name="직선 연결선 351">
            <a:extLst>
              <a:ext uri="{FF2B5EF4-FFF2-40B4-BE49-F238E27FC236}">
                <a16:creationId xmlns:a16="http://schemas.microsoft.com/office/drawing/2014/main" id="{10D1AC3B-C74B-C5DA-7D10-F895B4C63C75}"/>
              </a:ext>
            </a:extLst>
          </p:cNvPr>
          <p:cNvCxnSpPr>
            <a:cxnSpLocks/>
          </p:cNvCxnSpPr>
          <p:nvPr/>
        </p:nvCxnSpPr>
        <p:spPr>
          <a:xfrm>
            <a:off x="6550981" y="315520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4" name="직선 연결선 351">
            <a:extLst>
              <a:ext uri="{FF2B5EF4-FFF2-40B4-BE49-F238E27FC236}">
                <a16:creationId xmlns:a16="http://schemas.microsoft.com/office/drawing/2014/main" id="{04A6027C-DB98-AE06-DC65-685C04D677B4}"/>
              </a:ext>
            </a:extLst>
          </p:cNvPr>
          <p:cNvCxnSpPr>
            <a:cxnSpLocks/>
          </p:cNvCxnSpPr>
          <p:nvPr/>
        </p:nvCxnSpPr>
        <p:spPr>
          <a:xfrm>
            <a:off x="8075292" y="384379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87" name="그룹 986">
            <a:extLst>
              <a:ext uri="{FF2B5EF4-FFF2-40B4-BE49-F238E27FC236}">
                <a16:creationId xmlns:a16="http://schemas.microsoft.com/office/drawing/2014/main" id="{A7775ACA-5DB3-15CA-0052-120A20835BF8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5863681" y="1064393"/>
            <a:ext cx="148067" cy="108000"/>
            <a:chOff x="7409659" y="2902132"/>
            <a:chExt cx="317047" cy="239471"/>
          </a:xfrm>
        </p:grpSpPr>
        <p:grpSp>
          <p:nvGrpSpPr>
            <p:cNvPr id="988" name="그룹 987">
              <a:extLst>
                <a:ext uri="{FF2B5EF4-FFF2-40B4-BE49-F238E27FC236}">
                  <a16:creationId xmlns:a16="http://schemas.microsoft.com/office/drawing/2014/main" id="{5C73DAE1-472B-214A-EFFF-EA0DB5AE195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93" name="직선 연결선 322">
                <a:extLst>
                  <a:ext uri="{FF2B5EF4-FFF2-40B4-BE49-F238E27FC236}">
                    <a16:creationId xmlns:a16="http://schemas.microsoft.com/office/drawing/2014/main" id="{5AEE9162-A273-13A1-9967-DAC54D109A7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4" name="직선 연결선 323">
                <a:extLst>
                  <a:ext uri="{FF2B5EF4-FFF2-40B4-BE49-F238E27FC236}">
                    <a16:creationId xmlns:a16="http://schemas.microsoft.com/office/drawing/2014/main" id="{3A715431-2D2E-5B1A-A9AB-083983EB740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5" name="직선 연결선 324">
                <a:extLst>
                  <a:ext uri="{FF2B5EF4-FFF2-40B4-BE49-F238E27FC236}">
                    <a16:creationId xmlns:a16="http://schemas.microsoft.com/office/drawing/2014/main" id="{B1BE50EE-BC5C-89D1-FD90-9AD49167685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0" name="직선 연결선 326">
              <a:extLst>
                <a:ext uri="{FF2B5EF4-FFF2-40B4-BE49-F238E27FC236}">
                  <a16:creationId xmlns:a16="http://schemas.microsoft.com/office/drawing/2014/main" id="{AB6C61BA-B9A3-ACDB-C89B-BB8581FDCD4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1" name="타원 990">
              <a:extLst>
                <a:ext uri="{FF2B5EF4-FFF2-40B4-BE49-F238E27FC236}">
                  <a16:creationId xmlns:a16="http://schemas.microsoft.com/office/drawing/2014/main" id="{D137E8DC-A89C-B189-C6DF-E21E04EEBD1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996" name="그룹 995">
            <a:extLst>
              <a:ext uri="{FF2B5EF4-FFF2-40B4-BE49-F238E27FC236}">
                <a16:creationId xmlns:a16="http://schemas.microsoft.com/office/drawing/2014/main" id="{6B49667B-9DC4-6313-6217-30301F10E47F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275047" y="1066739"/>
            <a:ext cx="148067" cy="108000"/>
            <a:chOff x="7409659" y="2902132"/>
            <a:chExt cx="317047" cy="239471"/>
          </a:xfrm>
        </p:grpSpPr>
        <p:grpSp>
          <p:nvGrpSpPr>
            <p:cNvPr id="997" name="그룹 996">
              <a:extLst>
                <a:ext uri="{FF2B5EF4-FFF2-40B4-BE49-F238E27FC236}">
                  <a16:creationId xmlns:a16="http://schemas.microsoft.com/office/drawing/2014/main" id="{4CFEE983-5A1E-4082-37D5-7F5314B63CB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002" name="직선 연결선 322">
                <a:extLst>
                  <a:ext uri="{FF2B5EF4-FFF2-40B4-BE49-F238E27FC236}">
                    <a16:creationId xmlns:a16="http://schemas.microsoft.com/office/drawing/2014/main" id="{426E3FEC-ED66-2D34-C797-1AD7CC52322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3" name="직선 연결선 323">
                <a:extLst>
                  <a:ext uri="{FF2B5EF4-FFF2-40B4-BE49-F238E27FC236}">
                    <a16:creationId xmlns:a16="http://schemas.microsoft.com/office/drawing/2014/main" id="{23C535FF-0893-6418-88A7-BF146153308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5" name="직선 연결선 324">
                <a:extLst>
                  <a:ext uri="{FF2B5EF4-FFF2-40B4-BE49-F238E27FC236}">
                    <a16:creationId xmlns:a16="http://schemas.microsoft.com/office/drawing/2014/main" id="{CD8899E9-299B-FEDC-DFA7-41EBA4F8D3D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8" name="직선 연결선 326">
              <a:extLst>
                <a:ext uri="{FF2B5EF4-FFF2-40B4-BE49-F238E27FC236}">
                  <a16:creationId xmlns:a16="http://schemas.microsoft.com/office/drawing/2014/main" id="{705D2129-2E9A-2C76-C7A4-2D97259AAF3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00" name="타원 999">
              <a:extLst>
                <a:ext uri="{FF2B5EF4-FFF2-40B4-BE49-F238E27FC236}">
                  <a16:creationId xmlns:a16="http://schemas.microsoft.com/office/drawing/2014/main" id="{B7CEE514-4A5E-2E5A-53FD-8A634362CF0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036" name="직선 연결선 351">
            <a:extLst>
              <a:ext uri="{FF2B5EF4-FFF2-40B4-BE49-F238E27FC236}">
                <a16:creationId xmlns:a16="http://schemas.microsoft.com/office/drawing/2014/main" id="{A0A3E157-8695-CD8F-FD8E-3D6AE3E4D406}"/>
              </a:ext>
            </a:extLst>
          </p:cNvPr>
          <p:cNvCxnSpPr>
            <a:cxnSpLocks/>
          </p:cNvCxnSpPr>
          <p:nvPr/>
        </p:nvCxnSpPr>
        <p:spPr>
          <a:xfrm>
            <a:off x="7698501" y="213651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7" name="직선 연결선 351">
            <a:extLst>
              <a:ext uri="{FF2B5EF4-FFF2-40B4-BE49-F238E27FC236}">
                <a16:creationId xmlns:a16="http://schemas.microsoft.com/office/drawing/2014/main" id="{1257DB63-A077-04B8-C5D2-073BC4E0E311}"/>
              </a:ext>
            </a:extLst>
          </p:cNvPr>
          <p:cNvCxnSpPr>
            <a:cxnSpLocks/>
          </p:cNvCxnSpPr>
          <p:nvPr/>
        </p:nvCxnSpPr>
        <p:spPr>
          <a:xfrm>
            <a:off x="7700648" y="2379484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8" name="직선 연결선[R] 1037">
            <a:extLst>
              <a:ext uri="{FF2B5EF4-FFF2-40B4-BE49-F238E27FC236}">
                <a16:creationId xmlns:a16="http://schemas.microsoft.com/office/drawing/2014/main" id="{6AECFF4B-EDDA-579E-1020-5408A6ECA1A6}"/>
              </a:ext>
            </a:extLst>
          </p:cNvPr>
          <p:cNvCxnSpPr>
            <a:cxnSpLocks/>
          </p:cNvCxnSpPr>
          <p:nvPr/>
        </p:nvCxnSpPr>
        <p:spPr>
          <a:xfrm flipH="1">
            <a:off x="6495296" y="1487516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7" name="직선 연결선 351">
            <a:extLst>
              <a:ext uri="{FF2B5EF4-FFF2-40B4-BE49-F238E27FC236}">
                <a16:creationId xmlns:a16="http://schemas.microsoft.com/office/drawing/2014/main" id="{F0D24ED5-2C54-B7D6-8E3F-FCFD4D684B95}"/>
              </a:ext>
            </a:extLst>
          </p:cNvPr>
          <p:cNvCxnSpPr>
            <a:cxnSpLocks/>
          </p:cNvCxnSpPr>
          <p:nvPr/>
        </p:nvCxnSpPr>
        <p:spPr>
          <a:xfrm>
            <a:off x="6546717" y="127204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직선 연결선 351">
            <a:extLst>
              <a:ext uri="{FF2B5EF4-FFF2-40B4-BE49-F238E27FC236}">
                <a16:creationId xmlns:a16="http://schemas.microsoft.com/office/drawing/2014/main" id="{54FEE380-1079-1A3C-C3ED-ACE519D115A2}"/>
              </a:ext>
            </a:extLst>
          </p:cNvPr>
          <p:cNvCxnSpPr>
            <a:cxnSpLocks/>
          </p:cNvCxnSpPr>
          <p:nvPr/>
        </p:nvCxnSpPr>
        <p:spPr>
          <a:xfrm>
            <a:off x="6543710" y="140760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8" name="직선 연결선 351">
            <a:extLst>
              <a:ext uri="{FF2B5EF4-FFF2-40B4-BE49-F238E27FC236}">
                <a16:creationId xmlns:a16="http://schemas.microsoft.com/office/drawing/2014/main" id="{3FB87346-73F8-8B83-44BB-9947C38FB845}"/>
              </a:ext>
            </a:extLst>
          </p:cNvPr>
          <p:cNvCxnSpPr>
            <a:cxnSpLocks/>
          </p:cNvCxnSpPr>
          <p:nvPr/>
        </p:nvCxnSpPr>
        <p:spPr>
          <a:xfrm>
            <a:off x="3521156" y="347837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9" name="직선 연결선 351">
            <a:extLst>
              <a:ext uri="{FF2B5EF4-FFF2-40B4-BE49-F238E27FC236}">
                <a16:creationId xmlns:a16="http://schemas.microsoft.com/office/drawing/2014/main" id="{44870B6B-773B-C0DC-E2FE-2D425748858A}"/>
              </a:ext>
            </a:extLst>
          </p:cNvPr>
          <p:cNvCxnSpPr>
            <a:cxnSpLocks/>
          </p:cNvCxnSpPr>
          <p:nvPr/>
        </p:nvCxnSpPr>
        <p:spPr>
          <a:xfrm>
            <a:off x="3993724" y="405823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B1768F58-B721-978C-E096-118FC06F6845}"/>
              </a:ext>
            </a:extLst>
          </p:cNvPr>
          <p:cNvSpPr>
            <a:spLocks/>
          </p:cNvSpPr>
          <p:nvPr/>
        </p:nvSpPr>
        <p:spPr>
          <a:xfrm>
            <a:off x="6866110" y="3896733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5416734-D581-211D-1377-A8203C96F35D}"/>
              </a:ext>
            </a:extLst>
          </p:cNvPr>
          <p:cNvSpPr>
            <a:spLocks/>
          </p:cNvSpPr>
          <p:nvPr/>
        </p:nvSpPr>
        <p:spPr>
          <a:xfrm>
            <a:off x="6866661" y="4791857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master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" name="직선 연결선[R] 12">
            <a:extLst>
              <a:ext uri="{FF2B5EF4-FFF2-40B4-BE49-F238E27FC236}">
                <a16:creationId xmlns:a16="http://schemas.microsoft.com/office/drawing/2014/main" id="{E8D0F77E-9779-6607-F9DB-57526D546489}"/>
              </a:ext>
            </a:extLst>
          </p:cNvPr>
          <p:cNvCxnSpPr>
            <a:cxnSpLocks/>
            <a:stCxn id="2" idx="1"/>
            <a:endCxn id="794" idx="3"/>
          </p:cNvCxnSpPr>
          <p:nvPr/>
        </p:nvCxnSpPr>
        <p:spPr>
          <a:xfrm flipH="1">
            <a:off x="6495721" y="4112733"/>
            <a:ext cx="37038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[R] 16">
            <a:extLst>
              <a:ext uri="{FF2B5EF4-FFF2-40B4-BE49-F238E27FC236}">
                <a16:creationId xmlns:a16="http://schemas.microsoft.com/office/drawing/2014/main" id="{17E99996-71A6-2C6E-F469-F73E2E10A37D}"/>
              </a:ext>
            </a:extLst>
          </p:cNvPr>
          <p:cNvCxnSpPr>
            <a:cxnSpLocks/>
            <a:stCxn id="12" idx="1"/>
            <a:endCxn id="796" idx="3"/>
          </p:cNvCxnSpPr>
          <p:nvPr/>
        </p:nvCxnSpPr>
        <p:spPr>
          <a:xfrm flipH="1">
            <a:off x="6495721" y="5007857"/>
            <a:ext cx="370940" cy="10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[R] 40">
            <a:extLst>
              <a:ext uri="{FF2B5EF4-FFF2-40B4-BE49-F238E27FC236}">
                <a16:creationId xmlns:a16="http://schemas.microsoft.com/office/drawing/2014/main" id="{D69817FA-9006-A015-55A4-F914F1DB0730}"/>
              </a:ext>
            </a:extLst>
          </p:cNvPr>
          <p:cNvCxnSpPr>
            <a:cxnSpLocks/>
            <a:stCxn id="12" idx="0"/>
            <a:endCxn id="2" idx="2"/>
          </p:cNvCxnSpPr>
          <p:nvPr/>
        </p:nvCxnSpPr>
        <p:spPr>
          <a:xfrm flipH="1" flipV="1">
            <a:off x="7226110" y="4328733"/>
            <a:ext cx="551" cy="46312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5" name="직선 연결선 351">
            <a:extLst>
              <a:ext uri="{FF2B5EF4-FFF2-40B4-BE49-F238E27FC236}">
                <a16:creationId xmlns:a16="http://schemas.microsoft.com/office/drawing/2014/main" id="{14058AFF-C7D9-D6F1-59E1-680A7CE7B94E}"/>
              </a:ext>
            </a:extLst>
          </p:cNvPr>
          <p:cNvCxnSpPr>
            <a:cxnSpLocks/>
          </p:cNvCxnSpPr>
          <p:nvPr/>
        </p:nvCxnSpPr>
        <p:spPr>
          <a:xfrm>
            <a:off x="6808998" y="40576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48" name="그룹 947">
            <a:extLst>
              <a:ext uri="{FF2B5EF4-FFF2-40B4-BE49-F238E27FC236}">
                <a16:creationId xmlns:a16="http://schemas.microsoft.com/office/drawing/2014/main" id="{84EEC622-261E-9BFB-5F00-E001DC6DD35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6496597" y="4058733"/>
            <a:ext cx="148067" cy="108000"/>
            <a:chOff x="7409659" y="2902132"/>
            <a:chExt cx="317047" cy="239471"/>
          </a:xfrm>
        </p:grpSpPr>
        <p:grpSp>
          <p:nvGrpSpPr>
            <p:cNvPr id="949" name="그룹 948">
              <a:extLst>
                <a:ext uri="{FF2B5EF4-FFF2-40B4-BE49-F238E27FC236}">
                  <a16:creationId xmlns:a16="http://schemas.microsoft.com/office/drawing/2014/main" id="{A8D305FA-F869-C514-5D87-C7E0A83C2DE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53" name="직선 연결선 322">
                <a:extLst>
                  <a:ext uri="{FF2B5EF4-FFF2-40B4-BE49-F238E27FC236}">
                    <a16:creationId xmlns:a16="http://schemas.microsoft.com/office/drawing/2014/main" id="{4EDB2573-FDEA-CACD-8929-4D3C3B4FF43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5" name="직선 연결선 323">
                <a:extLst>
                  <a:ext uri="{FF2B5EF4-FFF2-40B4-BE49-F238E27FC236}">
                    <a16:creationId xmlns:a16="http://schemas.microsoft.com/office/drawing/2014/main" id="{44BD3D36-2AED-F82D-AD80-B064090DA3F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6" name="직선 연결선 324">
                <a:extLst>
                  <a:ext uri="{FF2B5EF4-FFF2-40B4-BE49-F238E27FC236}">
                    <a16:creationId xmlns:a16="http://schemas.microsoft.com/office/drawing/2014/main" id="{A281A382-3E54-778B-A414-E6921703C70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50" name="직선 연결선 326">
              <a:extLst>
                <a:ext uri="{FF2B5EF4-FFF2-40B4-BE49-F238E27FC236}">
                  <a16:creationId xmlns:a16="http://schemas.microsoft.com/office/drawing/2014/main" id="{46393839-A887-3DA7-0BD5-4849723A688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2" name="타원 951">
              <a:extLst>
                <a:ext uri="{FF2B5EF4-FFF2-40B4-BE49-F238E27FC236}">
                  <a16:creationId xmlns:a16="http://schemas.microsoft.com/office/drawing/2014/main" id="{28DA36C2-2918-DB24-6419-AF68FF7F9CA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959" name="직선 연결선 351">
            <a:extLst>
              <a:ext uri="{FF2B5EF4-FFF2-40B4-BE49-F238E27FC236}">
                <a16:creationId xmlns:a16="http://schemas.microsoft.com/office/drawing/2014/main" id="{6A9ED2A2-76B2-9750-78F5-1473CE0B29B7}"/>
              </a:ext>
            </a:extLst>
          </p:cNvPr>
          <p:cNvCxnSpPr>
            <a:cxnSpLocks/>
          </p:cNvCxnSpPr>
          <p:nvPr/>
        </p:nvCxnSpPr>
        <p:spPr>
          <a:xfrm>
            <a:off x="7173022" y="438176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71" name="그룹 970">
            <a:extLst>
              <a:ext uri="{FF2B5EF4-FFF2-40B4-BE49-F238E27FC236}">
                <a16:creationId xmlns:a16="http://schemas.microsoft.com/office/drawing/2014/main" id="{B4590B36-A31F-7371-44B6-F66E3A8094E2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199646" y="4703721"/>
            <a:ext cx="57088" cy="108000"/>
            <a:chOff x="7604467" y="2108611"/>
            <a:chExt cx="122239" cy="239471"/>
          </a:xfrm>
        </p:grpSpPr>
        <p:grpSp>
          <p:nvGrpSpPr>
            <p:cNvPr id="973" name="그룹 972">
              <a:extLst>
                <a:ext uri="{FF2B5EF4-FFF2-40B4-BE49-F238E27FC236}">
                  <a16:creationId xmlns:a16="http://schemas.microsoft.com/office/drawing/2014/main" id="{DD9E1A0F-2F53-B00E-3D3A-2FDAF99B2D59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08" name="직선 연결선 359">
                <a:extLst>
                  <a:ext uri="{FF2B5EF4-FFF2-40B4-BE49-F238E27FC236}">
                    <a16:creationId xmlns:a16="http://schemas.microsoft.com/office/drawing/2014/main" id="{56DA1637-EE74-F996-C174-5438E21C9C7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9" name="직선 연결선 360">
                <a:extLst>
                  <a:ext uri="{FF2B5EF4-FFF2-40B4-BE49-F238E27FC236}">
                    <a16:creationId xmlns:a16="http://schemas.microsoft.com/office/drawing/2014/main" id="{3C3126D6-C686-42EF-33A4-10798D24D9E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0" name="직선 연결선 361">
                <a:extLst>
                  <a:ext uri="{FF2B5EF4-FFF2-40B4-BE49-F238E27FC236}">
                    <a16:creationId xmlns:a16="http://schemas.microsoft.com/office/drawing/2014/main" id="{38251F67-F12B-C9DF-D250-A59481B3BF1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06" name="직선 연결선 363">
              <a:extLst>
                <a:ext uri="{FF2B5EF4-FFF2-40B4-BE49-F238E27FC236}">
                  <a16:creationId xmlns:a16="http://schemas.microsoft.com/office/drawing/2014/main" id="{133F918B-9BFD-7C7C-9B1E-19497457116D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44" name="그룹 1143">
            <a:extLst>
              <a:ext uri="{FF2B5EF4-FFF2-40B4-BE49-F238E27FC236}">
                <a16:creationId xmlns:a16="http://schemas.microsoft.com/office/drawing/2014/main" id="{A057D328-5BFD-49A3-0078-093EC5FE2B3F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6495721" y="4954918"/>
            <a:ext cx="148067" cy="108000"/>
            <a:chOff x="7409659" y="2902132"/>
            <a:chExt cx="317047" cy="239471"/>
          </a:xfrm>
        </p:grpSpPr>
        <p:grpSp>
          <p:nvGrpSpPr>
            <p:cNvPr id="1145" name="그룹 1144">
              <a:extLst>
                <a:ext uri="{FF2B5EF4-FFF2-40B4-BE49-F238E27FC236}">
                  <a16:creationId xmlns:a16="http://schemas.microsoft.com/office/drawing/2014/main" id="{B956B835-F02D-D2A5-F6FF-4AED29B006D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177" name="직선 연결선 322">
                <a:extLst>
                  <a:ext uri="{FF2B5EF4-FFF2-40B4-BE49-F238E27FC236}">
                    <a16:creationId xmlns:a16="http://schemas.microsoft.com/office/drawing/2014/main" id="{5DA34B81-8907-D610-90FB-EABD556C0E6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8" name="직선 연결선 323">
                <a:extLst>
                  <a:ext uri="{FF2B5EF4-FFF2-40B4-BE49-F238E27FC236}">
                    <a16:creationId xmlns:a16="http://schemas.microsoft.com/office/drawing/2014/main" id="{CFDEA9D8-8C50-FC74-EB95-DC97C02C43C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0" name="직선 연결선 324">
                <a:extLst>
                  <a:ext uri="{FF2B5EF4-FFF2-40B4-BE49-F238E27FC236}">
                    <a16:creationId xmlns:a16="http://schemas.microsoft.com/office/drawing/2014/main" id="{2A376DBF-0D10-4BC7-3AA4-A6E3B596318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74" name="직선 연결선 326">
              <a:extLst>
                <a:ext uri="{FF2B5EF4-FFF2-40B4-BE49-F238E27FC236}">
                  <a16:creationId xmlns:a16="http://schemas.microsoft.com/office/drawing/2014/main" id="{FA2D45B8-9124-522D-64C7-20FC885DAFD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76" name="타원 1175">
              <a:extLst>
                <a:ext uri="{FF2B5EF4-FFF2-40B4-BE49-F238E27FC236}">
                  <a16:creationId xmlns:a16="http://schemas.microsoft.com/office/drawing/2014/main" id="{828C1DF9-6160-2755-63B8-729E06E40FD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790" name="직선 연결선 351">
            <a:extLst>
              <a:ext uri="{FF2B5EF4-FFF2-40B4-BE49-F238E27FC236}">
                <a16:creationId xmlns:a16="http://schemas.microsoft.com/office/drawing/2014/main" id="{A46ED852-3F74-749D-4AD0-1CA9C9E2710F}"/>
              </a:ext>
            </a:extLst>
          </p:cNvPr>
          <p:cNvCxnSpPr>
            <a:cxnSpLocks/>
          </p:cNvCxnSpPr>
          <p:nvPr/>
        </p:nvCxnSpPr>
        <p:spPr>
          <a:xfrm>
            <a:off x="6816170" y="495491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1" name="제목 1">
            <a:extLst>
              <a:ext uri="{FF2B5EF4-FFF2-40B4-BE49-F238E27FC236}">
                <a16:creationId xmlns:a16="http://schemas.microsoft.com/office/drawing/2014/main" id="{2581D631-B8C0-F854-7EEA-ED8FF59AA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03" y="160360"/>
            <a:ext cx="2958479" cy="654861"/>
          </a:xfrm>
        </p:spPr>
        <p:txBody>
          <a:bodyPr>
            <a:normAutofit fontScale="90000"/>
          </a:bodyPr>
          <a:lstStyle/>
          <a:p>
            <a:r>
              <a:rPr lang="ko-KR" altLang="en-US" dirty="0">
                <a:latin typeface="S-Core Dream 5 Medium" panose="020B0503030302020204" pitchFamily="34" charset="-127"/>
                <a:ea typeface="S-Core Dream 5 Medium" panose="020B0503030302020204" pitchFamily="34" charset="-127"/>
              </a:rPr>
              <a:t>영화 상영</a:t>
            </a:r>
          </a:p>
        </p:txBody>
      </p:sp>
      <p:grpSp>
        <p:nvGrpSpPr>
          <p:cNvPr id="1462" name="그룹 1461">
            <a:extLst>
              <a:ext uri="{FF2B5EF4-FFF2-40B4-BE49-F238E27FC236}">
                <a16:creationId xmlns:a16="http://schemas.microsoft.com/office/drawing/2014/main" id="{860E3F46-7072-661C-BDD6-BB3E6EDEDE0C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3501092" y="3764005"/>
            <a:ext cx="148067" cy="108000"/>
            <a:chOff x="7409659" y="2902132"/>
            <a:chExt cx="317047" cy="239471"/>
          </a:xfrm>
        </p:grpSpPr>
        <p:grpSp>
          <p:nvGrpSpPr>
            <p:cNvPr id="1463" name="그룹 1462">
              <a:extLst>
                <a:ext uri="{FF2B5EF4-FFF2-40B4-BE49-F238E27FC236}">
                  <a16:creationId xmlns:a16="http://schemas.microsoft.com/office/drawing/2014/main" id="{94AB3846-A7DB-B0A3-1EB2-E47807590AB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66" name="직선 연결선 322">
                <a:extLst>
                  <a:ext uri="{FF2B5EF4-FFF2-40B4-BE49-F238E27FC236}">
                    <a16:creationId xmlns:a16="http://schemas.microsoft.com/office/drawing/2014/main" id="{543DEFCB-BDDB-8DAA-135B-12115807DDA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7" name="직선 연결선 323">
                <a:extLst>
                  <a:ext uri="{FF2B5EF4-FFF2-40B4-BE49-F238E27FC236}">
                    <a16:creationId xmlns:a16="http://schemas.microsoft.com/office/drawing/2014/main" id="{A40F1561-A7CB-9A8C-73B6-AF16E7CC6DE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8" name="직선 연결선 324">
                <a:extLst>
                  <a:ext uri="{FF2B5EF4-FFF2-40B4-BE49-F238E27FC236}">
                    <a16:creationId xmlns:a16="http://schemas.microsoft.com/office/drawing/2014/main" id="{661A8AE9-C739-DE24-AE6E-F7906D3220E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64" name="직선 연결선 326">
              <a:extLst>
                <a:ext uri="{FF2B5EF4-FFF2-40B4-BE49-F238E27FC236}">
                  <a16:creationId xmlns:a16="http://schemas.microsoft.com/office/drawing/2014/main" id="{37FD8FDC-92F8-0828-945B-1D292C814D1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65" name="타원 1464">
              <a:extLst>
                <a:ext uri="{FF2B5EF4-FFF2-40B4-BE49-F238E27FC236}">
                  <a16:creationId xmlns:a16="http://schemas.microsoft.com/office/drawing/2014/main" id="{B84A1A54-6AD7-9F15-4CC3-3DAFC9659D6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69" name="그룹 1468">
            <a:extLst>
              <a:ext uri="{FF2B5EF4-FFF2-40B4-BE49-F238E27FC236}">
                <a16:creationId xmlns:a16="http://schemas.microsoft.com/office/drawing/2014/main" id="{3C47D241-551F-FA29-7FA4-31AB2DA595F5}"/>
              </a:ext>
            </a:extLst>
          </p:cNvPr>
          <p:cNvGrpSpPr>
            <a:grpSpLocks noChangeAspect="1"/>
          </p:cNvGrpSpPr>
          <p:nvPr/>
        </p:nvGrpSpPr>
        <p:grpSpPr>
          <a:xfrm>
            <a:off x="5622355" y="4058733"/>
            <a:ext cx="148067" cy="108000"/>
            <a:chOff x="7409659" y="2902132"/>
            <a:chExt cx="317047" cy="239471"/>
          </a:xfrm>
        </p:grpSpPr>
        <p:grpSp>
          <p:nvGrpSpPr>
            <p:cNvPr id="1470" name="그룹 1469">
              <a:extLst>
                <a:ext uri="{FF2B5EF4-FFF2-40B4-BE49-F238E27FC236}">
                  <a16:creationId xmlns:a16="http://schemas.microsoft.com/office/drawing/2014/main" id="{1825D778-ED90-CBBC-9D09-F1CDBF5FDD3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73" name="직선 연결선 322">
                <a:extLst>
                  <a:ext uri="{FF2B5EF4-FFF2-40B4-BE49-F238E27FC236}">
                    <a16:creationId xmlns:a16="http://schemas.microsoft.com/office/drawing/2014/main" id="{9168DA71-C8FA-CD64-F839-3CA0BC96556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4" name="직선 연결선 323">
                <a:extLst>
                  <a:ext uri="{FF2B5EF4-FFF2-40B4-BE49-F238E27FC236}">
                    <a16:creationId xmlns:a16="http://schemas.microsoft.com/office/drawing/2014/main" id="{DA638143-F83B-A83C-EFE2-ED232DFDE6C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5" name="직선 연결선 324">
                <a:extLst>
                  <a:ext uri="{FF2B5EF4-FFF2-40B4-BE49-F238E27FC236}">
                    <a16:creationId xmlns:a16="http://schemas.microsoft.com/office/drawing/2014/main" id="{B7A5F438-0F31-C013-07CF-0045AF00860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1" name="직선 연결선 326">
              <a:extLst>
                <a:ext uri="{FF2B5EF4-FFF2-40B4-BE49-F238E27FC236}">
                  <a16:creationId xmlns:a16="http://schemas.microsoft.com/office/drawing/2014/main" id="{0950101A-FF40-7479-F239-E6885C6CEDA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2" name="타원 1471">
              <a:extLst>
                <a:ext uri="{FF2B5EF4-FFF2-40B4-BE49-F238E27FC236}">
                  <a16:creationId xmlns:a16="http://schemas.microsoft.com/office/drawing/2014/main" id="{C126FECC-7EA8-749D-C986-FDBE8D6C91B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76" name="그룹 1475">
            <a:extLst>
              <a:ext uri="{FF2B5EF4-FFF2-40B4-BE49-F238E27FC236}">
                <a16:creationId xmlns:a16="http://schemas.microsoft.com/office/drawing/2014/main" id="{DE80C03D-3477-36FA-D14F-30C578F39642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061134" y="4664885"/>
            <a:ext cx="148067" cy="108000"/>
            <a:chOff x="7409659" y="2902132"/>
            <a:chExt cx="317047" cy="239471"/>
          </a:xfrm>
        </p:grpSpPr>
        <p:grpSp>
          <p:nvGrpSpPr>
            <p:cNvPr id="1477" name="그룹 1476">
              <a:extLst>
                <a:ext uri="{FF2B5EF4-FFF2-40B4-BE49-F238E27FC236}">
                  <a16:creationId xmlns:a16="http://schemas.microsoft.com/office/drawing/2014/main" id="{6CF3FBE2-4D41-9EC2-63BE-B227630063D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0" name="직선 연결선 322">
                <a:extLst>
                  <a:ext uri="{FF2B5EF4-FFF2-40B4-BE49-F238E27FC236}">
                    <a16:creationId xmlns:a16="http://schemas.microsoft.com/office/drawing/2014/main" id="{89817FFE-6F0E-E4D4-B456-CFA36F718E9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1" name="직선 연결선 323">
                <a:extLst>
                  <a:ext uri="{FF2B5EF4-FFF2-40B4-BE49-F238E27FC236}">
                    <a16:creationId xmlns:a16="http://schemas.microsoft.com/office/drawing/2014/main" id="{98E4A3AD-DC7B-FACF-D567-FBE42B52ED4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2" name="직선 연결선 324">
                <a:extLst>
                  <a:ext uri="{FF2B5EF4-FFF2-40B4-BE49-F238E27FC236}">
                    <a16:creationId xmlns:a16="http://schemas.microsoft.com/office/drawing/2014/main" id="{5D2F7FF4-D122-9368-2A82-E64B9435C91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8" name="직선 연결선 326">
              <a:extLst>
                <a:ext uri="{FF2B5EF4-FFF2-40B4-BE49-F238E27FC236}">
                  <a16:creationId xmlns:a16="http://schemas.microsoft.com/office/drawing/2014/main" id="{7EBF3CE2-1A83-EB9E-7236-EC16FFAF971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9" name="타원 1478">
              <a:extLst>
                <a:ext uri="{FF2B5EF4-FFF2-40B4-BE49-F238E27FC236}">
                  <a16:creationId xmlns:a16="http://schemas.microsoft.com/office/drawing/2014/main" id="{BF08554D-9F01-E5EC-3A44-AE530534EFD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83" name="그룹 1482">
            <a:extLst>
              <a:ext uri="{FF2B5EF4-FFF2-40B4-BE49-F238E27FC236}">
                <a16:creationId xmlns:a16="http://schemas.microsoft.com/office/drawing/2014/main" id="{7F99DC73-4CF7-74CC-B0C7-9E93E4C2AED8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061685" y="5562696"/>
            <a:ext cx="148067" cy="108000"/>
            <a:chOff x="7409659" y="2902132"/>
            <a:chExt cx="317047" cy="239471"/>
          </a:xfrm>
        </p:grpSpPr>
        <p:grpSp>
          <p:nvGrpSpPr>
            <p:cNvPr id="1484" name="그룹 1483">
              <a:extLst>
                <a:ext uri="{FF2B5EF4-FFF2-40B4-BE49-F238E27FC236}">
                  <a16:creationId xmlns:a16="http://schemas.microsoft.com/office/drawing/2014/main" id="{3C48DB01-4DE7-3C95-8B80-D92E27CC82B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7" name="직선 연결선 322">
                <a:extLst>
                  <a:ext uri="{FF2B5EF4-FFF2-40B4-BE49-F238E27FC236}">
                    <a16:creationId xmlns:a16="http://schemas.microsoft.com/office/drawing/2014/main" id="{AF434A50-63CC-5295-C202-39D9CB7DBCD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8" name="직선 연결선 323">
                <a:extLst>
                  <a:ext uri="{FF2B5EF4-FFF2-40B4-BE49-F238E27FC236}">
                    <a16:creationId xmlns:a16="http://schemas.microsoft.com/office/drawing/2014/main" id="{F9D0F2DC-2A8C-AA33-BAB5-7E92B7DE7C1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9" name="직선 연결선 324">
                <a:extLst>
                  <a:ext uri="{FF2B5EF4-FFF2-40B4-BE49-F238E27FC236}">
                    <a16:creationId xmlns:a16="http://schemas.microsoft.com/office/drawing/2014/main" id="{48D29ADB-43C2-4BC5-D39D-0DC47A90598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85" name="직선 연결선 326">
              <a:extLst>
                <a:ext uri="{FF2B5EF4-FFF2-40B4-BE49-F238E27FC236}">
                  <a16:creationId xmlns:a16="http://schemas.microsoft.com/office/drawing/2014/main" id="{0295E94B-5522-687B-2B3A-93D43113FB8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86" name="타원 1485">
              <a:extLst>
                <a:ext uri="{FF2B5EF4-FFF2-40B4-BE49-F238E27FC236}">
                  <a16:creationId xmlns:a16="http://schemas.microsoft.com/office/drawing/2014/main" id="{C492F700-2DD0-AEFD-8723-910B28BD1B5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1" name="그룹 1490">
            <a:extLst>
              <a:ext uri="{FF2B5EF4-FFF2-40B4-BE49-F238E27FC236}">
                <a16:creationId xmlns:a16="http://schemas.microsoft.com/office/drawing/2014/main" id="{ADA311C3-AE98-AE37-94B9-2787EECC4BC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6495296" y="5850869"/>
            <a:ext cx="148067" cy="108000"/>
            <a:chOff x="7409659" y="2902132"/>
            <a:chExt cx="317047" cy="239471"/>
          </a:xfrm>
        </p:grpSpPr>
        <p:grpSp>
          <p:nvGrpSpPr>
            <p:cNvPr id="1492" name="그룹 1491">
              <a:extLst>
                <a:ext uri="{FF2B5EF4-FFF2-40B4-BE49-F238E27FC236}">
                  <a16:creationId xmlns:a16="http://schemas.microsoft.com/office/drawing/2014/main" id="{5699B4F7-CF85-EE07-E8FF-0B98CFE45E0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95" name="직선 연결선 322">
                <a:extLst>
                  <a:ext uri="{FF2B5EF4-FFF2-40B4-BE49-F238E27FC236}">
                    <a16:creationId xmlns:a16="http://schemas.microsoft.com/office/drawing/2014/main" id="{5B62F677-6289-399D-E919-562DCCCE586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6" name="직선 연결선 323">
                <a:extLst>
                  <a:ext uri="{FF2B5EF4-FFF2-40B4-BE49-F238E27FC236}">
                    <a16:creationId xmlns:a16="http://schemas.microsoft.com/office/drawing/2014/main" id="{2470BC43-8EE0-17A6-4366-0760468688A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7" name="직선 연결선 324">
                <a:extLst>
                  <a:ext uri="{FF2B5EF4-FFF2-40B4-BE49-F238E27FC236}">
                    <a16:creationId xmlns:a16="http://schemas.microsoft.com/office/drawing/2014/main" id="{2D14E3D0-D458-8C5E-B780-2C77CF9D40C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93" name="직선 연결선 326">
              <a:extLst>
                <a:ext uri="{FF2B5EF4-FFF2-40B4-BE49-F238E27FC236}">
                  <a16:creationId xmlns:a16="http://schemas.microsoft.com/office/drawing/2014/main" id="{2070EADF-8B9A-E3B7-A001-6CE4D105AC6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94" name="타원 1493">
              <a:extLst>
                <a:ext uri="{FF2B5EF4-FFF2-40B4-BE49-F238E27FC236}">
                  <a16:creationId xmlns:a16="http://schemas.microsoft.com/office/drawing/2014/main" id="{8CD6B1F0-1EE0-BA3C-FF4E-90F76A70CE4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7" name="그룹 1516">
            <a:extLst>
              <a:ext uri="{FF2B5EF4-FFF2-40B4-BE49-F238E27FC236}">
                <a16:creationId xmlns:a16="http://schemas.microsoft.com/office/drawing/2014/main" id="{A9084609-750C-8E18-C610-1C5FB9AF381B}"/>
              </a:ext>
            </a:extLst>
          </p:cNvPr>
          <p:cNvGrpSpPr/>
          <p:nvPr/>
        </p:nvGrpSpPr>
        <p:grpSpPr>
          <a:xfrm rot="16200000">
            <a:off x="5890972" y="770131"/>
            <a:ext cx="90979" cy="106796"/>
            <a:chOff x="4947906" y="3396192"/>
            <a:chExt cx="90979" cy="106796"/>
          </a:xfrm>
        </p:grpSpPr>
        <p:cxnSp>
          <p:nvCxnSpPr>
            <p:cNvPr id="1518" name="직선 연결선 326">
              <a:extLst>
                <a:ext uri="{FF2B5EF4-FFF2-40B4-BE49-F238E27FC236}">
                  <a16:creationId xmlns:a16="http://schemas.microsoft.com/office/drawing/2014/main" id="{96260A53-383B-B6AE-7FF0-202F92BE5D17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19" name="타원 1518">
              <a:extLst>
                <a:ext uri="{FF2B5EF4-FFF2-40B4-BE49-F238E27FC236}">
                  <a16:creationId xmlns:a16="http://schemas.microsoft.com/office/drawing/2014/main" id="{9EEE0EBC-1A8B-4CC5-66EA-F9AFFA2D2CF0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0" name="그룹 1519">
            <a:extLst>
              <a:ext uri="{FF2B5EF4-FFF2-40B4-BE49-F238E27FC236}">
                <a16:creationId xmlns:a16="http://schemas.microsoft.com/office/drawing/2014/main" id="{17282A75-E545-B8D3-4253-3590D63502EF}"/>
              </a:ext>
            </a:extLst>
          </p:cNvPr>
          <p:cNvGrpSpPr/>
          <p:nvPr/>
        </p:nvGrpSpPr>
        <p:grpSpPr>
          <a:xfrm rot="16200000">
            <a:off x="6303592" y="775616"/>
            <a:ext cx="90979" cy="106796"/>
            <a:chOff x="4947906" y="3396192"/>
            <a:chExt cx="90979" cy="106796"/>
          </a:xfrm>
        </p:grpSpPr>
        <p:cxnSp>
          <p:nvCxnSpPr>
            <p:cNvPr id="1521" name="직선 연결선 326">
              <a:extLst>
                <a:ext uri="{FF2B5EF4-FFF2-40B4-BE49-F238E27FC236}">
                  <a16:creationId xmlns:a16="http://schemas.microsoft.com/office/drawing/2014/main" id="{CC308A9B-88B1-6050-3BE4-762CE9BB88D2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2" name="타원 1521">
              <a:extLst>
                <a:ext uri="{FF2B5EF4-FFF2-40B4-BE49-F238E27FC236}">
                  <a16:creationId xmlns:a16="http://schemas.microsoft.com/office/drawing/2014/main" id="{E9557B47-DA6C-2F7A-C05A-AF1C1B4AE695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3" name="그룹 1522">
            <a:extLst>
              <a:ext uri="{FF2B5EF4-FFF2-40B4-BE49-F238E27FC236}">
                <a16:creationId xmlns:a16="http://schemas.microsoft.com/office/drawing/2014/main" id="{29945E5D-7E22-07C3-800E-B3AFA33E4EA3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275047" y="1963003"/>
            <a:ext cx="148067" cy="108000"/>
            <a:chOff x="7409659" y="2902132"/>
            <a:chExt cx="317047" cy="239471"/>
          </a:xfrm>
        </p:grpSpPr>
        <p:grpSp>
          <p:nvGrpSpPr>
            <p:cNvPr id="1524" name="그룹 1523">
              <a:extLst>
                <a:ext uri="{FF2B5EF4-FFF2-40B4-BE49-F238E27FC236}">
                  <a16:creationId xmlns:a16="http://schemas.microsoft.com/office/drawing/2014/main" id="{DC772D7E-A732-3BAB-DF48-03099738697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27" name="직선 연결선 322">
                <a:extLst>
                  <a:ext uri="{FF2B5EF4-FFF2-40B4-BE49-F238E27FC236}">
                    <a16:creationId xmlns:a16="http://schemas.microsoft.com/office/drawing/2014/main" id="{97912345-6232-7939-E9FC-CF72E12CEE4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8" name="직선 연결선 323">
                <a:extLst>
                  <a:ext uri="{FF2B5EF4-FFF2-40B4-BE49-F238E27FC236}">
                    <a16:creationId xmlns:a16="http://schemas.microsoft.com/office/drawing/2014/main" id="{001D09AB-0661-C2DF-A2E1-F30FD0E25E5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9" name="직선 연결선 324">
                <a:extLst>
                  <a:ext uri="{FF2B5EF4-FFF2-40B4-BE49-F238E27FC236}">
                    <a16:creationId xmlns:a16="http://schemas.microsoft.com/office/drawing/2014/main" id="{FCD1BAC9-4E30-8721-451D-E4B249A747B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25" name="직선 연결선 326">
              <a:extLst>
                <a:ext uri="{FF2B5EF4-FFF2-40B4-BE49-F238E27FC236}">
                  <a16:creationId xmlns:a16="http://schemas.microsoft.com/office/drawing/2014/main" id="{1B42AD72-815E-D66D-3D42-247E26BEDCE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6" name="타원 1525">
              <a:extLst>
                <a:ext uri="{FF2B5EF4-FFF2-40B4-BE49-F238E27FC236}">
                  <a16:creationId xmlns:a16="http://schemas.microsoft.com/office/drawing/2014/main" id="{2D0FA297-0EC4-5F3A-B459-9278E2AA54D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0" name="그룹 1529">
            <a:extLst>
              <a:ext uri="{FF2B5EF4-FFF2-40B4-BE49-F238E27FC236}">
                <a16:creationId xmlns:a16="http://schemas.microsoft.com/office/drawing/2014/main" id="{7FC4F2BE-85B7-FBA6-146D-54C234E57AE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6502870" y="2126346"/>
            <a:ext cx="148067" cy="108000"/>
            <a:chOff x="7409659" y="2902132"/>
            <a:chExt cx="317047" cy="239471"/>
          </a:xfrm>
        </p:grpSpPr>
        <p:grpSp>
          <p:nvGrpSpPr>
            <p:cNvPr id="1531" name="그룹 1530">
              <a:extLst>
                <a:ext uri="{FF2B5EF4-FFF2-40B4-BE49-F238E27FC236}">
                  <a16:creationId xmlns:a16="http://schemas.microsoft.com/office/drawing/2014/main" id="{E06F0A06-02C5-72F0-A2D8-C4B553A67D4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34" name="직선 연결선 322">
                <a:extLst>
                  <a:ext uri="{FF2B5EF4-FFF2-40B4-BE49-F238E27FC236}">
                    <a16:creationId xmlns:a16="http://schemas.microsoft.com/office/drawing/2014/main" id="{0EE8B31F-B555-34A9-3A00-B27B4BFF059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5" name="직선 연결선 323">
                <a:extLst>
                  <a:ext uri="{FF2B5EF4-FFF2-40B4-BE49-F238E27FC236}">
                    <a16:creationId xmlns:a16="http://schemas.microsoft.com/office/drawing/2014/main" id="{CD839C43-8A6E-5758-B2B5-BD35FECDB08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6" name="직선 연결선 324">
                <a:extLst>
                  <a:ext uri="{FF2B5EF4-FFF2-40B4-BE49-F238E27FC236}">
                    <a16:creationId xmlns:a16="http://schemas.microsoft.com/office/drawing/2014/main" id="{78036FA3-68C8-FF92-4EF9-BE1ABE2812B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2" name="직선 연결선 326">
              <a:extLst>
                <a:ext uri="{FF2B5EF4-FFF2-40B4-BE49-F238E27FC236}">
                  <a16:creationId xmlns:a16="http://schemas.microsoft.com/office/drawing/2014/main" id="{941C1DDF-EC00-62AA-2086-D1D295D47A9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33" name="타원 1532">
              <a:extLst>
                <a:ext uri="{FF2B5EF4-FFF2-40B4-BE49-F238E27FC236}">
                  <a16:creationId xmlns:a16="http://schemas.microsoft.com/office/drawing/2014/main" id="{70409F1E-5024-A3BE-DB2F-06F4E8BC9DF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7" name="그룹 1536">
            <a:extLst>
              <a:ext uri="{FF2B5EF4-FFF2-40B4-BE49-F238E27FC236}">
                <a16:creationId xmlns:a16="http://schemas.microsoft.com/office/drawing/2014/main" id="{CFBE9EDD-5BF8-2B02-C8B8-85D85741FA6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6495296" y="2369550"/>
            <a:ext cx="148067" cy="108000"/>
            <a:chOff x="7409659" y="2902132"/>
            <a:chExt cx="317047" cy="239471"/>
          </a:xfrm>
        </p:grpSpPr>
        <p:grpSp>
          <p:nvGrpSpPr>
            <p:cNvPr id="1538" name="그룹 1537">
              <a:extLst>
                <a:ext uri="{FF2B5EF4-FFF2-40B4-BE49-F238E27FC236}">
                  <a16:creationId xmlns:a16="http://schemas.microsoft.com/office/drawing/2014/main" id="{69A09AFC-FE18-952D-A35A-AA0E3D41CF6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1" name="직선 연결선 322">
                <a:extLst>
                  <a:ext uri="{FF2B5EF4-FFF2-40B4-BE49-F238E27FC236}">
                    <a16:creationId xmlns:a16="http://schemas.microsoft.com/office/drawing/2014/main" id="{FB33365B-427D-DF06-C337-A1995CE8CB0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2" name="직선 연결선 323">
                <a:extLst>
                  <a:ext uri="{FF2B5EF4-FFF2-40B4-BE49-F238E27FC236}">
                    <a16:creationId xmlns:a16="http://schemas.microsoft.com/office/drawing/2014/main" id="{EEFB0411-8657-A12F-6838-70F31A89DFE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3" name="직선 연결선 324">
                <a:extLst>
                  <a:ext uri="{FF2B5EF4-FFF2-40B4-BE49-F238E27FC236}">
                    <a16:creationId xmlns:a16="http://schemas.microsoft.com/office/drawing/2014/main" id="{7FD54DA9-FB05-7A37-1534-FAB8D986E9C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9" name="직선 연결선 326">
              <a:extLst>
                <a:ext uri="{FF2B5EF4-FFF2-40B4-BE49-F238E27FC236}">
                  <a16:creationId xmlns:a16="http://schemas.microsoft.com/office/drawing/2014/main" id="{B46775BA-9903-EE27-C087-11CECA2CD6B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0" name="타원 1539">
              <a:extLst>
                <a:ext uri="{FF2B5EF4-FFF2-40B4-BE49-F238E27FC236}">
                  <a16:creationId xmlns:a16="http://schemas.microsoft.com/office/drawing/2014/main" id="{9CADC541-B782-3441-B072-8B1205B1AD9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44" name="그룹 1543">
            <a:extLst>
              <a:ext uri="{FF2B5EF4-FFF2-40B4-BE49-F238E27FC236}">
                <a16:creationId xmlns:a16="http://schemas.microsoft.com/office/drawing/2014/main" id="{5C8591FF-28B9-5570-0D61-78DB30D0E643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061687" y="2865419"/>
            <a:ext cx="148067" cy="108000"/>
            <a:chOff x="7409659" y="2902132"/>
            <a:chExt cx="317047" cy="239471"/>
          </a:xfrm>
        </p:grpSpPr>
        <p:grpSp>
          <p:nvGrpSpPr>
            <p:cNvPr id="1545" name="그룹 1544">
              <a:extLst>
                <a:ext uri="{FF2B5EF4-FFF2-40B4-BE49-F238E27FC236}">
                  <a16:creationId xmlns:a16="http://schemas.microsoft.com/office/drawing/2014/main" id="{03758950-ED49-1D2C-BBCB-674DA4A1F8F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8" name="직선 연결선 322">
                <a:extLst>
                  <a:ext uri="{FF2B5EF4-FFF2-40B4-BE49-F238E27FC236}">
                    <a16:creationId xmlns:a16="http://schemas.microsoft.com/office/drawing/2014/main" id="{591C57E3-C8D7-5E3D-2B45-D6CE9CF37C3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9" name="직선 연결선 323">
                <a:extLst>
                  <a:ext uri="{FF2B5EF4-FFF2-40B4-BE49-F238E27FC236}">
                    <a16:creationId xmlns:a16="http://schemas.microsoft.com/office/drawing/2014/main" id="{FE94277C-920E-3715-00C3-504D329A9F6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0" name="직선 연결선 324">
                <a:extLst>
                  <a:ext uri="{FF2B5EF4-FFF2-40B4-BE49-F238E27FC236}">
                    <a16:creationId xmlns:a16="http://schemas.microsoft.com/office/drawing/2014/main" id="{D0F692D9-F33D-AB77-3773-35D7972B789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46" name="직선 연결선 326">
              <a:extLst>
                <a:ext uri="{FF2B5EF4-FFF2-40B4-BE49-F238E27FC236}">
                  <a16:creationId xmlns:a16="http://schemas.microsoft.com/office/drawing/2014/main" id="{6CEC3C6B-F30D-54BD-4160-8519095CD3A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7" name="타원 1546">
              <a:extLst>
                <a:ext uri="{FF2B5EF4-FFF2-40B4-BE49-F238E27FC236}">
                  <a16:creationId xmlns:a16="http://schemas.microsoft.com/office/drawing/2014/main" id="{D0532E3E-F285-4567-124D-E72ED7836F2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1" name="그룹 1550">
            <a:extLst>
              <a:ext uri="{FF2B5EF4-FFF2-40B4-BE49-F238E27FC236}">
                <a16:creationId xmlns:a16="http://schemas.microsoft.com/office/drawing/2014/main" id="{210A9095-4897-3872-AAD4-2D72C0D6098C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6060584" y="3451036"/>
            <a:ext cx="148067" cy="108000"/>
            <a:chOff x="7409659" y="2902132"/>
            <a:chExt cx="317047" cy="239471"/>
          </a:xfrm>
        </p:grpSpPr>
        <p:grpSp>
          <p:nvGrpSpPr>
            <p:cNvPr id="1552" name="그룹 1551">
              <a:extLst>
                <a:ext uri="{FF2B5EF4-FFF2-40B4-BE49-F238E27FC236}">
                  <a16:creationId xmlns:a16="http://schemas.microsoft.com/office/drawing/2014/main" id="{61F23D05-570A-AC98-38C7-AF39CF4436E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55" name="직선 연결선 322">
                <a:extLst>
                  <a:ext uri="{FF2B5EF4-FFF2-40B4-BE49-F238E27FC236}">
                    <a16:creationId xmlns:a16="http://schemas.microsoft.com/office/drawing/2014/main" id="{1532FA2C-8D4E-89A3-465D-7B697661452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6" name="직선 연결선 323">
                <a:extLst>
                  <a:ext uri="{FF2B5EF4-FFF2-40B4-BE49-F238E27FC236}">
                    <a16:creationId xmlns:a16="http://schemas.microsoft.com/office/drawing/2014/main" id="{AF48C407-B8EE-16BD-0623-57315264053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7" name="직선 연결선 324">
                <a:extLst>
                  <a:ext uri="{FF2B5EF4-FFF2-40B4-BE49-F238E27FC236}">
                    <a16:creationId xmlns:a16="http://schemas.microsoft.com/office/drawing/2014/main" id="{85483FA1-E5D5-253D-4890-485CAB191DD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53" name="직선 연결선 326">
              <a:extLst>
                <a:ext uri="{FF2B5EF4-FFF2-40B4-BE49-F238E27FC236}">
                  <a16:creationId xmlns:a16="http://schemas.microsoft.com/office/drawing/2014/main" id="{7163B17B-3763-9514-E6E9-DFA97AD41EB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54" name="타원 1553">
              <a:extLst>
                <a:ext uri="{FF2B5EF4-FFF2-40B4-BE49-F238E27FC236}">
                  <a16:creationId xmlns:a16="http://schemas.microsoft.com/office/drawing/2014/main" id="{1FFDFF17-D634-52DC-45AF-7400D06AF01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9" name="그룹 1558">
            <a:extLst>
              <a:ext uri="{FF2B5EF4-FFF2-40B4-BE49-F238E27FC236}">
                <a16:creationId xmlns:a16="http://schemas.microsoft.com/office/drawing/2014/main" id="{A8B6EB7A-26E6-330C-A843-BD0E26EA93A2}"/>
              </a:ext>
            </a:extLst>
          </p:cNvPr>
          <p:cNvGrpSpPr>
            <a:grpSpLocks noChangeAspect="1"/>
          </p:cNvGrpSpPr>
          <p:nvPr/>
        </p:nvGrpSpPr>
        <p:grpSpPr>
          <a:xfrm>
            <a:off x="5628367" y="3157002"/>
            <a:ext cx="148067" cy="108000"/>
            <a:chOff x="7409659" y="2902132"/>
            <a:chExt cx="317047" cy="239471"/>
          </a:xfrm>
        </p:grpSpPr>
        <p:grpSp>
          <p:nvGrpSpPr>
            <p:cNvPr id="1560" name="그룹 1559">
              <a:extLst>
                <a:ext uri="{FF2B5EF4-FFF2-40B4-BE49-F238E27FC236}">
                  <a16:creationId xmlns:a16="http://schemas.microsoft.com/office/drawing/2014/main" id="{05B47141-01AD-FD51-7098-08305417625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63" name="직선 연결선 322">
                <a:extLst>
                  <a:ext uri="{FF2B5EF4-FFF2-40B4-BE49-F238E27FC236}">
                    <a16:creationId xmlns:a16="http://schemas.microsoft.com/office/drawing/2014/main" id="{29301DC5-9B57-416F-59DD-5776B9142F2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4" name="직선 연결선 323">
                <a:extLst>
                  <a:ext uri="{FF2B5EF4-FFF2-40B4-BE49-F238E27FC236}">
                    <a16:creationId xmlns:a16="http://schemas.microsoft.com/office/drawing/2014/main" id="{CCDFCDB3-7371-EFE9-BA42-8EDC0A16A7E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5" name="직선 연결선 324">
                <a:extLst>
                  <a:ext uri="{FF2B5EF4-FFF2-40B4-BE49-F238E27FC236}">
                    <a16:creationId xmlns:a16="http://schemas.microsoft.com/office/drawing/2014/main" id="{7ED6C924-12D0-561B-9C13-B664BBA44C5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1" name="직선 연결선 326">
              <a:extLst>
                <a:ext uri="{FF2B5EF4-FFF2-40B4-BE49-F238E27FC236}">
                  <a16:creationId xmlns:a16="http://schemas.microsoft.com/office/drawing/2014/main" id="{A92E59AA-0BBA-D097-C663-DC2CB6116E7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62" name="타원 1561">
              <a:extLst>
                <a:ext uri="{FF2B5EF4-FFF2-40B4-BE49-F238E27FC236}">
                  <a16:creationId xmlns:a16="http://schemas.microsoft.com/office/drawing/2014/main" id="{1C6A089F-FB64-2447-72B4-CBE1151E3A8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01" name="그룹 1600">
            <a:extLst>
              <a:ext uri="{FF2B5EF4-FFF2-40B4-BE49-F238E27FC236}">
                <a16:creationId xmlns:a16="http://schemas.microsoft.com/office/drawing/2014/main" id="{DAB177F1-AF47-D503-A4E8-31905231A1E8}"/>
              </a:ext>
            </a:extLst>
          </p:cNvPr>
          <p:cNvGrpSpPr>
            <a:grpSpLocks noChangeAspect="1"/>
          </p:cNvGrpSpPr>
          <p:nvPr/>
        </p:nvGrpSpPr>
        <p:grpSpPr>
          <a:xfrm>
            <a:off x="7614732" y="3161760"/>
            <a:ext cx="148067" cy="108000"/>
            <a:chOff x="7409659" y="2902132"/>
            <a:chExt cx="317047" cy="239471"/>
          </a:xfrm>
        </p:grpSpPr>
        <p:grpSp>
          <p:nvGrpSpPr>
            <p:cNvPr id="1602" name="그룹 1601">
              <a:extLst>
                <a:ext uri="{FF2B5EF4-FFF2-40B4-BE49-F238E27FC236}">
                  <a16:creationId xmlns:a16="http://schemas.microsoft.com/office/drawing/2014/main" id="{49F4D0DB-227F-3709-88ED-03FC0937A41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05" name="직선 연결선 322">
                <a:extLst>
                  <a:ext uri="{FF2B5EF4-FFF2-40B4-BE49-F238E27FC236}">
                    <a16:creationId xmlns:a16="http://schemas.microsoft.com/office/drawing/2014/main" id="{96D124FE-DDE4-2F0A-10E6-1D2AB267115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6" name="직선 연결선 323">
                <a:extLst>
                  <a:ext uri="{FF2B5EF4-FFF2-40B4-BE49-F238E27FC236}">
                    <a16:creationId xmlns:a16="http://schemas.microsoft.com/office/drawing/2014/main" id="{1E383BF0-69A0-DD46-EEAC-646FAA69DDF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7" name="직선 연결선 324">
                <a:extLst>
                  <a:ext uri="{FF2B5EF4-FFF2-40B4-BE49-F238E27FC236}">
                    <a16:creationId xmlns:a16="http://schemas.microsoft.com/office/drawing/2014/main" id="{93792EEC-1E9C-AD8C-32C9-1DA3ECD3D1B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03" name="직선 연결선 326">
              <a:extLst>
                <a:ext uri="{FF2B5EF4-FFF2-40B4-BE49-F238E27FC236}">
                  <a16:creationId xmlns:a16="http://schemas.microsoft.com/office/drawing/2014/main" id="{C7654EFF-0733-9B64-95B6-3A23138CECE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4" name="타원 1603">
              <a:extLst>
                <a:ext uri="{FF2B5EF4-FFF2-40B4-BE49-F238E27FC236}">
                  <a16:creationId xmlns:a16="http://schemas.microsoft.com/office/drawing/2014/main" id="{2719E614-855D-7A94-5C28-CA87A0DCF8E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10" name="그룹 1609">
            <a:extLst>
              <a:ext uri="{FF2B5EF4-FFF2-40B4-BE49-F238E27FC236}">
                <a16:creationId xmlns:a16="http://schemas.microsoft.com/office/drawing/2014/main" id="{0611890B-ED24-3318-A70C-BE0D448A2317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8052628" y="3459278"/>
            <a:ext cx="148067" cy="108000"/>
            <a:chOff x="7409659" y="2902132"/>
            <a:chExt cx="317047" cy="239471"/>
          </a:xfrm>
        </p:grpSpPr>
        <p:grpSp>
          <p:nvGrpSpPr>
            <p:cNvPr id="1611" name="그룹 1610">
              <a:extLst>
                <a:ext uri="{FF2B5EF4-FFF2-40B4-BE49-F238E27FC236}">
                  <a16:creationId xmlns:a16="http://schemas.microsoft.com/office/drawing/2014/main" id="{C1E49EE3-6610-0D75-2260-9B15D67FC9C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14" name="직선 연결선 322">
                <a:extLst>
                  <a:ext uri="{FF2B5EF4-FFF2-40B4-BE49-F238E27FC236}">
                    <a16:creationId xmlns:a16="http://schemas.microsoft.com/office/drawing/2014/main" id="{A2212DBF-BCC6-DF80-80CF-9668426D5D1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5" name="직선 연결선 323">
                <a:extLst>
                  <a:ext uri="{FF2B5EF4-FFF2-40B4-BE49-F238E27FC236}">
                    <a16:creationId xmlns:a16="http://schemas.microsoft.com/office/drawing/2014/main" id="{8CFAFF9D-9900-32B1-588E-B74C841CE99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6" name="직선 연결선 324">
                <a:extLst>
                  <a:ext uri="{FF2B5EF4-FFF2-40B4-BE49-F238E27FC236}">
                    <a16:creationId xmlns:a16="http://schemas.microsoft.com/office/drawing/2014/main" id="{43B3F09B-FA5B-8901-A6CB-7667184D02C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12" name="직선 연결선 326">
              <a:extLst>
                <a:ext uri="{FF2B5EF4-FFF2-40B4-BE49-F238E27FC236}">
                  <a16:creationId xmlns:a16="http://schemas.microsoft.com/office/drawing/2014/main" id="{679E7ED3-5F82-6060-EED6-2EE16F71B72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13" name="타원 1612">
              <a:extLst>
                <a:ext uri="{FF2B5EF4-FFF2-40B4-BE49-F238E27FC236}">
                  <a16:creationId xmlns:a16="http://schemas.microsoft.com/office/drawing/2014/main" id="{CB2D5056-CC94-7999-9359-CF21B269FB6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0" name="그룹 1829">
            <a:extLst>
              <a:ext uri="{FF2B5EF4-FFF2-40B4-BE49-F238E27FC236}">
                <a16:creationId xmlns:a16="http://schemas.microsoft.com/office/drawing/2014/main" id="{2FB026D3-EB61-ED41-2536-7BEBC298BF8B}"/>
              </a:ext>
            </a:extLst>
          </p:cNvPr>
          <p:cNvGrpSpPr>
            <a:grpSpLocks noChangeAspect="1"/>
          </p:cNvGrpSpPr>
          <p:nvPr/>
        </p:nvGrpSpPr>
        <p:grpSpPr>
          <a:xfrm>
            <a:off x="6912111" y="1274531"/>
            <a:ext cx="148067" cy="108000"/>
            <a:chOff x="7409659" y="2902132"/>
            <a:chExt cx="317047" cy="239471"/>
          </a:xfrm>
        </p:grpSpPr>
        <p:grpSp>
          <p:nvGrpSpPr>
            <p:cNvPr id="1831" name="그룹 1830">
              <a:extLst>
                <a:ext uri="{FF2B5EF4-FFF2-40B4-BE49-F238E27FC236}">
                  <a16:creationId xmlns:a16="http://schemas.microsoft.com/office/drawing/2014/main" id="{78840108-4D52-110A-3806-618CBC5703A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34" name="직선 연결선 322">
                <a:extLst>
                  <a:ext uri="{FF2B5EF4-FFF2-40B4-BE49-F238E27FC236}">
                    <a16:creationId xmlns:a16="http://schemas.microsoft.com/office/drawing/2014/main" id="{EA9EE028-109A-EB8E-FA1B-88317F6F501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5" name="직선 연결선 323">
                <a:extLst>
                  <a:ext uri="{FF2B5EF4-FFF2-40B4-BE49-F238E27FC236}">
                    <a16:creationId xmlns:a16="http://schemas.microsoft.com/office/drawing/2014/main" id="{0E246199-D78D-BF14-544D-0816BB7DBC0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6" name="직선 연결선 324">
                <a:extLst>
                  <a:ext uri="{FF2B5EF4-FFF2-40B4-BE49-F238E27FC236}">
                    <a16:creationId xmlns:a16="http://schemas.microsoft.com/office/drawing/2014/main" id="{5D4BBD2E-2D60-59D9-2337-244162A85E9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2" name="직선 연결선 326">
              <a:extLst>
                <a:ext uri="{FF2B5EF4-FFF2-40B4-BE49-F238E27FC236}">
                  <a16:creationId xmlns:a16="http://schemas.microsoft.com/office/drawing/2014/main" id="{786D1C55-65E0-67F6-7D08-CE0E1C44FBC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33" name="타원 1832">
              <a:extLst>
                <a:ext uri="{FF2B5EF4-FFF2-40B4-BE49-F238E27FC236}">
                  <a16:creationId xmlns:a16="http://schemas.microsoft.com/office/drawing/2014/main" id="{A73464B0-948E-5411-6126-A45BAC9AA75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7" name="그룹 1836">
            <a:extLst>
              <a:ext uri="{FF2B5EF4-FFF2-40B4-BE49-F238E27FC236}">
                <a16:creationId xmlns:a16="http://schemas.microsoft.com/office/drawing/2014/main" id="{36E8F518-8FEC-BF01-93EF-E8F5A9D78F64}"/>
              </a:ext>
            </a:extLst>
          </p:cNvPr>
          <p:cNvGrpSpPr>
            <a:grpSpLocks noChangeAspect="1"/>
          </p:cNvGrpSpPr>
          <p:nvPr/>
        </p:nvGrpSpPr>
        <p:grpSpPr>
          <a:xfrm>
            <a:off x="6907344" y="1431694"/>
            <a:ext cx="148067" cy="108000"/>
            <a:chOff x="7409659" y="2902132"/>
            <a:chExt cx="317047" cy="239471"/>
          </a:xfrm>
        </p:grpSpPr>
        <p:grpSp>
          <p:nvGrpSpPr>
            <p:cNvPr id="1838" name="그룹 1837">
              <a:extLst>
                <a:ext uri="{FF2B5EF4-FFF2-40B4-BE49-F238E27FC236}">
                  <a16:creationId xmlns:a16="http://schemas.microsoft.com/office/drawing/2014/main" id="{6A58EB2D-7E6C-8EED-A2B0-1878B0ADBA5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1" name="직선 연결선 322">
                <a:extLst>
                  <a:ext uri="{FF2B5EF4-FFF2-40B4-BE49-F238E27FC236}">
                    <a16:creationId xmlns:a16="http://schemas.microsoft.com/office/drawing/2014/main" id="{2BC3FC35-88C0-62AE-903A-954B408FF10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2" name="직선 연결선 323">
                <a:extLst>
                  <a:ext uri="{FF2B5EF4-FFF2-40B4-BE49-F238E27FC236}">
                    <a16:creationId xmlns:a16="http://schemas.microsoft.com/office/drawing/2014/main" id="{31452C30-E06E-9B53-C71C-53290FE9FC1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3" name="직선 연결선 324">
                <a:extLst>
                  <a:ext uri="{FF2B5EF4-FFF2-40B4-BE49-F238E27FC236}">
                    <a16:creationId xmlns:a16="http://schemas.microsoft.com/office/drawing/2014/main" id="{E71867EF-885C-58D0-9F1E-2D817708D19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9" name="직선 연결선 326">
              <a:extLst>
                <a:ext uri="{FF2B5EF4-FFF2-40B4-BE49-F238E27FC236}">
                  <a16:creationId xmlns:a16="http://schemas.microsoft.com/office/drawing/2014/main" id="{F66103FA-F997-4B38-A95D-95F220E5873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0" name="타원 1839">
              <a:extLst>
                <a:ext uri="{FF2B5EF4-FFF2-40B4-BE49-F238E27FC236}">
                  <a16:creationId xmlns:a16="http://schemas.microsoft.com/office/drawing/2014/main" id="{1E181ED4-C88F-F17D-2BBA-554F4F41472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60790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4E403-6D2A-B7AA-1DDD-97E110628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직사각형 791">
            <a:extLst>
              <a:ext uri="{FF2B5EF4-FFF2-40B4-BE49-F238E27FC236}">
                <a16:creationId xmlns:a16="http://schemas.microsoft.com/office/drawing/2014/main" id="{F4113B2D-0CF1-F0FC-DE35-58940F3E66DA}"/>
              </a:ext>
            </a:extLst>
          </p:cNvPr>
          <p:cNvSpPr>
            <a:spLocks/>
          </p:cNvSpPr>
          <p:nvPr/>
        </p:nvSpPr>
        <p:spPr>
          <a:xfrm>
            <a:off x="7777784" y="2840577"/>
            <a:ext cx="720000" cy="432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6" name="직사각형 835">
            <a:extLst>
              <a:ext uri="{FF2B5EF4-FFF2-40B4-BE49-F238E27FC236}">
                <a16:creationId xmlns:a16="http://schemas.microsoft.com/office/drawing/2014/main" id="{63688F85-E472-99EB-A6D8-2A144A2FE5B7}"/>
              </a:ext>
            </a:extLst>
          </p:cNvPr>
          <p:cNvSpPr>
            <a:spLocks/>
          </p:cNvSpPr>
          <p:nvPr/>
        </p:nvSpPr>
        <p:spPr>
          <a:xfrm>
            <a:off x="9011305" y="4296630"/>
            <a:ext cx="720000" cy="4320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ECF9B0DA-A7D4-76B7-2285-AC093A442D46}"/>
              </a:ext>
            </a:extLst>
          </p:cNvPr>
          <p:cNvSpPr>
            <a:spLocks/>
          </p:cNvSpPr>
          <p:nvPr/>
        </p:nvSpPr>
        <p:spPr>
          <a:xfrm>
            <a:off x="6290472" y="4291936"/>
            <a:ext cx="720000" cy="432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52" name="직선 연결선[R] 851">
            <a:extLst>
              <a:ext uri="{FF2B5EF4-FFF2-40B4-BE49-F238E27FC236}">
                <a16:creationId xmlns:a16="http://schemas.microsoft.com/office/drawing/2014/main" id="{348C62D1-1975-4CC8-A151-08B63BCB71C9}"/>
              </a:ext>
            </a:extLst>
          </p:cNvPr>
          <p:cNvCxnSpPr>
            <a:cxnSpLocks/>
            <a:stCxn id="836" idx="1"/>
            <a:endCxn id="840" idx="3"/>
          </p:cNvCxnSpPr>
          <p:nvPr/>
        </p:nvCxnSpPr>
        <p:spPr>
          <a:xfrm flipH="1" flipV="1">
            <a:off x="7010472" y="4507936"/>
            <a:ext cx="2000833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8" name="직사각형 927">
            <a:extLst>
              <a:ext uri="{FF2B5EF4-FFF2-40B4-BE49-F238E27FC236}">
                <a16:creationId xmlns:a16="http://schemas.microsoft.com/office/drawing/2014/main" id="{FC2F4AB4-8CB3-D15F-074B-26E9F897038D}"/>
              </a:ext>
            </a:extLst>
          </p:cNvPr>
          <p:cNvSpPr>
            <a:spLocks/>
          </p:cNvSpPr>
          <p:nvPr/>
        </p:nvSpPr>
        <p:spPr>
          <a:xfrm>
            <a:off x="6290472" y="2396141"/>
            <a:ext cx="720000" cy="4320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29" name="직선 연결선[R] 928">
            <a:extLst>
              <a:ext uri="{FF2B5EF4-FFF2-40B4-BE49-F238E27FC236}">
                <a16:creationId xmlns:a16="http://schemas.microsoft.com/office/drawing/2014/main" id="{F634D42F-8D4A-0057-EF18-05678895EBD4}"/>
              </a:ext>
            </a:extLst>
          </p:cNvPr>
          <p:cNvCxnSpPr>
            <a:cxnSpLocks/>
          </p:cNvCxnSpPr>
          <p:nvPr/>
        </p:nvCxnSpPr>
        <p:spPr>
          <a:xfrm flipV="1">
            <a:off x="6736872" y="2827171"/>
            <a:ext cx="0" cy="145233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9" name="직사각형 938">
            <a:extLst>
              <a:ext uri="{FF2B5EF4-FFF2-40B4-BE49-F238E27FC236}">
                <a16:creationId xmlns:a16="http://schemas.microsoft.com/office/drawing/2014/main" id="{357BC8A3-03AC-9CBD-D2D6-FED41D908E1C}"/>
              </a:ext>
            </a:extLst>
          </p:cNvPr>
          <p:cNvSpPr>
            <a:spLocks/>
          </p:cNvSpPr>
          <p:nvPr/>
        </p:nvSpPr>
        <p:spPr>
          <a:xfrm>
            <a:off x="7777784" y="3847501"/>
            <a:ext cx="720000" cy="4320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0" name="직사각형 939">
            <a:extLst>
              <a:ext uri="{FF2B5EF4-FFF2-40B4-BE49-F238E27FC236}">
                <a16:creationId xmlns:a16="http://schemas.microsoft.com/office/drawing/2014/main" id="{A18FB0F9-17ED-351F-21AA-243E875C7297}"/>
              </a:ext>
            </a:extLst>
          </p:cNvPr>
          <p:cNvSpPr>
            <a:spLocks/>
          </p:cNvSpPr>
          <p:nvPr/>
        </p:nvSpPr>
        <p:spPr>
          <a:xfrm>
            <a:off x="4930056" y="1852122"/>
            <a:ext cx="720000" cy="4320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2" name="직사각형 941">
            <a:extLst>
              <a:ext uri="{FF2B5EF4-FFF2-40B4-BE49-F238E27FC236}">
                <a16:creationId xmlns:a16="http://schemas.microsoft.com/office/drawing/2014/main" id="{E025D46F-94BB-618F-B3B0-9353047466BA}"/>
              </a:ext>
            </a:extLst>
          </p:cNvPr>
          <p:cNvSpPr>
            <a:spLocks/>
          </p:cNvSpPr>
          <p:nvPr/>
        </p:nvSpPr>
        <p:spPr>
          <a:xfrm>
            <a:off x="4935993" y="440410"/>
            <a:ext cx="720000" cy="4320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3" name="직사각형 942">
            <a:extLst>
              <a:ext uri="{FF2B5EF4-FFF2-40B4-BE49-F238E27FC236}">
                <a16:creationId xmlns:a16="http://schemas.microsoft.com/office/drawing/2014/main" id="{AF46F04C-2C1A-181A-4F1F-92665078E463}"/>
              </a:ext>
            </a:extLst>
          </p:cNvPr>
          <p:cNvSpPr>
            <a:spLocks/>
          </p:cNvSpPr>
          <p:nvPr/>
        </p:nvSpPr>
        <p:spPr>
          <a:xfrm>
            <a:off x="6785760" y="1064408"/>
            <a:ext cx="720000" cy="4320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ticket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4" name="직사각형 943">
            <a:extLst>
              <a:ext uri="{FF2B5EF4-FFF2-40B4-BE49-F238E27FC236}">
                <a16:creationId xmlns:a16="http://schemas.microsoft.com/office/drawing/2014/main" id="{3EFFF544-C3C6-8BDA-4C8C-591B410EF300}"/>
              </a:ext>
            </a:extLst>
          </p:cNvPr>
          <p:cNvSpPr>
            <a:spLocks/>
          </p:cNvSpPr>
          <p:nvPr/>
        </p:nvSpPr>
        <p:spPr>
          <a:xfrm>
            <a:off x="6577909" y="160360"/>
            <a:ext cx="720000" cy="432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47" name="직선 연결선[R] 946">
            <a:extLst>
              <a:ext uri="{FF2B5EF4-FFF2-40B4-BE49-F238E27FC236}">
                <a16:creationId xmlns:a16="http://schemas.microsoft.com/office/drawing/2014/main" id="{9913A9AD-9ECF-C86B-B785-43AFF46DD959}"/>
              </a:ext>
            </a:extLst>
          </p:cNvPr>
          <p:cNvCxnSpPr>
            <a:cxnSpLocks/>
            <a:endCxn id="928" idx="3"/>
          </p:cNvCxnSpPr>
          <p:nvPr/>
        </p:nvCxnSpPr>
        <p:spPr>
          <a:xfrm flipH="1">
            <a:off x="7010472" y="2612141"/>
            <a:ext cx="113751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1" name="직선 연결선[R] 950">
            <a:extLst>
              <a:ext uri="{FF2B5EF4-FFF2-40B4-BE49-F238E27FC236}">
                <a16:creationId xmlns:a16="http://schemas.microsoft.com/office/drawing/2014/main" id="{0E5305BD-5BA8-7E23-FF7C-73338A8FFFF0}"/>
              </a:ext>
            </a:extLst>
          </p:cNvPr>
          <p:cNvCxnSpPr>
            <a:cxnSpLocks/>
            <a:stCxn id="792" idx="0"/>
          </p:cNvCxnSpPr>
          <p:nvPr/>
        </p:nvCxnSpPr>
        <p:spPr>
          <a:xfrm flipV="1">
            <a:off x="8137784" y="2612141"/>
            <a:ext cx="0" cy="2284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4" name="직선 연결선[R] 953">
            <a:extLst>
              <a:ext uri="{FF2B5EF4-FFF2-40B4-BE49-F238E27FC236}">
                <a16:creationId xmlns:a16="http://schemas.microsoft.com/office/drawing/2014/main" id="{60AC723D-530F-3091-5529-6BF1070B36ED}"/>
              </a:ext>
            </a:extLst>
          </p:cNvPr>
          <p:cNvCxnSpPr>
            <a:cxnSpLocks/>
          </p:cNvCxnSpPr>
          <p:nvPr/>
        </p:nvCxnSpPr>
        <p:spPr>
          <a:xfrm flipV="1">
            <a:off x="6915564" y="2830264"/>
            <a:ext cx="0" cy="1233237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7" name="직선 연결선[R] 956">
            <a:extLst>
              <a:ext uri="{FF2B5EF4-FFF2-40B4-BE49-F238E27FC236}">
                <a16:creationId xmlns:a16="http://schemas.microsoft.com/office/drawing/2014/main" id="{9FC5A99F-3D9F-4DBB-FA88-F694DE8F45C6}"/>
              </a:ext>
            </a:extLst>
          </p:cNvPr>
          <p:cNvCxnSpPr>
            <a:cxnSpLocks/>
            <a:stCxn id="939" idx="1"/>
          </p:cNvCxnSpPr>
          <p:nvPr/>
        </p:nvCxnSpPr>
        <p:spPr>
          <a:xfrm flipH="1">
            <a:off x="6915564" y="4063501"/>
            <a:ext cx="862220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" name="직선 연결선[R] 967">
            <a:extLst>
              <a:ext uri="{FF2B5EF4-FFF2-40B4-BE49-F238E27FC236}">
                <a16:creationId xmlns:a16="http://schemas.microsoft.com/office/drawing/2014/main" id="{7A3BB53A-201F-EE99-BDC6-5CEB49CD3B29}"/>
              </a:ext>
            </a:extLst>
          </p:cNvPr>
          <p:cNvCxnSpPr>
            <a:cxnSpLocks/>
            <a:stCxn id="939" idx="0"/>
            <a:endCxn id="792" idx="2"/>
          </p:cNvCxnSpPr>
          <p:nvPr/>
        </p:nvCxnSpPr>
        <p:spPr>
          <a:xfrm flipV="1">
            <a:off x="8137784" y="3272577"/>
            <a:ext cx="0" cy="57492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6" name="직선 연결선[R] 985">
            <a:extLst>
              <a:ext uri="{FF2B5EF4-FFF2-40B4-BE49-F238E27FC236}">
                <a16:creationId xmlns:a16="http://schemas.microsoft.com/office/drawing/2014/main" id="{AEC807CD-016A-26BB-85B6-7AB8DB239800}"/>
              </a:ext>
            </a:extLst>
          </p:cNvPr>
          <p:cNvCxnSpPr>
            <a:cxnSpLocks/>
          </p:cNvCxnSpPr>
          <p:nvPr/>
        </p:nvCxnSpPr>
        <p:spPr>
          <a:xfrm flipV="1">
            <a:off x="6563972" y="648143"/>
            <a:ext cx="0" cy="17479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9" name="직선 연결선[R] 988">
            <a:extLst>
              <a:ext uri="{FF2B5EF4-FFF2-40B4-BE49-F238E27FC236}">
                <a16:creationId xmlns:a16="http://schemas.microsoft.com/office/drawing/2014/main" id="{5F759E12-148A-18E3-EB2A-1AAD6220C82E}"/>
              </a:ext>
            </a:extLst>
          </p:cNvPr>
          <p:cNvCxnSpPr>
            <a:cxnSpLocks/>
            <a:endCxn id="942" idx="3"/>
          </p:cNvCxnSpPr>
          <p:nvPr/>
        </p:nvCxnSpPr>
        <p:spPr>
          <a:xfrm flipH="1">
            <a:off x="5655993" y="656410"/>
            <a:ext cx="9079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2" name="직선 연결선[R] 991">
            <a:extLst>
              <a:ext uri="{FF2B5EF4-FFF2-40B4-BE49-F238E27FC236}">
                <a16:creationId xmlns:a16="http://schemas.microsoft.com/office/drawing/2014/main" id="{A6963978-C57B-892D-0DC3-1AA15C549424}"/>
              </a:ext>
            </a:extLst>
          </p:cNvPr>
          <p:cNvCxnSpPr>
            <a:cxnSpLocks/>
            <a:stCxn id="940" idx="0"/>
            <a:endCxn id="942" idx="2"/>
          </p:cNvCxnSpPr>
          <p:nvPr/>
        </p:nvCxnSpPr>
        <p:spPr>
          <a:xfrm flipV="1">
            <a:off x="5290056" y="872410"/>
            <a:ext cx="5937" cy="9797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9" name="직선 연결선[R] 998">
            <a:extLst>
              <a:ext uri="{FF2B5EF4-FFF2-40B4-BE49-F238E27FC236}">
                <a16:creationId xmlns:a16="http://schemas.microsoft.com/office/drawing/2014/main" id="{6B2D3F9E-C4D0-978E-2963-A18FA5528929}"/>
              </a:ext>
            </a:extLst>
          </p:cNvPr>
          <p:cNvCxnSpPr>
            <a:cxnSpLocks/>
          </p:cNvCxnSpPr>
          <p:nvPr/>
        </p:nvCxnSpPr>
        <p:spPr>
          <a:xfrm flipV="1">
            <a:off x="6731996" y="591152"/>
            <a:ext cx="0" cy="18049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1" name="직선 연결선[R] 1000">
            <a:extLst>
              <a:ext uri="{FF2B5EF4-FFF2-40B4-BE49-F238E27FC236}">
                <a16:creationId xmlns:a16="http://schemas.microsoft.com/office/drawing/2014/main" id="{16925060-D4B5-E16F-2110-912BFD4998D2}"/>
              </a:ext>
            </a:extLst>
          </p:cNvPr>
          <p:cNvCxnSpPr>
            <a:cxnSpLocks/>
          </p:cNvCxnSpPr>
          <p:nvPr/>
        </p:nvCxnSpPr>
        <p:spPr>
          <a:xfrm flipV="1">
            <a:off x="6890746" y="1496408"/>
            <a:ext cx="0" cy="8996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0" name="직선 연결선 351">
            <a:extLst>
              <a:ext uri="{FF2B5EF4-FFF2-40B4-BE49-F238E27FC236}">
                <a16:creationId xmlns:a16="http://schemas.microsoft.com/office/drawing/2014/main" id="{4D7DE040-B551-AB5A-B7EE-F7949AA1F015}"/>
              </a:ext>
            </a:extLst>
          </p:cNvPr>
          <p:cNvCxnSpPr>
            <a:cxnSpLocks/>
          </p:cNvCxnSpPr>
          <p:nvPr/>
        </p:nvCxnSpPr>
        <p:spPr>
          <a:xfrm>
            <a:off x="7060102" y="445393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1" name="직선 연결선 351">
            <a:extLst>
              <a:ext uri="{FF2B5EF4-FFF2-40B4-BE49-F238E27FC236}">
                <a16:creationId xmlns:a16="http://schemas.microsoft.com/office/drawing/2014/main" id="{E1AB4918-3B93-9EFC-3A5A-AA3121F13298}"/>
              </a:ext>
            </a:extLst>
          </p:cNvPr>
          <p:cNvCxnSpPr>
            <a:cxnSpLocks/>
          </p:cNvCxnSpPr>
          <p:nvPr/>
        </p:nvCxnSpPr>
        <p:spPr>
          <a:xfrm>
            <a:off x="6685821" y="422910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4" name="직선 연결선 351">
            <a:extLst>
              <a:ext uri="{FF2B5EF4-FFF2-40B4-BE49-F238E27FC236}">
                <a16:creationId xmlns:a16="http://schemas.microsoft.com/office/drawing/2014/main" id="{3FFDEC8D-DAA6-D44E-8807-786A04EDED2A}"/>
              </a:ext>
            </a:extLst>
          </p:cNvPr>
          <p:cNvCxnSpPr>
            <a:cxnSpLocks/>
          </p:cNvCxnSpPr>
          <p:nvPr/>
        </p:nvCxnSpPr>
        <p:spPr>
          <a:xfrm>
            <a:off x="8083136" y="273867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36" name="그룹 1135">
            <a:extLst>
              <a:ext uri="{FF2B5EF4-FFF2-40B4-BE49-F238E27FC236}">
                <a16:creationId xmlns:a16="http://schemas.microsoft.com/office/drawing/2014/main" id="{6DE0417F-B1B6-CE7E-90AF-C18994495279}"/>
              </a:ext>
            </a:extLst>
          </p:cNvPr>
          <p:cNvGrpSpPr>
            <a:grpSpLocks noChangeAspect="1"/>
          </p:cNvGrpSpPr>
          <p:nvPr/>
        </p:nvGrpSpPr>
        <p:grpSpPr>
          <a:xfrm>
            <a:off x="7717888" y="4009501"/>
            <a:ext cx="57088" cy="108000"/>
            <a:chOff x="7604467" y="2108611"/>
            <a:chExt cx="122239" cy="239471"/>
          </a:xfrm>
        </p:grpSpPr>
        <p:grpSp>
          <p:nvGrpSpPr>
            <p:cNvPr id="1137" name="그룹 1136">
              <a:extLst>
                <a:ext uri="{FF2B5EF4-FFF2-40B4-BE49-F238E27FC236}">
                  <a16:creationId xmlns:a16="http://schemas.microsoft.com/office/drawing/2014/main" id="{EA245D71-D689-8E24-D9F3-62C02DB3C07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39" name="직선 연결선 359">
                <a:extLst>
                  <a:ext uri="{FF2B5EF4-FFF2-40B4-BE49-F238E27FC236}">
                    <a16:creationId xmlns:a16="http://schemas.microsoft.com/office/drawing/2014/main" id="{6DC70170-28A1-837D-AF99-107B7CD2476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0" name="직선 연결선 360">
                <a:extLst>
                  <a:ext uri="{FF2B5EF4-FFF2-40B4-BE49-F238E27FC236}">
                    <a16:creationId xmlns:a16="http://schemas.microsoft.com/office/drawing/2014/main" id="{A71762AA-A261-E24E-6386-B47295DD7F3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1" name="직선 연결선 361">
                <a:extLst>
                  <a:ext uri="{FF2B5EF4-FFF2-40B4-BE49-F238E27FC236}">
                    <a16:creationId xmlns:a16="http://schemas.microsoft.com/office/drawing/2014/main" id="{AB707A04-BF46-18A6-2226-CC70D701231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8" name="직선 연결선 363">
              <a:extLst>
                <a:ext uri="{FF2B5EF4-FFF2-40B4-BE49-F238E27FC236}">
                  <a16:creationId xmlns:a16="http://schemas.microsoft.com/office/drawing/2014/main" id="{C57142FE-53AD-E38A-3FD9-8F5B3E064D3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42" name="직선 연결선 351">
            <a:extLst>
              <a:ext uri="{FF2B5EF4-FFF2-40B4-BE49-F238E27FC236}">
                <a16:creationId xmlns:a16="http://schemas.microsoft.com/office/drawing/2014/main" id="{4A9C146E-4022-0F7F-EEF2-89B6EE3655B7}"/>
              </a:ext>
            </a:extLst>
          </p:cNvPr>
          <p:cNvCxnSpPr>
            <a:cxnSpLocks/>
          </p:cNvCxnSpPr>
          <p:nvPr/>
        </p:nvCxnSpPr>
        <p:spPr>
          <a:xfrm>
            <a:off x="6865346" y="289435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9" name="직선 연결선 351">
            <a:extLst>
              <a:ext uri="{FF2B5EF4-FFF2-40B4-BE49-F238E27FC236}">
                <a16:creationId xmlns:a16="http://schemas.microsoft.com/office/drawing/2014/main" id="{22B12DFC-6BDC-8131-F1BA-E33FCF63B102}"/>
              </a:ext>
            </a:extLst>
          </p:cNvPr>
          <p:cNvCxnSpPr>
            <a:cxnSpLocks/>
          </p:cNvCxnSpPr>
          <p:nvPr/>
        </p:nvCxnSpPr>
        <p:spPr>
          <a:xfrm>
            <a:off x="8093989" y="333497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5" name="직선 연결선[R] 1174">
            <a:extLst>
              <a:ext uri="{FF2B5EF4-FFF2-40B4-BE49-F238E27FC236}">
                <a16:creationId xmlns:a16="http://schemas.microsoft.com/office/drawing/2014/main" id="{41841C78-6246-56F1-BC46-BC8D6E1C1842}"/>
              </a:ext>
            </a:extLst>
          </p:cNvPr>
          <p:cNvCxnSpPr>
            <a:cxnSpLocks/>
            <a:endCxn id="940" idx="3"/>
          </p:cNvCxnSpPr>
          <p:nvPr/>
        </p:nvCxnSpPr>
        <p:spPr>
          <a:xfrm flipH="1">
            <a:off x="5650056" y="2068122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직선 연결선[R] 1178">
            <a:extLst>
              <a:ext uri="{FF2B5EF4-FFF2-40B4-BE49-F238E27FC236}">
                <a16:creationId xmlns:a16="http://schemas.microsoft.com/office/drawing/2014/main" id="{0DE50FCA-CC11-C539-88AF-ECDCB21CFB34}"/>
              </a:ext>
            </a:extLst>
          </p:cNvPr>
          <p:cNvCxnSpPr>
            <a:cxnSpLocks/>
          </p:cNvCxnSpPr>
          <p:nvPr/>
        </p:nvCxnSpPr>
        <p:spPr>
          <a:xfrm flipV="1">
            <a:off x="6427196" y="2068122"/>
            <a:ext cx="0" cy="3280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직선 연결선 351">
            <a:extLst>
              <a:ext uri="{FF2B5EF4-FFF2-40B4-BE49-F238E27FC236}">
                <a16:creationId xmlns:a16="http://schemas.microsoft.com/office/drawing/2014/main" id="{B7CC6C7F-C698-A40A-01FF-AA2AEA4EDFE3}"/>
              </a:ext>
            </a:extLst>
          </p:cNvPr>
          <p:cNvCxnSpPr>
            <a:cxnSpLocks/>
          </p:cNvCxnSpPr>
          <p:nvPr/>
        </p:nvCxnSpPr>
        <p:spPr>
          <a:xfrm>
            <a:off x="6373196" y="233047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7" name="직선 연결선 351">
            <a:extLst>
              <a:ext uri="{FF2B5EF4-FFF2-40B4-BE49-F238E27FC236}">
                <a16:creationId xmlns:a16="http://schemas.microsoft.com/office/drawing/2014/main" id="{871C37D7-78F6-AA55-D6B4-66EEA3563826}"/>
              </a:ext>
            </a:extLst>
          </p:cNvPr>
          <p:cNvCxnSpPr>
            <a:cxnSpLocks/>
          </p:cNvCxnSpPr>
          <p:nvPr/>
        </p:nvCxnSpPr>
        <p:spPr>
          <a:xfrm>
            <a:off x="6509972" y="233047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04" name="그룹 1203">
            <a:extLst>
              <a:ext uri="{FF2B5EF4-FFF2-40B4-BE49-F238E27FC236}">
                <a16:creationId xmlns:a16="http://schemas.microsoft.com/office/drawing/2014/main" id="{A24F99D2-D034-E92B-CE8B-08A165D698AC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5219345" y="897359"/>
            <a:ext cx="148067" cy="108000"/>
            <a:chOff x="7409659" y="2902132"/>
            <a:chExt cx="317047" cy="239471"/>
          </a:xfrm>
        </p:grpSpPr>
        <p:grpSp>
          <p:nvGrpSpPr>
            <p:cNvPr id="1205" name="그룹 1204">
              <a:extLst>
                <a:ext uri="{FF2B5EF4-FFF2-40B4-BE49-F238E27FC236}">
                  <a16:creationId xmlns:a16="http://schemas.microsoft.com/office/drawing/2014/main" id="{9E5AED24-9389-86CD-A06E-0E38E17DE25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08" name="직선 연결선 322">
                <a:extLst>
                  <a:ext uri="{FF2B5EF4-FFF2-40B4-BE49-F238E27FC236}">
                    <a16:creationId xmlns:a16="http://schemas.microsoft.com/office/drawing/2014/main" id="{76933F31-EBAD-D1C2-E106-5F30D1AADF6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9" name="직선 연결선 323">
                <a:extLst>
                  <a:ext uri="{FF2B5EF4-FFF2-40B4-BE49-F238E27FC236}">
                    <a16:creationId xmlns:a16="http://schemas.microsoft.com/office/drawing/2014/main" id="{D7A56FEE-9470-7956-233F-67098B151DD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0" name="직선 연결선 324">
                <a:extLst>
                  <a:ext uri="{FF2B5EF4-FFF2-40B4-BE49-F238E27FC236}">
                    <a16:creationId xmlns:a16="http://schemas.microsoft.com/office/drawing/2014/main" id="{7E39BC70-91CA-DF53-BF3E-AF0506E3EBF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06" name="직선 연결선 326">
              <a:extLst>
                <a:ext uri="{FF2B5EF4-FFF2-40B4-BE49-F238E27FC236}">
                  <a16:creationId xmlns:a16="http://schemas.microsoft.com/office/drawing/2014/main" id="{0AB5BA26-B423-A91E-1516-585CEE30B2B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07" name="타원 1206">
              <a:extLst>
                <a:ext uri="{FF2B5EF4-FFF2-40B4-BE49-F238E27FC236}">
                  <a16:creationId xmlns:a16="http://schemas.microsoft.com/office/drawing/2014/main" id="{D1AC9405-3B1F-5B3E-5679-610EE2F7698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18" name="직선 연결선 351">
            <a:extLst>
              <a:ext uri="{FF2B5EF4-FFF2-40B4-BE49-F238E27FC236}">
                <a16:creationId xmlns:a16="http://schemas.microsoft.com/office/drawing/2014/main" id="{4C398042-E394-DE35-D9B6-F38CFC8960F6}"/>
              </a:ext>
            </a:extLst>
          </p:cNvPr>
          <p:cNvCxnSpPr>
            <a:cxnSpLocks/>
          </p:cNvCxnSpPr>
          <p:nvPr/>
        </p:nvCxnSpPr>
        <p:spPr>
          <a:xfrm>
            <a:off x="6839946" y="233047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2" name="직선 연결선 351">
            <a:extLst>
              <a:ext uri="{FF2B5EF4-FFF2-40B4-BE49-F238E27FC236}">
                <a16:creationId xmlns:a16="http://schemas.microsoft.com/office/drawing/2014/main" id="{46A776B9-7FF8-C1C5-1C77-2155F8331668}"/>
              </a:ext>
            </a:extLst>
          </p:cNvPr>
          <p:cNvCxnSpPr>
            <a:cxnSpLocks/>
          </p:cNvCxnSpPr>
          <p:nvPr/>
        </p:nvCxnSpPr>
        <p:spPr>
          <a:xfrm>
            <a:off x="6672712" y="233047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6" name="직사각형 1385">
            <a:extLst>
              <a:ext uri="{FF2B5EF4-FFF2-40B4-BE49-F238E27FC236}">
                <a16:creationId xmlns:a16="http://schemas.microsoft.com/office/drawing/2014/main" id="{9EB0B2BD-487F-A370-F3C5-62AC53BD076E}"/>
              </a:ext>
            </a:extLst>
          </p:cNvPr>
          <p:cNvSpPr>
            <a:spLocks/>
          </p:cNvSpPr>
          <p:nvPr/>
        </p:nvSpPr>
        <p:spPr>
          <a:xfrm>
            <a:off x="3570190" y="2821586"/>
            <a:ext cx="720000" cy="4320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charge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7" name="직사각형 1386">
            <a:extLst>
              <a:ext uri="{FF2B5EF4-FFF2-40B4-BE49-F238E27FC236}">
                <a16:creationId xmlns:a16="http://schemas.microsoft.com/office/drawing/2014/main" id="{4274554F-B12F-D051-D4A7-3265D6FF3D62}"/>
              </a:ext>
            </a:extLst>
          </p:cNvPr>
          <p:cNvSpPr>
            <a:spLocks/>
          </p:cNvSpPr>
          <p:nvPr/>
        </p:nvSpPr>
        <p:spPr>
          <a:xfrm>
            <a:off x="3570190" y="1341456"/>
            <a:ext cx="720000" cy="4320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8" name="직사각형 1387">
            <a:extLst>
              <a:ext uri="{FF2B5EF4-FFF2-40B4-BE49-F238E27FC236}">
                <a16:creationId xmlns:a16="http://schemas.microsoft.com/office/drawing/2014/main" id="{7B83961C-4D8A-26C9-13E6-791ECD3FA114}"/>
              </a:ext>
            </a:extLst>
          </p:cNvPr>
          <p:cNvSpPr>
            <a:spLocks/>
          </p:cNvSpPr>
          <p:nvPr/>
        </p:nvSpPr>
        <p:spPr>
          <a:xfrm>
            <a:off x="3570190" y="443315"/>
            <a:ext cx="720000" cy="4320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92" name="직선 연결선[R] 1391">
            <a:extLst>
              <a:ext uri="{FF2B5EF4-FFF2-40B4-BE49-F238E27FC236}">
                <a16:creationId xmlns:a16="http://schemas.microsoft.com/office/drawing/2014/main" id="{8AB5285D-D555-11D0-40DA-CB121ACEA27C}"/>
              </a:ext>
            </a:extLst>
          </p:cNvPr>
          <p:cNvCxnSpPr>
            <a:cxnSpLocks/>
            <a:stCxn id="942" idx="1"/>
            <a:endCxn id="1388" idx="3"/>
          </p:cNvCxnSpPr>
          <p:nvPr/>
        </p:nvCxnSpPr>
        <p:spPr>
          <a:xfrm flipH="1">
            <a:off x="4290190" y="656410"/>
            <a:ext cx="64580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5" name="직선 연결선[R] 1394">
            <a:extLst>
              <a:ext uri="{FF2B5EF4-FFF2-40B4-BE49-F238E27FC236}">
                <a16:creationId xmlns:a16="http://schemas.microsoft.com/office/drawing/2014/main" id="{D4DD6A21-A9EB-9E00-EC98-5D1AA776D3E1}"/>
              </a:ext>
            </a:extLst>
          </p:cNvPr>
          <p:cNvCxnSpPr>
            <a:cxnSpLocks/>
            <a:endCxn id="1386" idx="3"/>
          </p:cNvCxnSpPr>
          <p:nvPr/>
        </p:nvCxnSpPr>
        <p:spPr>
          <a:xfrm flipH="1">
            <a:off x="4290190" y="3037586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9" name="직선 연결선[R] 1398">
            <a:extLst>
              <a:ext uri="{FF2B5EF4-FFF2-40B4-BE49-F238E27FC236}">
                <a16:creationId xmlns:a16="http://schemas.microsoft.com/office/drawing/2014/main" id="{B9AC319A-EF69-2A66-BF8C-4C69CEB97937}"/>
              </a:ext>
            </a:extLst>
          </p:cNvPr>
          <p:cNvCxnSpPr>
            <a:cxnSpLocks/>
          </p:cNvCxnSpPr>
          <p:nvPr/>
        </p:nvCxnSpPr>
        <p:spPr>
          <a:xfrm flipV="1">
            <a:off x="6423576" y="2835791"/>
            <a:ext cx="0" cy="2083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4" name="그룹 1403">
            <a:extLst>
              <a:ext uri="{FF2B5EF4-FFF2-40B4-BE49-F238E27FC236}">
                <a16:creationId xmlns:a16="http://schemas.microsoft.com/office/drawing/2014/main" id="{5D9B036D-9487-6937-62E3-247EC9821B7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294442" y="2983651"/>
            <a:ext cx="57088" cy="108000"/>
            <a:chOff x="7604467" y="2108611"/>
            <a:chExt cx="122239" cy="239471"/>
          </a:xfrm>
        </p:grpSpPr>
        <p:grpSp>
          <p:nvGrpSpPr>
            <p:cNvPr id="1405" name="그룹 1404">
              <a:extLst>
                <a:ext uri="{FF2B5EF4-FFF2-40B4-BE49-F238E27FC236}">
                  <a16:creationId xmlns:a16="http://schemas.microsoft.com/office/drawing/2014/main" id="{14A30E3D-8870-AD68-8C1F-B383448ECF3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407" name="직선 연결선 359">
                <a:extLst>
                  <a:ext uri="{FF2B5EF4-FFF2-40B4-BE49-F238E27FC236}">
                    <a16:creationId xmlns:a16="http://schemas.microsoft.com/office/drawing/2014/main" id="{7227C686-6799-A233-4C6E-40375EFF7C1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8" name="직선 연결선 360">
                <a:extLst>
                  <a:ext uri="{FF2B5EF4-FFF2-40B4-BE49-F238E27FC236}">
                    <a16:creationId xmlns:a16="http://schemas.microsoft.com/office/drawing/2014/main" id="{3AA851A6-73BA-F482-3144-7700C760C07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9" name="직선 연결선 361">
                <a:extLst>
                  <a:ext uri="{FF2B5EF4-FFF2-40B4-BE49-F238E27FC236}">
                    <a16:creationId xmlns:a16="http://schemas.microsoft.com/office/drawing/2014/main" id="{502B41A5-2131-870B-AE2B-10841AA4614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06" name="직선 연결선 363">
              <a:extLst>
                <a:ext uri="{FF2B5EF4-FFF2-40B4-BE49-F238E27FC236}">
                  <a16:creationId xmlns:a16="http://schemas.microsoft.com/office/drawing/2014/main" id="{5BF6495E-6766-2786-B178-E004DA14BD50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10" name="직선 연결선 351">
            <a:extLst>
              <a:ext uri="{FF2B5EF4-FFF2-40B4-BE49-F238E27FC236}">
                <a16:creationId xmlns:a16="http://schemas.microsoft.com/office/drawing/2014/main" id="{2F0ECB4A-82F1-785D-181B-E1948E1D42AE}"/>
              </a:ext>
            </a:extLst>
          </p:cNvPr>
          <p:cNvCxnSpPr>
            <a:cxnSpLocks/>
          </p:cNvCxnSpPr>
          <p:nvPr/>
        </p:nvCxnSpPr>
        <p:spPr>
          <a:xfrm>
            <a:off x="6373196" y="290760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1" name="직선 연결선[R] 1410">
            <a:extLst>
              <a:ext uri="{FF2B5EF4-FFF2-40B4-BE49-F238E27FC236}">
                <a16:creationId xmlns:a16="http://schemas.microsoft.com/office/drawing/2014/main" id="{D7497886-D634-3956-89CD-1E0DDB872DA2}"/>
              </a:ext>
            </a:extLst>
          </p:cNvPr>
          <p:cNvCxnSpPr>
            <a:cxnSpLocks/>
            <a:endCxn id="1387" idx="3"/>
          </p:cNvCxnSpPr>
          <p:nvPr/>
        </p:nvCxnSpPr>
        <p:spPr>
          <a:xfrm flipH="1">
            <a:off x="4290190" y="1557456"/>
            <a:ext cx="7443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4" name="직선 연결선[R] 1413">
            <a:extLst>
              <a:ext uri="{FF2B5EF4-FFF2-40B4-BE49-F238E27FC236}">
                <a16:creationId xmlns:a16="http://schemas.microsoft.com/office/drawing/2014/main" id="{705ADA2F-F0EF-CCC4-EBB8-04253EE9596F}"/>
              </a:ext>
            </a:extLst>
          </p:cNvPr>
          <p:cNvCxnSpPr>
            <a:cxnSpLocks/>
          </p:cNvCxnSpPr>
          <p:nvPr/>
        </p:nvCxnSpPr>
        <p:spPr>
          <a:xfrm flipV="1">
            <a:off x="5033421" y="1558701"/>
            <a:ext cx="0" cy="2915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16" name="그룹 1415">
            <a:extLst>
              <a:ext uri="{FF2B5EF4-FFF2-40B4-BE49-F238E27FC236}">
                <a16:creationId xmlns:a16="http://schemas.microsoft.com/office/drawing/2014/main" id="{E6EB6F67-F0DD-96B2-C257-05B470B890B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290190" y="1502410"/>
            <a:ext cx="148067" cy="108000"/>
            <a:chOff x="7409659" y="2902132"/>
            <a:chExt cx="317047" cy="239471"/>
          </a:xfrm>
        </p:grpSpPr>
        <p:grpSp>
          <p:nvGrpSpPr>
            <p:cNvPr id="1417" name="그룹 1416">
              <a:extLst>
                <a:ext uri="{FF2B5EF4-FFF2-40B4-BE49-F238E27FC236}">
                  <a16:creationId xmlns:a16="http://schemas.microsoft.com/office/drawing/2014/main" id="{1B787E81-9FED-4E19-FED3-8842D0CCE87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0" name="직선 연결선 322">
                <a:extLst>
                  <a:ext uri="{FF2B5EF4-FFF2-40B4-BE49-F238E27FC236}">
                    <a16:creationId xmlns:a16="http://schemas.microsoft.com/office/drawing/2014/main" id="{52FE6899-5E8A-5FFD-DB3D-40D2E3FA724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1" name="직선 연결선 323">
                <a:extLst>
                  <a:ext uri="{FF2B5EF4-FFF2-40B4-BE49-F238E27FC236}">
                    <a16:creationId xmlns:a16="http://schemas.microsoft.com/office/drawing/2014/main" id="{91524B14-2F0C-8DB2-D741-DA1AC9C0536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2" name="직선 연결선 324">
                <a:extLst>
                  <a:ext uri="{FF2B5EF4-FFF2-40B4-BE49-F238E27FC236}">
                    <a16:creationId xmlns:a16="http://schemas.microsoft.com/office/drawing/2014/main" id="{95B1DB1D-344A-307E-75B9-03310727733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18" name="직선 연결선 326">
              <a:extLst>
                <a:ext uri="{FF2B5EF4-FFF2-40B4-BE49-F238E27FC236}">
                  <a16:creationId xmlns:a16="http://schemas.microsoft.com/office/drawing/2014/main" id="{DD2D491D-2DDD-DF7E-89E8-0A30EDFB033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19" name="타원 1418">
              <a:extLst>
                <a:ext uri="{FF2B5EF4-FFF2-40B4-BE49-F238E27FC236}">
                  <a16:creationId xmlns:a16="http://schemas.microsoft.com/office/drawing/2014/main" id="{0DE5CD59-4CA3-7A38-6E63-A61C1537808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23" name="직선 연결선 351">
            <a:extLst>
              <a:ext uri="{FF2B5EF4-FFF2-40B4-BE49-F238E27FC236}">
                <a16:creationId xmlns:a16="http://schemas.microsoft.com/office/drawing/2014/main" id="{66870A9D-A55F-43EF-1B61-14D305795C4B}"/>
              </a:ext>
            </a:extLst>
          </p:cNvPr>
          <p:cNvCxnSpPr>
            <a:cxnSpLocks/>
          </p:cNvCxnSpPr>
          <p:nvPr/>
        </p:nvCxnSpPr>
        <p:spPr>
          <a:xfrm>
            <a:off x="4981027" y="178828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4" name="직선 연결선 351">
            <a:extLst>
              <a:ext uri="{FF2B5EF4-FFF2-40B4-BE49-F238E27FC236}">
                <a16:creationId xmlns:a16="http://schemas.microsoft.com/office/drawing/2014/main" id="{136B676B-91F3-1FED-B144-D7C820C02BD6}"/>
              </a:ext>
            </a:extLst>
          </p:cNvPr>
          <p:cNvCxnSpPr>
            <a:cxnSpLocks/>
          </p:cNvCxnSpPr>
          <p:nvPr/>
        </p:nvCxnSpPr>
        <p:spPr>
          <a:xfrm>
            <a:off x="4882815" y="60308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25" name="그룹 1424">
            <a:extLst>
              <a:ext uri="{FF2B5EF4-FFF2-40B4-BE49-F238E27FC236}">
                <a16:creationId xmlns:a16="http://schemas.microsoft.com/office/drawing/2014/main" id="{5A306CDB-0A7F-4AE9-B9A0-C021389DC2C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290190" y="606105"/>
            <a:ext cx="148067" cy="108000"/>
            <a:chOff x="7409659" y="2902132"/>
            <a:chExt cx="317047" cy="239471"/>
          </a:xfrm>
        </p:grpSpPr>
        <p:grpSp>
          <p:nvGrpSpPr>
            <p:cNvPr id="1426" name="그룹 1425">
              <a:extLst>
                <a:ext uri="{FF2B5EF4-FFF2-40B4-BE49-F238E27FC236}">
                  <a16:creationId xmlns:a16="http://schemas.microsoft.com/office/drawing/2014/main" id="{4C7E718E-AC96-DACB-D74E-DDBF6AD58B3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9" name="직선 연결선 322">
                <a:extLst>
                  <a:ext uri="{FF2B5EF4-FFF2-40B4-BE49-F238E27FC236}">
                    <a16:creationId xmlns:a16="http://schemas.microsoft.com/office/drawing/2014/main" id="{B3A4B472-2192-6859-D3C9-D3AA83B3FE0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0" name="직선 연결선 323">
                <a:extLst>
                  <a:ext uri="{FF2B5EF4-FFF2-40B4-BE49-F238E27FC236}">
                    <a16:creationId xmlns:a16="http://schemas.microsoft.com/office/drawing/2014/main" id="{38D7B01D-3E54-CEF3-F641-2B64EBC5179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1" name="직선 연결선 324">
                <a:extLst>
                  <a:ext uri="{FF2B5EF4-FFF2-40B4-BE49-F238E27FC236}">
                    <a16:creationId xmlns:a16="http://schemas.microsoft.com/office/drawing/2014/main" id="{43D1E881-5CCE-78AA-88DF-2E439F2C1AB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7" name="직선 연결선 326">
              <a:extLst>
                <a:ext uri="{FF2B5EF4-FFF2-40B4-BE49-F238E27FC236}">
                  <a16:creationId xmlns:a16="http://schemas.microsoft.com/office/drawing/2014/main" id="{F37CAE8F-95F4-F943-6168-CB97638736D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28" name="타원 1427">
              <a:extLst>
                <a:ext uri="{FF2B5EF4-FFF2-40B4-BE49-F238E27FC236}">
                  <a16:creationId xmlns:a16="http://schemas.microsoft.com/office/drawing/2014/main" id="{A38A9243-716E-CD14-F3DD-744439F3E7C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32" name="직선 연결선[R] 1431">
            <a:extLst>
              <a:ext uri="{FF2B5EF4-FFF2-40B4-BE49-F238E27FC236}">
                <a16:creationId xmlns:a16="http://schemas.microsoft.com/office/drawing/2014/main" id="{E6472008-0483-31AE-2EDF-E18EFB2CC5EA}"/>
              </a:ext>
            </a:extLst>
          </p:cNvPr>
          <p:cNvCxnSpPr>
            <a:cxnSpLocks/>
            <a:stCxn id="1388" idx="1"/>
          </p:cNvCxnSpPr>
          <p:nvPr/>
        </p:nvCxnSpPr>
        <p:spPr>
          <a:xfrm flipH="1">
            <a:off x="3155258" y="659315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5" name="직선 연결선[R] 1434">
            <a:extLst>
              <a:ext uri="{FF2B5EF4-FFF2-40B4-BE49-F238E27FC236}">
                <a16:creationId xmlns:a16="http://schemas.microsoft.com/office/drawing/2014/main" id="{6E52D19E-B045-8BB6-01E2-BCC4C50AF3C5}"/>
              </a:ext>
            </a:extLst>
          </p:cNvPr>
          <p:cNvCxnSpPr>
            <a:cxnSpLocks/>
          </p:cNvCxnSpPr>
          <p:nvPr/>
        </p:nvCxnSpPr>
        <p:spPr>
          <a:xfrm flipV="1">
            <a:off x="3155870" y="663402"/>
            <a:ext cx="0" cy="246859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8" name="직선 연결선[R] 1437">
            <a:extLst>
              <a:ext uri="{FF2B5EF4-FFF2-40B4-BE49-F238E27FC236}">
                <a16:creationId xmlns:a16="http://schemas.microsoft.com/office/drawing/2014/main" id="{CC48A1B2-38AB-928E-FD57-C7EE1B17D76E}"/>
              </a:ext>
            </a:extLst>
          </p:cNvPr>
          <p:cNvCxnSpPr>
            <a:cxnSpLocks/>
          </p:cNvCxnSpPr>
          <p:nvPr/>
        </p:nvCxnSpPr>
        <p:spPr>
          <a:xfrm flipH="1">
            <a:off x="3155258" y="3131371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41" name="그룹 1440">
            <a:extLst>
              <a:ext uri="{FF2B5EF4-FFF2-40B4-BE49-F238E27FC236}">
                <a16:creationId xmlns:a16="http://schemas.microsoft.com/office/drawing/2014/main" id="{AC7C4D94-78D4-0357-D7D5-1C22F7F5EAC2}"/>
              </a:ext>
            </a:extLst>
          </p:cNvPr>
          <p:cNvGrpSpPr>
            <a:grpSpLocks noChangeAspect="1"/>
          </p:cNvGrpSpPr>
          <p:nvPr/>
        </p:nvGrpSpPr>
        <p:grpSpPr>
          <a:xfrm>
            <a:off x="3422123" y="603080"/>
            <a:ext cx="148067" cy="108000"/>
            <a:chOff x="7409659" y="2902132"/>
            <a:chExt cx="317047" cy="239471"/>
          </a:xfrm>
        </p:grpSpPr>
        <p:grpSp>
          <p:nvGrpSpPr>
            <p:cNvPr id="1442" name="그룹 1441">
              <a:extLst>
                <a:ext uri="{FF2B5EF4-FFF2-40B4-BE49-F238E27FC236}">
                  <a16:creationId xmlns:a16="http://schemas.microsoft.com/office/drawing/2014/main" id="{D4FAF592-A9F3-EE14-1BEF-512705AD634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45" name="직선 연결선 322">
                <a:extLst>
                  <a:ext uri="{FF2B5EF4-FFF2-40B4-BE49-F238E27FC236}">
                    <a16:creationId xmlns:a16="http://schemas.microsoft.com/office/drawing/2014/main" id="{4869B02B-4AC9-EE7E-227B-C3FBAF1918A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6" name="직선 연결선 323">
                <a:extLst>
                  <a:ext uri="{FF2B5EF4-FFF2-40B4-BE49-F238E27FC236}">
                    <a16:creationId xmlns:a16="http://schemas.microsoft.com/office/drawing/2014/main" id="{B0A22505-E98A-725B-69B3-7306959BE22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7" name="직선 연결선 324">
                <a:extLst>
                  <a:ext uri="{FF2B5EF4-FFF2-40B4-BE49-F238E27FC236}">
                    <a16:creationId xmlns:a16="http://schemas.microsoft.com/office/drawing/2014/main" id="{EBCD23E2-7414-87AB-D60A-412EC67EDDF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43" name="직선 연결선 326">
              <a:extLst>
                <a:ext uri="{FF2B5EF4-FFF2-40B4-BE49-F238E27FC236}">
                  <a16:creationId xmlns:a16="http://schemas.microsoft.com/office/drawing/2014/main" id="{A5D0E4E4-A330-621A-224B-8F8D928B671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44" name="타원 1443">
              <a:extLst>
                <a:ext uri="{FF2B5EF4-FFF2-40B4-BE49-F238E27FC236}">
                  <a16:creationId xmlns:a16="http://schemas.microsoft.com/office/drawing/2014/main" id="{C1BED141-B43A-AB85-623F-4329B34B444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48" name="직선 연결선 351">
            <a:extLst>
              <a:ext uri="{FF2B5EF4-FFF2-40B4-BE49-F238E27FC236}">
                <a16:creationId xmlns:a16="http://schemas.microsoft.com/office/drawing/2014/main" id="{5A3A5D7C-26F2-6B94-BCB7-9E0FD27D3D25}"/>
              </a:ext>
            </a:extLst>
          </p:cNvPr>
          <p:cNvCxnSpPr>
            <a:cxnSpLocks/>
          </p:cNvCxnSpPr>
          <p:nvPr/>
        </p:nvCxnSpPr>
        <p:spPr>
          <a:xfrm>
            <a:off x="3510654" y="3087524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9" name="직선 연결선[R] 1448">
            <a:extLst>
              <a:ext uri="{FF2B5EF4-FFF2-40B4-BE49-F238E27FC236}">
                <a16:creationId xmlns:a16="http://schemas.microsoft.com/office/drawing/2014/main" id="{17BCE78E-9E10-2B38-4A49-D46AC0D0B66D}"/>
              </a:ext>
            </a:extLst>
          </p:cNvPr>
          <p:cNvCxnSpPr>
            <a:cxnSpLocks/>
            <a:stCxn id="1387" idx="0"/>
            <a:endCxn id="1388" idx="2"/>
          </p:cNvCxnSpPr>
          <p:nvPr/>
        </p:nvCxnSpPr>
        <p:spPr>
          <a:xfrm flipV="1">
            <a:off x="3930190" y="875315"/>
            <a:ext cx="0" cy="46614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2" name="그룹 1451">
            <a:extLst>
              <a:ext uri="{FF2B5EF4-FFF2-40B4-BE49-F238E27FC236}">
                <a16:creationId xmlns:a16="http://schemas.microsoft.com/office/drawing/2014/main" id="{C5BF3D28-BE4E-C36A-B8AB-7700904F4DEB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3856157" y="899456"/>
            <a:ext cx="148067" cy="108000"/>
            <a:chOff x="7409659" y="2902132"/>
            <a:chExt cx="317047" cy="239471"/>
          </a:xfrm>
        </p:grpSpPr>
        <p:grpSp>
          <p:nvGrpSpPr>
            <p:cNvPr id="1453" name="그룹 1452">
              <a:extLst>
                <a:ext uri="{FF2B5EF4-FFF2-40B4-BE49-F238E27FC236}">
                  <a16:creationId xmlns:a16="http://schemas.microsoft.com/office/drawing/2014/main" id="{DDD053E4-796B-DF28-2A8D-B2F63C08C93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56" name="직선 연결선 322">
                <a:extLst>
                  <a:ext uri="{FF2B5EF4-FFF2-40B4-BE49-F238E27FC236}">
                    <a16:creationId xmlns:a16="http://schemas.microsoft.com/office/drawing/2014/main" id="{73FECCE1-DCAE-AEF4-7FE6-504470B2AB2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7" name="직선 연결선 323">
                <a:extLst>
                  <a:ext uri="{FF2B5EF4-FFF2-40B4-BE49-F238E27FC236}">
                    <a16:creationId xmlns:a16="http://schemas.microsoft.com/office/drawing/2014/main" id="{60F8E135-4DC6-3705-82EA-798F51628E2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8" name="직선 연결선 324">
                <a:extLst>
                  <a:ext uri="{FF2B5EF4-FFF2-40B4-BE49-F238E27FC236}">
                    <a16:creationId xmlns:a16="http://schemas.microsoft.com/office/drawing/2014/main" id="{F5A1E7AC-5A06-E61C-60C0-8A65F529BC3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54" name="직선 연결선 326">
              <a:extLst>
                <a:ext uri="{FF2B5EF4-FFF2-40B4-BE49-F238E27FC236}">
                  <a16:creationId xmlns:a16="http://schemas.microsoft.com/office/drawing/2014/main" id="{F38E2F32-67AD-F2A9-7B87-67DADDDA39D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55" name="타원 1454">
              <a:extLst>
                <a:ext uri="{FF2B5EF4-FFF2-40B4-BE49-F238E27FC236}">
                  <a16:creationId xmlns:a16="http://schemas.microsoft.com/office/drawing/2014/main" id="{5640B5E1-6ECC-83EF-0C81-8A84C369840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43" name="그룹 1642">
            <a:extLst>
              <a:ext uri="{FF2B5EF4-FFF2-40B4-BE49-F238E27FC236}">
                <a16:creationId xmlns:a16="http://schemas.microsoft.com/office/drawing/2014/main" id="{F858EBAF-0A1B-F04C-8FA2-BA7E102E9593}"/>
              </a:ext>
            </a:extLst>
          </p:cNvPr>
          <p:cNvGrpSpPr>
            <a:grpSpLocks noChangeAspect="1"/>
          </p:cNvGrpSpPr>
          <p:nvPr/>
        </p:nvGrpSpPr>
        <p:grpSpPr>
          <a:xfrm>
            <a:off x="8862687" y="4458879"/>
            <a:ext cx="148067" cy="108000"/>
            <a:chOff x="7409659" y="2902132"/>
            <a:chExt cx="317047" cy="239471"/>
          </a:xfrm>
        </p:grpSpPr>
        <p:grpSp>
          <p:nvGrpSpPr>
            <p:cNvPr id="1644" name="그룹 1643">
              <a:extLst>
                <a:ext uri="{FF2B5EF4-FFF2-40B4-BE49-F238E27FC236}">
                  <a16:creationId xmlns:a16="http://schemas.microsoft.com/office/drawing/2014/main" id="{7682A14F-7794-7455-B5A7-147AD20B4E9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47" name="직선 연결선 322">
                <a:extLst>
                  <a:ext uri="{FF2B5EF4-FFF2-40B4-BE49-F238E27FC236}">
                    <a16:creationId xmlns:a16="http://schemas.microsoft.com/office/drawing/2014/main" id="{051B0AA6-E919-9E4D-0F6D-1E3CD4F3AAD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8" name="직선 연결선 323">
                <a:extLst>
                  <a:ext uri="{FF2B5EF4-FFF2-40B4-BE49-F238E27FC236}">
                    <a16:creationId xmlns:a16="http://schemas.microsoft.com/office/drawing/2014/main" id="{B9642AD8-AB90-1C2A-E7CA-B921A64638E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9" name="직선 연결선 324">
                <a:extLst>
                  <a:ext uri="{FF2B5EF4-FFF2-40B4-BE49-F238E27FC236}">
                    <a16:creationId xmlns:a16="http://schemas.microsoft.com/office/drawing/2014/main" id="{AB8E7902-C4E5-487F-E6A2-655698D6B4B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45" name="직선 연결선 326">
              <a:extLst>
                <a:ext uri="{FF2B5EF4-FFF2-40B4-BE49-F238E27FC236}">
                  <a16:creationId xmlns:a16="http://schemas.microsoft.com/office/drawing/2014/main" id="{8091EABE-8278-BBE4-9C6B-E7FF077D7E0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6" name="타원 1645">
              <a:extLst>
                <a:ext uri="{FF2B5EF4-FFF2-40B4-BE49-F238E27FC236}">
                  <a16:creationId xmlns:a16="http://schemas.microsoft.com/office/drawing/2014/main" id="{EA7605A3-1243-173E-B7F2-B89E6EA4E38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66" name="그룹 1665">
            <a:extLst>
              <a:ext uri="{FF2B5EF4-FFF2-40B4-BE49-F238E27FC236}">
                <a16:creationId xmlns:a16="http://schemas.microsoft.com/office/drawing/2014/main" id="{51D0C40A-B76A-A0EB-0DE4-08FC787780E8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6662838" y="2846234"/>
            <a:ext cx="148067" cy="108000"/>
            <a:chOff x="7409659" y="2902132"/>
            <a:chExt cx="317047" cy="239471"/>
          </a:xfrm>
        </p:grpSpPr>
        <p:grpSp>
          <p:nvGrpSpPr>
            <p:cNvPr id="1667" name="그룹 1666">
              <a:extLst>
                <a:ext uri="{FF2B5EF4-FFF2-40B4-BE49-F238E27FC236}">
                  <a16:creationId xmlns:a16="http://schemas.microsoft.com/office/drawing/2014/main" id="{D6385777-9487-4B2D-620F-A812B824C54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70" name="직선 연결선 322">
                <a:extLst>
                  <a:ext uri="{FF2B5EF4-FFF2-40B4-BE49-F238E27FC236}">
                    <a16:creationId xmlns:a16="http://schemas.microsoft.com/office/drawing/2014/main" id="{047F0999-18CC-FA5D-9BC5-44366ADF7F8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1" name="직선 연결선 323">
                <a:extLst>
                  <a:ext uri="{FF2B5EF4-FFF2-40B4-BE49-F238E27FC236}">
                    <a16:creationId xmlns:a16="http://schemas.microsoft.com/office/drawing/2014/main" id="{1A0C0CD7-02A0-1262-095B-0E9976A74EC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2" name="직선 연결선 324">
                <a:extLst>
                  <a:ext uri="{FF2B5EF4-FFF2-40B4-BE49-F238E27FC236}">
                    <a16:creationId xmlns:a16="http://schemas.microsoft.com/office/drawing/2014/main" id="{79F21A7F-4323-BA3D-F7D4-8DB00F3E7A3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8" name="직선 연결선 326">
              <a:extLst>
                <a:ext uri="{FF2B5EF4-FFF2-40B4-BE49-F238E27FC236}">
                  <a16:creationId xmlns:a16="http://schemas.microsoft.com/office/drawing/2014/main" id="{12B5BEFE-194E-4B37-C594-E5B093B9611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9" name="타원 1668">
              <a:extLst>
                <a:ext uri="{FF2B5EF4-FFF2-40B4-BE49-F238E27FC236}">
                  <a16:creationId xmlns:a16="http://schemas.microsoft.com/office/drawing/2014/main" id="{D69CCFB3-875D-B8D0-5B1E-D73177C25AD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76" name="그룹 1675">
            <a:extLst>
              <a:ext uri="{FF2B5EF4-FFF2-40B4-BE49-F238E27FC236}">
                <a16:creationId xmlns:a16="http://schemas.microsoft.com/office/drawing/2014/main" id="{C576488F-2E14-AB05-FF1D-B2493BE1DDBE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010472" y="2558141"/>
            <a:ext cx="148067" cy="108000"/>
            <a:chOff x="7409659" y="2902132"/>
            <a:chExt cx="317047" cy="239471"/>
          </a:xfrm>
        </p:grpSpPr>
        <p:grpSp>
          <p:nvGrpSpPr>
            <p:cNvPr id="1677" name="그룹 1676">
              <a:extLst>
                <a:ext uri="{FF2B5EF4-FFF2-40B4-BE49-F238E27FC236}">
                  <a16:creationId xmlns:a16="http://schemas.microsoft.com/office/drawing/2014/main" id="{F7A90599-08A0-5C78-233C-6CADAC8D74B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0" name="직선 연결선 322">
                <a:extLst>
                  <a:ext uri="{FF2B5EF4-FFF2-40B4-BE49-F238E27FC236}">
                    <a16:creationId xmlns:a16="http://schemas.microsoft.com/office/drawing/2014/main" id="{206C6030-2426-7E19-0CA7-5CC9FFC8615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1" name="직선 연결선 323">
                <a:extLst>
                  <a:ext uri="{FF2B5EF4-FFF2-40B4-BE49-F238E27FC236}">
                    <a16:creationId xmlns:a16="http://schemas.microsoft.com/office/drawing/2014/main" id="{35BE3E78-8C35-0396-CF24-42721E579B9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2" name="직선 연결선 324">
                <a:extLst>
                  <a:ext uri="{FF2B5EF4-FFF2-40B4-BE49-F238E27FC236}">
                    <a16:creationId xmlns:a16="http://schemas.microsoft.com/office/drawing/2014/main" id="{7AC63360-2534-CA39-1C3D-C4329A935B3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78" name="직선 연결선 326">
              <a:extLst>
                <a:ext uri="{FF2B5EF4-FFF2-40B4-BE49-F238E27FC236}">
                  <a16:creationId xmlns:a16="http://schemas.microsoft.com/office/drawing/2014/main" id="{884132AC-B6CD-E8BD-C189-BBF768861B4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79" name="타원 1678">
              <a:extLst>
                <a:ext uri="{FF2B5EF4-FFF2-40B4-BE49-F238E27FC236}">
                  <a16:creationId xmlns:a16="http://schemas.microsoft.com/office/drawing/2014/main" id="{31A992A0-F899-0E15-ED11-9991EE70219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92" name="그룹 1691">
            <a:extLst>
              <a:ext uri="{FF2B5EF4-FFF2-40B4-BE49-F238E27FC236}">
                <a16:creationId xmlns:a16="http://schemas.microsoft.com/office/drawing/2014/main" id="{6CFF3972-6477-807E-0950-433D8E528A47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066206" y="3722533"/>
            <a:ext cx="148067" cy="108000"/>
            <a:chOff x="7409659" y="2902132"/>
            <a:chExt cx="317047" cy="239471"/>
          </a:xfrm>
        </p:grpSpPr>
        <p:grpSp>
          <p:nvGrpSpPr>
            <p:cNvPr id="1693" name="그룹 1692">
              <a:extLst>
                <a:ext uri="{FF2B5EF4-FFF2-40B4-BE49-F238E27FC236}">
                  <a16:creationId xmlns:a16="http://schemas.microsoft.com/office/drawing/2014/main" id="{5685E4B5-741F-A70A-501A-EC8514D1100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96" name="직선 연결선 322">
                <a:extLst>
                  <a:ext uri="{FF2B5EF4-FFF2-40B4-BE49-F238E27FC236}">
                    <a16:creationId xmlns:a16="http://schemas.microsoft.com/office/drawing/2014/main" id="{ED7B0F8C-0B51-833F-F85D-C5F0E903919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7" name="직선 연결선 323">
                <a:extLst>
                  <a:ext uri="{FF2B5EF4-FFF2-40B4-BE49-F238E27FC236}">
                    <a16:creationId xmlns:a16="http://schemas.microsoft.com/office/drawing/2014/main" id="{CED1B1FD-CDA9-E42C-F017-5F79D74450D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8" name="직선 연결선 324">
                <a:extLst>
                  <a:ext uri="{FF2B5EF4-FFF2-40B4-BE49-F238E27FC236}">
                    <a16:creationId xmlns:a16="http://schemas.microsoft.com/office/drawing/2014/main" id="{21FE3FFF-FE10-3747-0104-777033632A7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94" name="직선 연결선 326">
              <a:extLst>
                <a:ext uri="{FF2B5EF4-FFF2-40B4-BE49-F238E27FC236}">
                  <a16:creationId xmlns:a16="http://schemas.microsoft.com/office/drawing/2014/main" id="{37EB8AB0-A5F7-5DB4-E538-90A3DEE9464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95" name="타원 1694">
              <a:extLst>
                <a:ext uri="{FF2B5EF4-FFF2-40B4-BE49-F238E27FC236}">
                  <a16:creationId xmlns:a16="http://schemas.microsoft.com/office/drawing/2014/main" id="{7E0E5900-75A8-BA46-F9ED-26A1339885A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23" name="그룹 1722">
            <a:extLst>
              <a:ext uri="{FF2B5EF4-FFF2-40B4-BE49-F238E27FC236}">
                <a16:creationId xmlns:a16="http://schemas.microsoft.com/office/drawing/2014/main" id="{00DDD546-63D9-AEC4-3B8A-0575C8554A8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650056" y="2014122"/>
            <a:ext cx="148067" cy="108000"/>
            <a:chOff x="7409659" y="2902132"/>
            <a:chExt cx="317047" cy="239471"/>
          </a:xfrm>
        </p:grpSpPr>
        <p:grpSp>
          <p:nvGrpSpPr>
            <p:cNvPr id="1724" name="그룹 1723">
              <a:extLst>
                <a:ext uri="{FF2B5EF4-FFF2-40B4-BE49-F238E27FC236}">
                  <a16:creationId xmlns:a16="http://schemas.microsoft.com/office/drawing/2014/main" id="{7D444174-CD86-6A39-B537-00E1CC1E95A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7" name="직선 연결선 322">
                <a:extLst>
                  <a:ext uri="{FF2B5EF4-FFF2-40B4-BE49-F238E27FC236}">
                    <a16:creationId xmlns:a16="http://schemas.microsoft.com/office/drawing/2014/main" id="{624A55D1-B3A9-C327-423C-7AA25444964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8" name="직선 연결선 323">
                <a:extLst>
                  <a:ext uri="{FF2B5EF4-FFF2-40B4-BE49-F238E27FC236}">
                    <a16:creationId xmlns:a16="http://schemas.microsoft.com/office/drawing/2014/main" id="{953B1050-9B6C-C7D2-A0E6-4A3785B407E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9" name="직선 연결선 324">
                <a:extLst>
                  <a:ext uri="{FF2B5EF4-FFF2-40B4-BE49-F238E27FC236}">
                    <a16:creationId xmlns:a16="http://schemas.microsoft.com/office/drawing/2014/main" id="{D0D887E5-0D0D-0CCD-D785-DAAC949CC18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25" name="직선 연결선 326">
              <a:extLst>
                <a:ext uri="{FF2B5EF4-FFF2-40B4-BE49-F238E27FC236}">
                  <a16:creationId xmlns:a16="http://schemas.microsoft.com/office/drawing/2014/main" id="{B2962BAE-0296-7F18-B393-EDE40BEAF63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26" name="타원 1725">
              <a:extLst>
                <a:ext uri="{FF2B5EF4-FFF2-40B4-BE49-F238E27FC236}">
                  <a16:creationId xmlns:a16="http://schemas.microsoft.com/office/drawing/2014/main" id="{8089BA42-03CC-0027-35A0-16E81BC1BCC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32" name="직선 연결선[R] 1731">
            <a:extLst>
              <a:ext uri="{FF2B5EF4-FFF2-40B4-BE49-F238E27FC236}">
                <a16:creationId xmlns:a16="http://schemas.microsoft.com/office/drawing/2014/main" id="{495AD3F2-11E1-61B6-D0F2-E74B252784B2}"/>
              </a:ext>
            </a:extLst>
          </p:cNvPr>
          <p:cNvCxnSpPr>
            <a:cxnSpLocks/>
            <a:stCxn id="1387" idx="1"/>
          </p:cNvCxnSpPr>
          <p:nvPr/>
        </p:nvCxnSpPr>
        <p:spPr>
          <a:xfrm flipH="1">
            <a:off x="3301797" y="1557456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7" name="직선 연결선[R] 1736">
            <a:extLst>
              <a:ext uri="{FF2B5EF4-FFF2-40B4-BE49-F238E27FC236}">
                <a16:creationId xmlns:a16="http://schemas.microsoft.com/office/drawing/2014/main" id="{5F37CEA0-CAAA-38D4-8DCD-5A6C6D5D84AA}"/>
              </a:ext>
            </a:extLst>
          </p:cNvPr>
          <p:cNvCxnSpPr>
            <a:cxnSpLocks/>
          </p:cNvCxnSpPr>
          <p:nvPr/>
        </p:nvCxnSpPr>
        <p:spPr>
          <a:xfrm flipH="1">
            <a:off x="3301797" y="2975948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8" name="직선 연결선[R] 1737">
            <a:extLst>
              <a:ext uri="{FF2B5EF4-FFF2-40B4-BE49-F238E27FC236}">
                <a16:creationId xmlns:a16="http://schemas.microsoft.com/office/drawing/2014/main" id="{846FFD79-1AF9-CFAD-2997-7C9A048FC8E0}"/>
              </a:ext>
            </a:extLst>
          </p:cNvPr>
          <p:cNvCxnSpPr>
            <a:cxnSpLocks/>
          </p:cNvCxnSpPr>
          <p:nvPr/>
        </p:nvCxnSpPr>
        <p:spPr>
          <a:xfrm flipV="1">
            <a:off x="3308270" y="1561106"/>
            <a:ext cx="0" cy="141849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1" name="그룹 1740">
            <a:extLst>
              <a:ext uri="{FF2B5EF4-FFF2-40B4-BE49-F238E27FC236}">
                <a16:creationId xmlns:a16="http://schemas.microsoft.com/office/drawing/2014/main" id="{14860187-5558-F5A1-26C0-4C598AE9F354}"/>
              </a:ext>
            </a:extLst>
          </p:cNvPr>
          <p:cNvGrpSpPr>
            <a:grpSpLocks noChangeAspect="1"/>
          </p:cNvGrpSpPr>
          <p:nvPr/>
        </p:nvGrpSpPr>
        <p:grpSpPr>
          <a:xfrm>
            <a:off x="3422123" y="1508068"/>
            <a:ext cx="148067" cy="108000"/>
            <a:chOff x="7409659" y="2902132"/>
            <a:chExt cx="317047" cy="239471"/>
          </a:xfrm>
        </p:grpSpPr>
        <p:grpSp>
          <p:nvGrpSpPr>
            <p:cNvPr id="1742" name="그룹 1741">
              <a:extLst>
                <a:ext uri="{FF2B5EF4-FFF2-40B4-BE49-F238E27FC236}">
                  <a16:creationId xmlns:a16="http://schemas.microsoft.com/office/drawing/2014/main" id="{53AAC561-41B7-D63E-1D06-6F5781B0DEC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45" name="직선 연결선 322">
                <a:extLst>
                  <a:ext uri="{FF2B5EF4-FFF2-40B4-BE49-F238E27FC236}">
                    <a16:creationId xmlns:a16="http://schemas.microsoft.com/office/drawing/2014/main" id="{A70BBD05-BE05-F431-BFF6-ECF7D0954FA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6" name="직선 연결선 323">
                <a:extLst>
                  <a:ext uri="{FF2B5EF4-FFF2-40B4-BE49-F238E27FC236}">
                    <a16:creationId xmlns:a16="http://schemas.microsoft.com/office/drawing/2014/main" id="{8307B890-0632-458D-DC90-50BFB44EFDF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7" name="직선 연결선 324">
                <a:extLst>
                  <a:ext uri="{FF2B5EF4-FFF2-40B4-BE49-F238E27FC236}">
                    <a16:creationId xmlns:a16="http://schemas.microsoft.com/office/drawing/2014/main" id="{D3AF2C02-3535-1221-99E9-9BC07605FCE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43" name="직선 연결선 326">
              <a:extLst>
                <a:ext uri="{FF2B5EF4-FFF2-40B4-BE49-F238E27FC236}">
                  <a16:creationId xmlns:a16="http://schemas.microsoft.com/office/drawing/2014/main" id="{B26557F1-42A2-5A95-7C05-A32605C9AE8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44" name="타원 1743">
              <a:extLst>
                <a:ext uri="{FF2B5EF4-FFF2-40B4-BE49-F238E27FC236}">
                  <a16:creationId xmlns:a16="http://schemas.microsoft.com/office/drawing/2014/main" id="{B4956342-1FFE-29D8-F0D7-DAF2D20DE68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48" name="직선 연결선 351">
            <a:extLst>
              <a:ext uri="{FF2B5EF4-FFF2-40B4-BE49-F238E27FC236}">
                <a16:creationId xmlns:a16="http://schemas.microsoft.com/office/drawing/2014/main" id="{95DAC166-8E23-E148-F44C-F17A93C84FCC}"/>
              </a:ext>
            </a:extLst>
          </p:cNvPr>
          <p:cNvCxnSpPr>
            <a:cxnSpLocks/>
          </p:cNvCxnSpPr>
          <p:nvPr/>
        </p:nvCxnSpPr>
        <p:spPr>
          <a:xfrm>
            <a:off x="3504793" y="292340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749" name="그룹 1748">
            <a:extLst>
              <a:ext uri="{FF2B5EF4-FFF2-40B4-BE49-F238E27FC236}">
                <a16:creationId xmlns:a16="http://schemas.microsoft.com/office/drawing/2014/main" id="{60B09E9E-0CA5-A983-8DE7-742A4FE348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650056" y="599521"/>
            <a:ext cx="148067" cy="108000"/>
            <a:chOff x="7409659" y="2902132"/>
            <a:chExt cx="317047" cy="239471"/>
          </a:xfrm>
        </p:grpSpPr>
        <p:grpSp>
          <p:nvGrpSpPr>
            <p:cNvPr id="1750" name="그룹 1749">
              <a:extLst>
                <a:ext uri="{FF2B5EF4-FFF2-40B4-BE49-F238E27FC236}">
                  <a16:creationId xmlns:a16="http://schemas.microsoft.com/office/drawing/2014/main" id="{068AE3F0-E385-9635-E4B8-2F342BD0C01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53" name="직선 연결선 322">
                <a:extLst>
                  <a:ext uri="{FF2B5EF4-FFF2-40B4-BE49-F238E27FC236}">
                    <a16:creationId xmlns:a16="http://schemas.microsoft.com/office/drawing/2014/main" id="{F924A72E-3DB3-DEF4-D307-02CC43A596C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4" name="직선 연결선 323">
                <a:extLst>
                  <a:ext uri="{FF2B5EF4-FFF2-40B4-BE49-F238E27FC236}">
                    <a16:creationId xmlns:a16="http://schemas.microsoft.com/office/drawing/2014/main" id="{51C84F52-B98D-2ECF-835A-91AD2DD11BC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5" name="직선 연결선 324">
                <a:extLst>
                  <a:ext uri="{FF2B5EF4-FFF2-40B4-BE49-F238E27FC236}">
                    <a16:creationId xmlns:a16="http://schemas.microsoft.com/office/drawing/2014/main" id="{A7A0AA74-A7B7-7FB1-20E9-C214D473A20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51" name="직선 연결선 326">
              <a:extLst>
                <a:ext uri="{FF2B5EF4-FFF2-40B4-BE49-F238E27FC236}">
                  <a16:creationId xmlns:a16="http://schemas.microsoft.com/office/drawing/2014/main" id="{A0185DC0-5368-5430-278F-F9703744AAF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2" name="타원 1751">
              <a:extLst>
                <a:ext uri="{FF2B5EF4-FFF2-40B4-BE49-F238E27FC236}">
                  <a16:creationId xmlns:a16="http://schemas.microsoft.com/office/drawing/2014/main" id="{E1DB13A5-65FA-4623-7924-9CB48905443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6" name="그룹 1755">
            <a:extLst>
              <a:ext uri="{FF2B5EF4-FFF2-40B4-BE49-F238E27FC236}">
                <a16:creationId xmlns:a16="http://schemas.microsoft.com/office/drawing/2014/main" id="{30ACAB04-077F-9A88-7BA6-008A26173930}"/>
              </a:ext>
            </a:extLst>
          </p:cNvPr>
          <p:cNvGrpSpPr/>
          <p:nvPr/>
        </p:nvGrpSpPr>
        <p:grpSpPr>
          <a:xfrm rot="5400000">
            <a:off x="5244566" y="1699387"/>
            <a:ext cx="90979" cy="106796"/>
            <a:chOff x="4947906" y="3396192"/>
            <a:chExt cx="90979" cy="106796"/>
          </a:xfrm>
        </p:grpSpPr>
        <p:cxnSp>
          <p:nvCxnSpPr>
            <p:cNvPr id="1757" name="직선 연결선 326">
              <a:extLst>
                <a:ext uri="{FF2B5EF4-FFF2-40B4-BE49-F238E27FC236}">
                  <a16:creationId xmlns:a16="http://schemas.microsoft.com/office/drawing/2014/main" id="{D98F7D65-CFCB-97ED-EE18-CE597208BE5D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8" name="타원 1757">
              <a:extLst>
                <a:ext uri="{FF2B5EF4-FFF2-40B4-BE49-F238E27FC236}">
                  <a16:creationId xmlns:a16="http://schemas.microsoft.com/office/drawing/2014/main" id="{11F53E75-C12E-04D5-A317-BDF10C230BDB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9" name="그룹 1758">
            <a:extLst>
              <a:ext uri="{FF2B5EF4-FFF2-40B4-BE49-F238E27FC236}">
                <a16:creationId xmlns:a16="http://schemas.microsoft.com/office/drawing/2014/main" id="{95A5B536-0866-A169-20ED-0808693B45CB}"/>
              </a:ext>
            </a:extLst>
          </p:cNvPr>
          <p:cNvGrpSpPr/>
          <p:nvPr/>
        </p:nvGrpSpPr>
        <p:grpSpPr>
          <a:xfrm rot="5400000">
            <a:off x="3884700" y="1190934"/>
            <a:ext cx="90979" cy="106796"/>
            <a:chOff x="4947906" y="3396192"/>
            <a:chExt cx="90979" cy="106796"/>
          </a:xfrm>
        </p:grpSpPr>
        <p:cxnSp>
          <p:nvCxnSpPr>
            <p:cNvPr id="1760" name="직선 연결선 326">
              <a:extLst>
                <a:ext uri="{FF2B5EF4-FFF2-40B4-BE49-F238E27FC236}">
                  <a16:creationId xmlns:a16="http://schemas.microsoft.com/office/drawing/2014/main" id="{514F53DD-B37B-05C2-3A3C-6495A6C8C0D3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1" name="타원 1760">
              <a:extLst>
                <a:ext uri="{FF2B5EF4-FFF2-40B4-BE49-F238E27FC236}">
                  <a16:creationId xmlns:a16="http://schemas.microsoft.com/office/drawing/2014/main" id="{5B5F1901-15A4-2032-AA70-7E1C1BC7DE38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74" name="그룹 1773">
            <a:extLst>
              <a:ext uri="{FF2B5EF4-FFF2-40B4-BE49-F238E27FC236}">
                <a16:creationId xmlns:a16="http://schemas.microsoft.com/office/drawing/2014/main" id="{8E564F54-079B-8F23-05F8-1B04A7E80ABA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6658379" y="611185"/>
            <a:ext cx="148067" cy="108000"/>
            <a:chOff x="7409659" y="2902132"/>
            <a:chExt cx="317047" cy="239471"/>
          </a:xfrm>
        </p:grpSpPr>
        <p:grpSp>
          <p:nvGrpSpPr>
            <p:cNvPr id="1775" name="그룹 1774">
              <a:extLst>
                <a:ext uri="{FF2B5EF4-FFF2-40B4-BE49-F238E27FC236}">
                  <a16:creationId xmlns:a16="http://schemas.microsoft.com/office/drawing/2014/main" id="{8C4B2D34-4501-A13D-FCC4-505B05A890A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8" name="직선 연결선 322">
                <a:extLst>
                  <a:ext uri="{FF2B5EF4-FFF2-40B4-BE49-F238E27FC236}">
                    <a16:creationId xmlns:a16="http://schemas.microsoft.com/office/drawing/2014/main" id="{2FF83EAE-49EA-AB77-DAA7-28CC95D9E90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9" name="직선 연결선 323">
                <a:extLst>
                  <a:ext uri="{FF2B5EF4-FFF2-40B4-BE49-F238E27FC236}">
                    <a16:creationId xmlns:a16="http://schemas.microsoft.com/office/drawing/2014/main" id="{BB1ED462-AE96-6648-75E6-3D6BE6C34CF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0" name="직선 연결선 324">
                <a:extLst>
                  <a:ext uri="{FF2B5EF4-FFF2-40B4-BE49-F238E27FC236}">
                    <a16:creationId xmlns:a16="http://schemas.microsoft.com/office/drawing/2014/main" id="{0A5DF822-3159-6ED9-6C43-DD9BE650C5E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76" name="직선 연결선 326">
              <a:extLst>
                <a:ext uri="{FF2B5EF4-FFF2-40B4-BE49-F238E27FC236}">
                  <a16:creationId xmlns:a16="http://schemas.microsoft.com/office/drawing/2014/main" id="{083A555A-59DA-CFAC-A37F-8F43CDA5797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7" name="타원 1776">
              <a:extLst>
                <a:ext uri="{FF2B5EF4-FFF2-40B4-BE49-F238E27FC236}">
                  <a16:creationId xmlns:a16="http://schemas.microsoft.com/office/drawing/2014/main" id="{D3D67CB2-7652-C8EF-9E60-95688C57ED5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1" name="그룹 1780">
            <a:extLst>
              <a:ext uri="{FF2B5EF4-FFF2-40B4-BE49-F238E27FC236}">
                <a16:creationId xmlns:a16="http://schemas.microsoft.com/office/drawing/2014/main" id="{DF8CD8D4-9C8F-2215-FE8E-706D76C4960A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6814173" y="1516441"/>
            <a:ext cx="148067" cy="108000"/>
            <a:chOff x="7409659" y="2902132"/>
            <a:chExt cx="317047" cy="239471"/>
          </a:xfrm>
        </p:grpSpPr>
        <p:grpSp>
          <p:nvGrpSpPr>
            <p:cNvPr id="1782" name="그룹 1781">
              <a:extLst>
                <a:ext uri="{FF2B5EF4-FFF2-40B4-BE49-F238E27FC236}">
                  <a16:creationId xmlns:a16="http://schemas.microsoft.com/office/drawing/2014/main" id="{91B2A4B2-463F-9FBF-1BCD-10BC7D41790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85" name="직선 연결선 322">
                <a:extLst>
                  <a:ext uri="{FF2B5EF4-FFF2-40B4-BE49-F238E27FC236}">
                    <a16:creationId xmlns:a16="http://schemas.microsoft.com/office/drawing/2014/main" id="{4C065056-BFEF-C8FC-A5A0-FE1E3957C07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6" name="직선 연결선 323">
                <a:extLst>
                  <a:ext uri="{FF2B5EF4-FFF2-40B4-BE49-F238E27FC236}">
                    <a16:creationId xmlns:a16="http://schemas.microsoft.com/office/drawing/2014/main" id="{7275EC1A-E583-86A9-9DC5-B7662BA3820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7" name="직선 연결선 324">
                <a:extLst>
                  <a:ext uri="{FF2B5EF4-FFF2-40B4-BE49-F238E27FC236}">
                    <a16:creationId xmlns:a16="http://schemas.microsoft.com/office/drawing/2014/main" id="{87CF8241-904E-988A-7F3E-3E1A11811B0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83" name="직선 연결선 326">
              <a:extLst>
                <a:ext uri="{FF2B5EF4-FFF2-40B4-BE49-F238E27FC236}">
                  <a16:creationId xmlns:a16="http://schemas.microsoft.com/office/drawing/2014/main" id="{31333184-3F60-C39E-095C-0C02A6734C6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84" name="타원 1783">
              <a:extLst>
                <a:ext uri="{FF2B5EF4-FFF2-40B4-BE49-F238E27FC236}">
                  <a16:creationId xmlns:a16="http://schemas.microsoft.com/office/drawing/2014/main" id="{1F10A528-EEE3-FAA4-054E-EB54F678B4E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23" name="직선 연결선[R] 22">
            <a:extLst>
              <a:ext uri="{FF2B5EF4-FFF2-40B4-BE49-F238E27FC236}">
                <a16:creationId xmlns:a16="http://schemas.microsoft.com/office/drawing/2014/main" id="{18AAF74D-F671-855F-A256-2810CD679CA8}"/>
              </a:ext>
            </a:extLst>
          </p:cNvPr>
          <p:cNvCxnSpPr>
            <a:cxnSpLocks/>
            <a:stCxn id="836" idx="0"/>
          </p:cNvCxnSpPr>
          <p:nvPr/>
        </p:nvCxnSpPr>
        <p:spPr>
          <a:xfrm flipV="1">
            <a:off x="9371305" y="3044141"/>
            <a:ext cx="0" cy="12524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[R] 26">
            <a:extLst>
              <a:ext uri="{FF2B5EF4-FFF2-40B4-BE49-F238E27FC236}">
                <a16:creationId xmlns:a16="http://schemas.microsoft.com/office/drawing/2014/main" id="{28F48192-9582-C238-F92A-89A94D52C8F4}"/>
              </a:ext>
            </a:extLst>
          </p:cNvPr>
          <p:cNvCxnSpPr>
            <a:cxnSpLocks/>
            <a:endCxn id="792" idx="3"/>
          </p:cNvCxnSpPr>
          <p:nvPr/>
        </p:nvCxnSpPr>
        <p:spPr>
          <a:xfrm flipH="1">
            <a:off x="8497784" y="3056577"/>
            <a:ext cx="87352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7471D95-6727-0FBD-E283-1E69F903A53B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9297271" y="4165535"/>
            <a:ext cx="148067" cy="108000"/>
            <a:chOff x="7409659" y="2902132"/>
            <a:chExt cx="317047" cy="239471"/>
          </a:xfrm>
        </p:grpSpPr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61F0D51C-391A-9A9C-A9D8-1BBDD97A234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34" name="직선 연결선 322">
                <a:extLst>
                  <a:ext uri="{FF2B5EF4-FFF2-40B4-BE49-F238E27FC236}">
                    <a16:creationId xmlns:a16="http://schemas.microsoft.com/office/drawing/2014/main" id="{4BD329F3-6DD3-5E47-3A52-134EE330F60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직선 연결선 323">
                <a:extLst>
                  <a:ext uri="{FF2B5EF4-FFF2-40B4-BE49-F238E27FC236}">
                    <a16:creationId xmlns:a16="http://schemas.microsoft.com/office/drawing/2014/main" id="{7F37256E-FE92-9BEB-7B28-56F977A7A12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직선 연결선 324">
                <a:extLst>
                  <a:ext uri="{FF2B5EF4-FFF2-40B4-BE49-F238E27FC236}">
                    <a16:creationId xmlns:a16="http://schemas.microsoft.com/office/drawing/2014/main" id="{4A3A292D-8827-D330-0006-AD21E067056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직선 연결선 326">
              <a:extLst>
                <a:ext uri="{FF2B5EF4-FFF2-40B4-BE49-F238E27FC236}">
                  <a16:creationId xmlns:a16="http://schemas.microsoft.com/office/drawing/2014/main" id="{5E11CF72-B23A-6892-945B-B4B8D55F862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62F383B7-7F4E-C697-CB3F-CAFC8A1787A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39" name="직선 연결선 351">
            <a:extLst>
              <a:ext uri="{FF2B5EF4-FFF2-40B4-BE49-F238E27FC236}">
                <a16:creationId xmlns:a16="http://schemas.microsoft.com/office/drawing/2014/main" id="{C5860C95-D3C9-6963-B03A-72287BA5AF70}"/>
              </a:ext>
            </a:extLst>
          </p:cNvPr>
          <p:cNvCxnSpPr>
            <a:cxnSpLocks/>
          </p:cNvCxnSpPr>
          <p:nvPr/>
        </p:nvCxnSpPr>
        <p:spPr>
          <a:xfrm>
            <a:off x="8573989" y="299986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제목 42">
            <a:extLst>
              <a:ext uri="{FF2B5EF4-FFF2-40B4-BE49-F238E27FC236}">
                <a16:creationId xmlns:a16="http://schemas.microsoft.com/office/drawing/2014/main" id="{CB984BAC-6675-FCA0-4096-CF12ABBCB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783" y="136948"/>
            <a:ext cx="10737130" cy="654861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예매 결제</a:t>
            </a:r>
          </a:p>
        </p:txBody>
      </p:sp>
      <p:cxnSp>
        <p:nvCxnSpPr>
          <p:cNvPr id="44" name="직선 연결선 351">
            <a:extLst>
              <a:ext uri="{FF2B5EF4-FFF2-40B4-BE49-F238E27FC236}">
                <a16:creationId xmlns:a16="http://schemas.microsoft.com/office/drawing/2014/main" id="{99CEF8EE-1A92-C5E1-705E-00D70202C3FD}"/>
              </a:ext>
            </a:extLst>
          </p:cNvPr>
          <p:cNvCxnSpPr>
            <a:cxnSpLocks/>
          </p:cNvCxnSpPr>
          <p:nvPr/>
        </p:nvCxnSpPr>
        <p:spPr>
          <a:xfrm>
            <a:off x="8643731" y="296738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33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96FAB-9BFE-7609-BC12-CC0F822BD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직사각형 785">
            <a:extLst>
              <a:ext uri="{FF2B5EF4-FFF2-40B4-BE49-F238E27FC236}">
                <a16:creationId xmlns:a16="http://schemas.microsoft.com/office/drawing/2014/main" id="{0853BF3D-CC65-3560-C989-D0642E373BCC}"/>
              </a:ext>
            </a:extLst>
          </p:cNvPr>
          <p:cNvSpPr>
            <a:spLocks noChangeAspect="1"/>
          </p:cNvSpPr>
          <p:nvPr/>
        </p:nvSpPr>
        <p:spPr>
          <a:xfrm>
            <a:off x="7868471" y="1009717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87" name="직사각형 786">
            <a:extLst>
              <a:ext uri="{FF2B5EF4-FFF2-40B4-BE49-F238E27FC236}">
                <a16:creationId xmlns:a16="http://schemas.microsoft.com/office/drawing/2014/main" id="{3247B36A-2014-0224-9F7D-485B682F3CA3}"/>
              </a:ext>
            </a:extLst>
          </p:cNvPr>
          <p:cNvSpPr>
            <a:spLocks/>
          </p:cNvSpPr>
          <p:nvPr/>
        </p:nvSpPr>
        <p:spPr>
          <a:xfrm>
            <a:off x="7868471" y="1909450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2" name="직사각형 791">
            <a:extLst>
              <a:ext uri="{FF2B5EF4-FFF2-40B4-BE49-F238E27FC236}">
                <a16:creationId xmlns:a16="http://schemas.microsoft.com/office/drawing/2014/main" id="{F7CE4A78-11B1-123F-35D7-2CF627D65669}"/>
              </a:ext>
            </a:extLst>
          </p:cNvPr>
          <p:cNvSpPr>
            <a:spLocks/>
          </p:cNvSpPr>
          <p:nvPr/>
        </p:nvSpPr>
        <p:spPr>
          <a:xfrm>
            <a:off x="7868471" y="2809183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3" name="직사각형 792">
            <a:extLst>
              <a:ext uri="{FF2B5EF4-FFF2-40B4-BE49-F238E27FC236}">
                <a16:creationId xmlns:a16="http://schemas.microsoft.com/office/drawing/2014/main" id="{F7FF0CAD-AE59-8729-8DDB-3C5DE3A5D358}"/>
              </a:ext>
            </a:extLst>
          </p:cNvPr>
          <p:cNvSpPr>
            <a:spLocks/>
          </p:cNvSpPr>
          <p:nvPr/>
        </p:nvSpPr>
        <p:spPr>
          <a:xfrm>
            <a:off x="9859411" y="2816833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794" name="직사각형 793">
            <a:extLst>
              <a:ext uri="{FF2B5EF4-FFF2-40B4-BE49-F238E27FC236}">
                <a16:creationId xmlns:a16="http://schemas.microsoft.com/office/drawing/2014/main" id="{62DF98AC-4EFE-A4AD-0DC0-995293910E38}"/>
              </a:ext>
            </a:extLst>
          </p:cNvPr>
          <p:cNvSpPr>
            <a:spLocks/>
          </p:cNvSpPr>
          <p:nvPr/>
        </p:nvSpPr>
        <p:spPr>
          <a:xfrm>
            <a:off x="7868471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5" name="직사각형 794">
            <a:extLst>
              <a:ext uri="{FF2B5EF4-FFF2-40B4-BE49-F238E27FC236}">
                <a16:creationId xmlns:a16="http://schemas.microsoft.com/office/drawing/2014/main" id="{CA3B1CB8-6EAF-7037-E1EE-88EDA2DB69D0}"/>
              </a:ext>
            </a:extLst>
          </p:cNvPr>
          <p:cNvSpPr>
            <a:spLocks/>
          </p:cNvSpPr>
          <p:nvPr/>
        </p:nvSpPr>
        <p:spPr>
          <a:xfrm>
            <a:off x="7868471" y="550128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6" name="직사각형 795">
            <a:extLst>
              <a:ext uri="{FF2B5EF4-FFF2-40B4-BE49-F238E27FC236}">
                <a16:creationId xmlns:a16="http://schemas.microsoft.com/office/drawing/2014/main" id="{5CA03374-82F4-92E2-FE5C-0EC9ED7A8C90}"/>
              </a:ext>
            </a:extLst>
          </p:cNvPr>
          <p:cNvSpPr>
            <a:spLocks/>
          </p:cNvSpPr>
          <p:nvPr/>
        </p:nvSpPr>
        <p:spPr>
          <a:xfrm>
            <a:off x="7868471" y="4605101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8" name="직사각형 797">
            <a:extLst>
              <a:ext uri="{FF2B5EF4-FFF2-40B4-BE49-F238E27FC236}">
                <a16:creationId xmlns:a16="http://schemas.microsoft.com/office/drawing/2014/main" id="{CB75F9F3-AC36-0267-0536-FB371D3ABDCF}"/>
              </a:ext>
            </a:extLst>
          </p:cNvPr>
          <p:cNvSpPr>
            <a:spLocks/>
          </p:cNvSpPr>
          <p:nvPr/>
        </p:nvSpPr>
        <p:spPr>
          <a:xfrm>
            <a:off x="9859411" y="3716566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799" name="직선 연결선[R] 798">
            <a:extLst>
              <a:ext uri="{FF2B5EF4-FFF2-40B4-BE49-F238E27FC236}">
                <a16:creationId xmlns:a16="http://schemas.microsoft.com/office/drawing/2014/main" id="{F8A242AE-53F6-B37C-BD80-1C79F942A486}"/>
              </a:ext>
            </a:extLst>
          </p:cNvPr>
          <p:cNvCxnSpPr>
            <a:cxnSpLocks/>
          </p:cNvCxnSpPr>
          <p:nvPr/>
        </p:nvCxnSpPr>
        <p:spPr>
          <a:xfrm flipV="1">
            <a:off x="8441831" y="144171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직선 연결선[R] 801">
            <a:extLst>
              <a:ext uri="{FF2B5EF4-FFF2-40B4-BE49-F238E27FC236}">
                <a16:creationId xmlns:a16="http://schemas.microsoft.com/office/drawing/2014/main" id="{AD82F11C-4E8A-E69D-FA18-D10D697F9C81}"/>
              </a:ext>
            </a:extLst>
          </p:cNvPr>
          <p:cNvCxnSpPr>
            <a:cxnSpLocks/>
          </p:cNvCxnSpPr>
          <p:nvPr/>
        </p:nvCxnSpPr>
        <p:spPr>
          <a:xfrm flipV="1">
            <a:off x="8229573" y="2341450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직선 연결선[R] 802">
            <a:extLst>
              <a:ext uri="{FF2B5EF4-FFF2-40B4-BE49-F238E27FC236}">
                <a16:creationId xmlns:a16="http://schemas.microsoft.com/office/drawing/2014/main" id="{172CD864-3F9D-8B6B-A4E2-BB136CC874A7}"/>
              </a:ext>
            </a:extLst>
          </p:cNvPr>
          <p:cNvCxnSpPr>
            <a:cxnSpLocks/>
          </p:cNvCxnSpPr>
          <p:nvPr/>
        </p:nvCxnSpPr>
        <p:spPr>
          <a:xfrm flipV="1">
            <a:off x="8228471" y="324118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직선 연결선[R] 803">
            <a:extLst>
              <a:ext uri="{FF2B5EF4-FFF2-40B4-BE49-F238E27FC236}">
                <a16:creationId xmlns:a16="http://schemas.microsoft.com/office/drawing/2014/main" id="{FA6EB89B-2D51-6873-95FB-421C262F27D2}"/>
              </a:ext>
            </a:extLst>
          </p:cNvPr>
          <p:cNvCxnSpPr>
            <a:cxnSpLocks/>
          </p:cNvCxnSpPr>
          <p:nvPr/>
        </p:nvCxnSpPr>
        <p:spPr>
          <a:xfrm flipV="1">
            <a:off x="8228471" y="4140916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직선 연결선[R] 804">
            <a:extLst>
              <a:ext uri="{FF2B5EF4-FFF2-40B4-BE49-F238E27FC236}">
                <a16:creationId xmlns:a16="http://schemas.microsoft.com/office/drawing/2014/main" id="{960CC937-D157-936D-5FAF-0428032D0223}"/>
              </a:ext>
            </a:extLst>
          </p:cNvPr>
          <p:cNvCxnSpPr>
            <a:cxnSpLocks/>
          </p:cNvCxnSpPr>
          <p:nvPr/>
        </p:nvCxnSpPr>
        <p:spPr>
          <a:xfrm flipV="1">
            <a:off x="8228471" y="503710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직선 연결선[R] 805">
            <a:extLst>
              <a:ext uri="{FF2B5EF4-FFF2-40B4-BE49-F238E27FC236}">
                <a16:creationId xmlns:a16="http://schemas.microsoft.com/office/drawing/2014/main" id="{6928E026-3337-06D0-E56A-CF41C1AB6235}"/>
              </a:ext>
            </a:extLst>
          </p:cNvPr>
          <p:cNvCxnSpPr>
            <a:cxnSpLocks/>
            <a:stCxn id="793" idx="1"/>
            <a:endCxn id="792" idx="3"/>
          </p:cNvCxnSpPr>
          <p:nvPr/>
        </p:nvCxnSpPr>
        <p:spPr>
          <a:xfrm flipH="1" flipV="1">
            <a:off x="8588471" y="3025183"/>
            <a:ext cx="1270940" cy="76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직선 연결선[R] 808">
            <a:extLst>
              <a:ext uri="{FF2B5EF4-FFF2-40B4-BE49-F238E27FC236}">
                <a16:creationId xmlns:a16="http://schemas.microsoft.com/office/drawing/2014/main" id="{5740256C-9FAC-F506-1D66-4C48EE8FCD06}"/>
              </a:ext>
            </a:extLst>
          </p:cNvPr>
          <p:cNvCxnSpPr>
            <a:cxnSpLocks/>
          </p:cNvCxnSpPr>
          <p:nvPr/>
        </p:nvCxnSpPr>
        <p:spPr>
          <a:xfrm flipH="1">
            <a:off x="8588471" y="5712592"/>
            <a:ext cx="1630940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직선 연결선[R] 809">
            <a:extLst>
              <a:ext uri="{FF2B5EF4-FFF2-40B4-BE49-F238E27FC236}">
                <a16:creationId xmlns:a16="http://schemas.microsoft.com/office/drawing/2014/main" id="{7F61F23C-C18C-642E-7E42-6886E0DD42BC}"/>
              </a:ext>
            </a:extLst>
          </p:cNvPr>
          <p:cNvCxnSpPr>
            <a:cxnSpLocks/>
          </p:cNvCxnSpPr>
          <p:nvPr/>
        </p:nvCxnSpPr>
        <p:spPr>
          <a:xfrm flipV="1">
            <a:off x="10220513" y="324883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직선 연결선[R] 810">
            <a:extLst>
              <a:ext uri="{FF2B5EF4-FFF2-40B4-BE49-F238E27FC236}">
                <a16:creationId xmlns:a16="http://schemas.microsoft.com/office/drawing/2014/main" id="{A19A85C3-BA82-2740-1EEF-DE30CC07896B}"/>
              </a:ext>
            </a:extLst>
          </p:cNvPr>
          <p:cNvCxnSpPr>
            <a:cxnSpLocks/>
            <a:endCxn id="798" idx="2"/>
          </p:cNvCxnSpPr>
          <p:nvPr/>
        </p:nvCxnSpPr>
        <p:spPr>
          <a:xfrm flipV="1">
            <a:off x="10219411" y="4148566"/>
            <a:ext cx="0" cy="157637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5" name="직사각형 814">
            <a:extLst>
              <a:ext uri="{FF2B5EF4-FFF2-40B4-BE49-F238E27FC236}">
                <a16:creationId xmlns:a16="http://schemas.microsoft.com/office/drawing/2014/main" id="{19E324A6-E017-4173-70C1-F19D51BF9F80}"/>
              </a:ext>
            </a:extLst>
          </p:cNvPr>
          <p:cNvSpPr/>
          <p:nvPr/>
        </p:nvSpPr>
        <p:spPr>
          <a:xfrm>
            <a:off x="6588739" y="2809183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status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7" name="직사각형 816">
            <a:extLst>
              <a:ext uri="{FF2B5EF4-FFF2-40B4-BE49-F238E27FC236}">
                <a16:creationId xmlns:a16="http://schemas.microsoft.com/office/drawing/2014/main" id="{86ED4F2B-929F-9916-BA0A-2955E310DA20}"/>
              </a:ext>
            </a:extLst>
          </p:cNvPr>
          <p:cNvSpPr>
            <a:spLocks/>
          </p:cNvSpPr>
          <p:nvPr/>
        </p:nvSpPr>
        <p:spPr>
          <a:xfrm>
            <a:off x="7435151" y="10446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rating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8" name="직사각형 817">
            <a:extLst>
              <a:ext uri="{FF2B5EF4-FFF2-40B4-BE49-F238E27FC236}">
                <a16:creationId xmlns:a16="http://schemas.microsoft.com/office/drawing/2014/main" id="{FD7B446F-A59F-100D-CF03-F7B4EE95FBE3}"/>
              </a:ext>
            </a:extLst>
          </p:cNvPr>
          <p:cNvSpPr>
            <a:spLocks/>
          </p:cNvSpPr>
          <p:nvPr/>
        </p:nvSpPr>
        <p:spPr>
          <a:xfrm>
            <a:off x="8316939" y="104461"/>
            <a:ext cx="830835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distributor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9" name="직사각형 818">
            <a:extLst>
              <a:ext uri="{FF2B5EF4-FFF2-40B4-BE49-F238E27FC236}">
                <a16:creationId xmlns:a16="http://schemas.microsoft.com/office/drawing/2014/main" id="{02551390-CD87-D4D9-5E62-6795DAC4F0B9}"/>
              </a:ext>
            </a:extLst>
          </p:cNvPr>
          <p:cNvSpPr>
            <a:spLocks/>
          </p:cNvSpPr>
          <p:nvPr/>
        </p:nvSpPr>
        <p:spPr>
          <a:xfrm>
            <a:off x="9859411" y="2154515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language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0" name="직사각형 819">
            <a:extLst>
              <a:ext uri="{FF2B5EF4-FFF2-40B4-BE49-F238E27FC236}">
                <a16:creationId xmlns:a16="http://schemas.microsoft.com/office/drawing/2014/main" id="{87F11A0A-BED3-E2E1-281A-243F68BA7BC7}"/>
              </a:ext>
            </a:extLst>
          </p:cNvPr>
          <p:cNvSpPr>
            <a:spLocks/>
          </p:cNvSpPr>
          <p:nvPr/>
        </p:nvSpPr>
        <p:spPr>
          <a:xfrm>
            <a:off x="9859411" y="166254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subtitle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2D2234A7-6DE3-D2FE-CB4A-A481674F907B}"/>
              </a:ext>
            </a:extLst>
          </p:cNvPr>
          <p:cNvSpPr>
            <a:spLocks/>
          </p:cNvSpPr>
          <p:nvPr/>
        </p:nvSpPr>
        <p:spPr>
          <a:xfrm>
            <a:off x="9147778" y="1003791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similarity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22" name="직선 연결선[R] 821">
            <a:extLst>
              <a:ext uri="{FF2B5EF4-FFF2-40B4-BE49-F238E27FC236}">
                <a16:creationId xmlns:a16="http://schemas.microsoft.com/office/drawing/2014/main" id="{C3844B67-DAAF-3854-4F9C-206221C18D29}"/>
              </a:ext>
            </a:extLst>
          </p:cNvPr>
          <p:cNvCxnSpPr>
            <a:cxnSpLocks/>
          </p:cNvCxnSpPr>
          <p:nvPr/>
        </p:nvCxnSpPr>
        <p:spPr>
          <a:xfrm flipH="1">
            <a:off x="8588471" y="1995052"/>
            <a:ext cx="12709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직선 연결선[R] 825">
            <a:extLst>
              <a:ext uri="{FF2B5EF4-FFF2-40B4-BE49-F238E27FC236}">
                <a16:creationId xmlns:a16="http://schemas.microsoft.com/office/drawing/2014/main" id="{FAABEAB5-B72D-9382-152F-07FD68FB8345}"/>
              </a:ext>
            </a:extLst>
          </p:cNvPr>
          <p:cNvCxnSpPr>
            <a:cxnSpLocks/>
          </p:cNvCxnSpPr>
          <p:nvPr/>
        </p:nvCxnSpPr>
        <p:spPr>
          <a:xfrm flipH="1">
            <a:off x="7308739" y="3024037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직선 연결선[R] 827">
            <a:extLst>
              <a:ext uri="{FF2B5EF4-FFF2-40B4-BE49-F238E27FC236}">
                <a16:creationId xmlns:a16="http://schemas.microsoft.com/office/drawing/2014/main" id="{1480774C-4423-7AE1-44F5-B408FF865E4C}"/>
              </a:ext>
            </a:extLst>
          </p:cNvPr>
          <p:cNvCxnSpPr>
            <a:cxnSpLocks/>
          </p:cNvCxnSpPr>
          <p:nvPr/>
        </p:nvCxnSpPr>
        <p:spPr>
          <a:xfrm flipH="1">
            <a:off x="8588471" y="2229431"/>
            <a:ext cx="1270940" cy="53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직선 연결선[R] 828">
            <a:extLst>
              <a:ext uri="{FF2B5EF4-FFF2-40B4-BE49-F238E27FC236}">
                <a16:creationId xmlns:a16="http://schemas.microsoft.com/office/drawing/2014/main" id="{9EBDB36F-9C68-BF8B-3169-61A4888D60C7}"/>
              </a:ext>
            </a:extLst>
          </p:cNvPr>
          <p:cNvCxnSpPr>
            <a:cxnSpLocks/>
          </p:cNvCxnSpPr>
          <p:nvPr/>
        </p:nvCxnSpPr>
        <p:spPr>
          <a:xfrm flipH="1">
            <a:off x="8588046" y="1144151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3" name="직사각형 832">
            <a:extLst>
              <a:ext uri="{FF2B5EF4-FFF2-40B4-BE49-F238E27FC236}">
                <a16:creationId xmlns:a16="http://schemas.microsoft.com/office/drawing/2014/main" id="{740CA2CE-9E13-770D-E3C6-ABD0335EE2F2}"/>
              </a:ext>
            </a:extLst>
          </p:cNvPr>
          <p:cNvSpPr>
            <a:spLocks/>
          </p:cNvSpPr>
          <p:nvPr/>
        </p:nvSpPr>
        <p:spPr>
          <a:xfrm>
            <a:off x="5307906" y="3704222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4" name="직사각형 833">
            <a:extLst>
              <a:ext uri="{FF2B5EF4-FFF2-40B4-BE49-F238E27FC236}">
                <a16:creationId xmlns:a16="http://schemas.microsoft.com/office/drawing/2014/main" id="{D465194D-83D8-CF78-6898-FA508A1CC66D}"/>
              </a:ext>
            </a:extLst>
          </p:cNvPr>
          <p:cNvSpPr>
            <a:spLocks/>
          </p:cNvSpPr>
          <p:nvPr/>
        </p:nvSpPr>
        <p:spPr>
          <a:xfrm>
            <a:off x="1147624" y="370205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store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0750DA0B-D2FE-B745-31AE-88067CDD070D}"/>
              </a:ext>
            </a:extLst>
          </p:cNvPr>
          <p:cNvSpPr>
            <a:spLocks/>
          </p:cNvSpPr>
          <p:nvPr/>
        </p:nvSpPr>
        <p:spPr>
          <a:xfrm>
            <a:off x="5307906" y="2808037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city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region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6" name="직사각형 835">
            <a:extLst>
              <a:ext uri="{FF2B5EF4-FFF2-40B4-BE49-F238E27FC236}">
                <a16:creationId xmlns:a16="http://schemas.microsoft.com/office/drawing/2014/main" id="{320AADFE-E4D3-0A5E-393C-AB8EEB6A45BE}"/>
              </a:ext>
            </a:extLst>
          </p:cNvPr>
          <p:cNvSpPr>
            <a:spLocks/>
          </p:cNvSpPr>
          <p:nvPr/>
        </p:nvSpPr>
        <p:spPr>
          <a:xfrm>
            <a:off x="6588739" y="5501286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EA9AF72B-AF7D-8862-D836-41FCBB85C9EE}"/>
              </a:ext>
            </a:extLst>
          </p:cNvPr>
          <p:cNvSpPr>
            <a:spLocks/>
          </p:cNvSpPr>
          <p:nvPr/>
        </p:nvSpPr>
        <p:spPr>
          <a:xfrm>
            <a:off x="3867906" y="5496592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F43F18A7-66C2-B006-72BC-85FF6760CCF7}"/>
              </a:ext>
            </a:extLst>
          </p:cNvPr>
          <p:cNvSpPr>
            <a:spLocks/>
          </p:cNvSpPr>
          <p:nvPr/>
        </p:nvSpPr>
        <p:spPr>
          <a:xfrm>
            <a:off x="11139142" y="5504242"/>
            <a:ext cx="965772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ko-KR" sz="1000" b="1" dirty="0"/>
              <a:t>maintenance</a:t>
            </a:r>
          </a:p>
          <a:p>
            <a:pPr algn="ctr"/>
            <a:r>
              <a:rPr lang="en" altLang="ko-KR" sz="1000" b="1" dirty="0"/>
              <a:t>ticket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43" name="직선 연결선[R] 842">
            <a:extLst>
              <a:ext uri="{FF2B5EF4-FFF2-40B4-BE49-F238E27FC236}">
                <a16:creationId xmlns:a16="http://schemas.microsoft.com/office/drawing/2014/main" id="{FA4002B8-588C-F764-8E5E-7E5D7D86DD86}"/>
              </a:ext>
            </a:extLst>
          </p:cNvPr>
          <p:cNvCxnSpPr>
            <a:cxnSpLocks/>
            <a:stCxn id="833" idx="0"/>
            <a:endCxn id="835" idx="2"/>
          </p:cNvCxnSpPr>
          <p:nvPr/>
        </p:nvCxnSpPr>
        <p:spPr>
          <a:xfrm flipV="1">
            <a:off x="5667906" y="3240037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4" name="직선 연결선[R] 843">
            <a:extLst>
              <a:ext uri="{FF2B5EF4-FFF2-40B4-BE49-F238E27FC236}">
                <a16:creationId xmlns:a16="http://schemas.microsoft.com/office/drawing/2014/main" id="{2478B693-929E-F608-D53D-E3E008978BB7}"/>
              </a:ext>
            </a:extLst>
          </p:cNvPr>
          <p:cNvCxnSpPr>
            <a:cxnSpLocks/>
            <a:stCxn id="834" idx="3"/>
            <a:endCxn id="833" idx="1"/>
          </p:cNvCxnSpPr>
          <p:nvPr/>
        </p:nvCxnSpPr>
        <p:spPr>
          <a:xfrm>
            <a:off x="1867624" y="3918051"/>
            <a:ext cx="3440282" cy="21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9" name="직선 연결선[R] 848">
            <a:extLst>
              <a:ext uri="{FF2B5EF4-FFF2-40B4-BE49-F238E27FC236}">
                <a16:creationId xmlns:a16="http://schemas.microsoft.com/office/drawing/2014/main" id="{862E7FC2-7285-D0DC-DFD4-1027DD605D10}"/>
              </a:ext>
            </a:extLst>
          </p:cNvPr>
          <p:cNvCxnSpPr>
            <a:cxnSpLocks/>
            <a:stCxn id="794" idx="1"/>
            <a:endCxn id="833" idx="3"/>
          </p:cNvCxnSpPr>
          <p:nvPr/>
        </p:nvCxnSpPr>
        <p:spPr>
          <a:xfrm flipH="1" flipV="1">
            <a:off x="6027906" y="3920222"/>
            <a:ext cx="1840565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2" name="직선 연결선[R] 851">
            <a:extLst>
              <a:ext uri="{FF2B5EF4-FFF2-40B4-BE49-F238E27FC236}">
                <a16:creationId xmlns:a16="http://schemas.microsoft.com/office/drawing/2014/main" id="{AF9DB9ED-F82D-EB5D-5F13-ED530B0CFDDC}"/>
              </a:ext>
            </a:extLst>
          </p:cNvPr>
          <p:cNvCxnSpPr>
            <a:cxnSpLocks/>
            <a:stCxn id="836" idx="1"/>
            <a:endCxn id="840" idx="3"/>
          </p:cNvCxnSpPr>
          <p:nvPr/>
        </p:nvCxnSpPr>
        <p:spPr>
          <a:xfrm flipH="1" flipV="1">
            <a:off x="4587906" y="5712592"/>
            <a:ext cx="2000833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5" name="직선 연결선[R] 854">
            <a:extLst>
              <a:ext uri="{FF2B5EF4-FFF2-40B4-BE49-F238E27FC236}">
                <a16:creationId xmlns:a16="http://schemas.microsoft.com/office/drawing/2014/main" id="{A2FE6405-0B51-4561-5EB0-567C44718303}"/>
              </a:ext>
            </a:extLst>
          </p:cNvPr>
          <p:cNvCxnSpPr>
            <a:cxnSpLocks/>
            <a:stCxn id="795" idx="1"/>
            <a:endCxn id="836" idx="3"/>
          </p:cNvCxnSpPr>
          <p:nvPr/>
        </p:nvCxnSpPr>
        <p:spPr>
          <a:xfrm flipH="1">
            <a:off x="7308739" y="5717286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8" name="직선 연결선[R] 857">
            <a:extLst>
              <a:ext uri="{FF2B5EF4-FFF2-40B4-BE49-F238E27FC236}">
                <a16:creationId xmlns:a16="http://schemas.microsoft.com/office/drawing/2014/main" id="{8FB7A16B-D1C0-33FA-6EB2-8B50548DDA0E}"/>
              </a:ext>
            </a:extLst>
          </p:cNvPr>
          <p:cNvCxnSpPr>
            <a:cxnSpLocks/>
          </p:cNvCxnSpPr>
          <p:nvPr/>
        </p:nvCxnSpPr>
        <p:spPr>
          <a:xfrm flipH="1">
            <a:off x="8588471" y="5834852"/>
            <a:ext cx="255067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직선 연결선[R] 860">
            <a:extLst>
              <a:ext uri="{FF2B5EF4-FFF2-40B4-BE49-F238E27FC236}">
                <a16:creationId xmlns:a16="http://schemas.microsoft.com/office/drawing/2014/main" id="{A0D336F9-821E-21D6-0C6A-0BF56F691E05}"/>
              </a:ext>
            </a:extLst>
          </p:cNvPr>
          <p:cNvCxnSpPr>
            <a:cxnSpLocks/>
          </p:cNvCxnSpPr>
          <p:nvPr/>
        </p:nvCxnSpPr>
        <p:spPr>
          <a:xfrm flipH="1">
            <a:off x="7588605" y="3126486"/>
            <a:ext cx="2798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직선 연결선[R] 861">
            <a:extLst>
              <a:ext uri="{FF2B5EF4-FFF2-40B4-BE49-F238E27FC236}">
                <a16:creationId xmlns:a16="http://schemas.microsoft.com/office/drawing/2014/main" id="{B664B873-B9B9-0C99-5C32-BAD1587236BF}"/>
              </a:ext>
            </a:extLst>
          </p:cNvPr>
          <p:cNvCxnSpPr>
            <a:cxnSpLocks/>
          </p:cNvCxnSpPr>
          <p:nvPr/>
        </p:nvCxnSpPr>
        <p:spPr>
          <a:xfrm flipH="1" flipV="1">
            <a:off x="7588605" y="3126486"/>
            <a:ext cx="0" cy="24547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6" name="직선 연결선[R] 865">
            <a:extLst>
              <a:ext uri="{FF2B5EF4-FFF2-40B4-BE49-F238E27FC236}">
                <a16:creationId xmlns:a16="http://schemas.microsoft.com/office/drawing/2014/main" id="{AFCD6CAF-98EC-D3E8-8A8A-362AA3384C77}"/>
              </a:ext>
            </a:extLst>
          </p:cNvPr>
          <p:cNvCxnSpPr>
            <a:cxnSpLocks/>
          </p:cNvCxnSpPr>
          <p:nvPr/>
        </p:nvCxnSpPr>
        <p:spPr>
          <a:xfrm flipH="1">
            <a:off x="7319941" y="5581249"/>
            <a:ext cx="2686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9" name="직선 연결선[R] 868">
            <a:extLst>
              <a:ext uri="{FF2B5EF4-FFF2-40B4-BE49-F238E27FC236}">
                <a16:creationId xmlns:a16="http://schemas.microsoft.com/office/drawing/2014/main" id="{57E0017C-F65C-59BD-42DB-D9E412815B7D}"/>
              </a:ext>
            </a:extLst>
          </p:cNvPr>
          <p:cNvCxnSpPr>
            <a:cxnSpLocks/>
          </p:cNvCxnSpPr>
          <p:nvPr/>
        </p:nvCxnSpPr>
        <p:spPr>
          <a:xfrm flipV="1">
            <a:off x="8441831" y="541984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0" name="직선 연결선[R] 869">
            <a:extLst>
              <a:ext uri="{FF2B5EF4-FFF2-40B4-BE49-F238E27FC236}">
                <a16:creationId xmlns:a16="http://schemas.microsoft.com/office/drawing/2014/main" id="{2C293C8B-F847-2541-2FC5-F18C29B632CC}"/>
              </a:ext>
            </a:extLst>
          </p:cNvPr>
          <p:cNvCxnSpPr>
            <a:cxnSpLocks/>
          </p:cNvCxnSpPr>
          <p:nvPr/>
        </p:nvCxnSpPr>
        <p:spPr>
          <a:xfrm flipV="1">
            <a:off x="8030465" y="53646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1" name="직사각형 870">
            <a:extLst>
              <a:ext uri="{FF2B5EF4-FFF2-40B4-BE49-F238E27FC236}">
                <a16:creationId xmlns:a16="http://schemas.microsoft.com/office/drawing/2014/main" id="{9D09B414-4F65-10AE-BE36-D5F847468AB8}"/>
              </a:ext>
            </a:extLst>
          </p:cNvPr>
          <p:cNvSpPr>
            <a:spLocks/>
          </p:cNvSpPr>
          <p:nvPr/>
        </p:nvSpPr>
        <p:spPr>
          <a:xfrm>
            <a:off x="11139142" y="4184377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72" name="직사각형 871">
            <a:extLst>
              <a:ext uri="{FF2B5EF4-FFF2-40B4-BE49-F238E27FC236}">
                <a16:creationId xmlns:a16="http://schemas.microsoft.com/office/drawing/2014/main" id="{7808D076-8431-E5B9-A645-75255210C404}"/>
              </a:ext>
            </a:extLst>
          </p:cNvPr>
          <p:cNvSpPr>
            <a:spLocks/>
          </p:cNvSpPr>
          <p:nvPr/>
        </p:nvSpPr>
        <p:spPr>
          <a:xfrm>
            <a:off x="11139142" y="3288192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  <a:r>
              <a: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73" name="직선 연결선[R] 872">
            <a:extLst>
              <a:ext uri="{FF2B5EF4-FFF2-40B4-BE49-F238E27FC236}">
                <a16:creationId xmlns:a16="http://schemas.microsoft.com/office/drawing/2014/main" id="{8F2A1405-0DBD-5F68-FBD6-35B136AA999A}"/>
              </a:ext>
            </a:extLst>
          </p:cNvPr>
          <p:cNvCxnSpPr>
            <a:cxnSpLocks/>
            <a:stCxn id="871" idx="0"/>
            <a:endCxn id="872" idx="2"/>
          </p:cNvCxnSpPr>
          <p:nvPr/>
        </p:nvCxnSpPr>
        <p:spPr>
          <a:xfrm flipV="1">
            <a:off x="11499142" y="3720192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직선 연결선[R] 875">
            <a:extLst>
              <a:ext uri="{FF2B5EF4-FFF2-40B4-BE49-F238E27FC236}">
                <a16:creationId xmlns:a16="http://schemas.microsoft.com/office/drawing/2014/main" id="{AA8B5091-CDDB-EC25-FFE0-DA18EF4D779B}"/>
              </a:ext>
            </a:extLst>
          </p:cNvPr>
          <p:cNvCxnSpPr>
            <a:cxnSpLocks/>
          </p:cNvCxnSpPr>
          <p:nvPr/>
        </p:nvCxnSpPr>
        <p:spPr>
          <a:xfrm flipV="1">
            <a:off x="5856270" y="3450825"/>
            <a:ext cx="0" cy="25339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9" name="직선 연결선[R] 878">
            <a:extLst>
              <a:ext uri="{FF2B5EF4-FFF2-40B4-BE49-F238E27FC236}">
                <a16:creationId xmlns:a16="http://schemas.microsoft.com/office/drawing/2014/main" id="{7FF61CED-5DAF-7847-CFE8-42F9E24809CF}"/>
              </a:ext>
            </a:extLst>
          </p:cNvPr>
          <p:cNvCxnSpPr>
            <a:cxnSpLocks/>
          </p:cNvCxnSpPr>
          <p:nvPr/>
        </p:nvCxnSpPr>
        <p:spPr>
          <a:xfrm flipH="1" flipV="1">
            <a:off x="5856270" y="3450825"/>
            <a:ext cx="5282872" cy="232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3" name="직선 연결선[R] 882">
            <a:extLst>
              <a:ext uri="{FF2B5EF4-FFF2-40B4-BE49-F238E27FC236}">
                <a16:creationId xmlns:a16="http://schemas.microsoft.com/office/drawing/2014/main" id="{237F613A-FC5B-A83E-AFB8-3AF99FDC3BB6}"/>
              </a:ext>
            </a:extLst>
          </p:cNvPr>
          <p:cNvCxnSpPr>
            <a:cxnSpLocks/>
          </p:cNvCxnSpPr>
          <p:nvPr/>
        </p:nvCxnSpPr>
        <p:spPr>
          <a:xfrm flipH="1">
            <a:off x="10579411" y="3927582"/>
            <a:ext cx="70843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6" name="직선 연결선[R] 885">
            <a:extLst>
              <a:ext uri="{FF2B5EF4-FFF2-40B4-BE49-F238E27FC236}">
                <a16:creationId xmlns:a16="http://schemas.microsoft.com/office/drawing/2014/main" id="{9D3678DB-56FA-89E8-8E6F-F1BEDEA784F7}"/>
              </a:ext>
            </a:extLst>
          </p:cNvPr>
          <p:cNvCxnSpPr>
            <a:cxnSpLocks/>
          </p:cNvCxnSpPr>
          <p:nvPr/>
        </p:nvCxnSpPr>
        <p:spPr>
          <a:xfrm>
            <a:off x="11300287" y="3726642"/>
            <a:ext cx="0" cy="2009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9" name="직선 연결선[R] 888">
            <a:extLst>
              <a:ext uri="{FF2B5EF4-FFF2-40B4-BE49-F238E27FC236}">
                <a16:creationId xmlns:a16="http://schemas.microsoft.com/office/drawing/2014/main" id="{172826BB-1AFA-B618-0E61-D2E901DFA638}"/>
              </a:ext>
            </a:extLst>
          </p:cNvPr>
          <p:cNvCxnSpPr>
            <a:cxnSpLocks/>
          </p:cNvCxnSpPr>
          <p:nvPr/>
        </p:nvCxnSpPr>
        <p:spPr>
          <a:xfrm flipV="1">
            <a:off x="8441831" y="3576751"/>
            <a:ext cx="0" cy="1197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1" name="직선 연결선[R] 890">
            <a:extLst>
              <a:ext uri="{FF2B5EF4-FFF2-40B4-BE49-F238E27FC236}">
                <a16:creationId xmlns:a16="http://schemas.microsoft.com/office/drawing/2014/main" id="{D612DEAE-1FE2-C394-5082-656FC7FFE742}"/>
              </a:ext>
            </a:extLst>
          </p:cNvPr>
          <p:cNvCxnSpPr>
            <a:cxnSpLocks/>
          </p:cNvCxnSpPr>
          <p:nvPr/>
        </p:nvCxnSpPr>
        <p:spPr>
          <a:xfrm flipH="1">
            <a:off x="8441831" y="3576751"/>
            <a:ext cx="269731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4" name="직사각형 893">
            <a:extLst>
              <a:ext uri="{FF2B5EF4-FFF2-40B4-BE49-F238E27FC236}">
                <a16:creationId xmlns:a16="http://schemas.microsoft.com/office/drawing/2014/main" id="{96E67CFF-780A-77F8-4994-5F01E9A8B821}"/>
              </a:ext>
            </a:extLst>
          </p:cNvPr>
          <p:cNvSpPr>
            <a:spLocks/>
          </p:cNvSpPr>
          <p:nvPr/>
        </p:nvSpPr>
        <p:spPr>
          <a:xfrm>
            <a:off x="5307906" y="590533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5" name="직사각형 894">
            <a:extLst>
              <a:ext uri="{FF2B5EF4-FFF2-40B4-BE49-F238E27FC236}">
                <a16:creationId xmlns:a16="http://schemas.microsoft.com/office/drawing/2014/main" id="{EDA015B0-F721-82D9-1955-33CCD3401E57}"/>
              </a:ext>
            </a:extLst>
          </p:cNvPr>
          <p:cNvSpPr>
            <a:spLocks/>
          </p:cNvSpPr>
          <p:nvPr/>
        </p:nvSpPr>
        <p:spPr>
          <a:xfrm>
            <a:off x="2507490" y="5903508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 login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history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6" name="직사각형 895">
            <a:extLst>
              <a:ext uri="{FF2B5EF4-FFF2-40B4-BE49-F238E27FC236}">
                <a16:creationId xmlns:a16="http://schemas.microsoft.com/office/drawing/2014/main" id="{A8B4D3E8-1362-6DF3-C8DD-B1752D0936F7}"/>
              </a:ext>
            </a:extLst>
          </p:cNvPr>
          <p:cNvSpPr>
            <a:spLocks/>
          </p:cNvSpPr>
          <p:nvPr/>
        </p:nvSpPr>
        <p:spPr>
          <a:xfrm>
            <a:off x="2323367" y="5365249"/>
            <a:ext cx="904123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7" name="직사각형 896">
            <a:extLst>
              <a:ext uri="{FF2B5EF4-FFF2-40B4-BE49-F238E27FC236}">
                <a16:creationId xmlns:a16="http://schemas.microsoft.com/office/drawing/2014/main" id="{49BA5564-53AF-90F0-3EE1-332ECDD76DC1}"/>
              </a:ext>
            </a:extLst>
          </p:cNvPr>
          <p:cNvSpPr>
            <a:spLocks/>
          </p:cNvSpPr>
          <p:nvPr/>
        </p:nvSpPr>
        <p:spPr>
          <a:xfrm>
            <a:off x="2507490" y="4826990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block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list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8" name="직사각형 897">
            <a:extLst>
              <a:ext uri="{FF2B5EF4-FFF2-40B4-BE49-F238E27FC236}">
                <a16:creationId xmlns:a16="http://schemas.microsoft.com/office/drawing/2014/main" id="{855243A5-A325-9868-78F0-ECC22C3D00A4}"/>
              </a:ext>
            </a:extLst>
          </p:cNvPr>
          <p:cNvSpPr>
            <a:spLocks/>
          </p:cNvSpPr>
          <p:nvPr/>
        </p:nvSpPr>
        <p:spPr>
          <a:xfrm>
            <a:off x="2501223" y="3994735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preference</a:t>
            </a:r>
            <a:endParaRPr lang="ko-KR" altLang="en-US" sz="8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99" name="직선 연결선[R] 898">
            <a:extLst>
              <a:ext uri="{FF2B5EF4-FFF2-40B4-BE49-F238E27FC236}">
                <a16:creationId xmlns:a16="http://schemas.microsoft.com/office/drawing/2014/main" id="{566540AD-FE85-8792-5BA5-FEB6A14F51A4}"/>
              </a:ext>
            </a:extLst>
          </p:cNvPr>
          <p:cNvCxnSpPr>
            <a:cxnSpLocks/>
            <a:stCxn id="894" idx="1"/>
          </p:cNvCxnSpPr>
          <p:nvPr/>
        </p:nvCxnSpPr>
        <p:spPr>
          <a:xfrm flipH="1">
            <a:off x="4442780" y="6121330"/>
            <a:ext cx="86512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3" name="직선 연결선[R] 902">
            <a:extLst>
              <a:ext uri="{FF2B5EF4-FFF2-40B4-BE49-F238E27FC236}">
                <a16:creationId xmlns:a16="http://schemas.microsoft.com/office/drawing/2014/main" id="{05F01238-8A38-C05B-F292-FA4BA1A29CE8}"/>
              </a:ext>
            </a:extLst>
          </p:cNvPr>
          <p:cNvCxnSpPr>
            <a:cxnSpLocks/>
          </p:cNvCxnSpPr>
          <p:nvPr/>
        </p:nvCxnSpPr>
        <p:spPr>
          <a:xfrm flipV="1">
            <a:off x="4442780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6" name="직선 연결선[R] 905">
            <a:extLst>
              <a:ext uri="{FF2B5EF4-FFF2-40B4-BE49-F238E27FC236}">
                <a16:creationId xmlns:a16="http://schemas.microsoft.com/office/drawing/2014/main" id="{A7B0A385-853D-87A8-0B4D-62A4F88E8EAF}"/>
              </a:ext>
            </a:extLst>
          </p:cNvPr>
          <p:cNvCxnSpPr>
            <a:cxnSpLocks/>
          </p:cNvCxnSpPr>
          <p:nvPr/>
        </p:nvCxnSpPr>
        <p:spPr>
          <a:xfrm flipH="1">
            <a:off x="3227490" y="6127546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" name="직선 연결선[R] 906">
            <a:extLst>
              <a:ext uri="{FF2B5EF4-FFF2-40B4-BE49-F238E27FC236}">
                <a16:creationId xmlns:a16="http://schemas.microsoft.com/office/drawing/2014/main" id="{57C34DA6-C888-D47A-1217-838A8BEAAEB2}"/>
              </a:ext>
            </a:extLst>
          </p:cNvPr>
          <p:cNvCxnSpPr>
            <a:cxnSpLocks/>
          </p:cNvCxnSpPr>
          <p:nvPr/>
        </p:nvCxnSpPr>
        <p:spPr>
          <a:xfrm flipV="1">
            <a:off x="4010066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9" name="직선 연결선[R] 908">
            <a:extLst>
              <a:ext uri="{FF2B5EF4-FFF2-40B4-BE49-F238E27FC236}">
                <a16:creationId xmlns:a16="http://schemas.microsoft.com/office/drawing/2014/main" id="{E5C59A6F-7D5A-DC22-6E73-D5AEE35AE4F4}"/>
              </a:ext>
            </a:extLst>
          </p:cNvPr>
          <p:cNvCxnSpPr>
            <a:cxnSpLocks/>
          </p:cNvCxnSpPr>
          <p:nvPr/>
        </p:nvCxnSpPr>
        <p:spPr>
          <a:xfrm flipH="1" flipV="1">
            <a:off x="3227490" y="5712592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직선 연결선[R] 910">
            <a:extLst>
              <a:ext uri="{FF2B5EF4-FFF2-40B4-BE49-F238E27FC236}">
                <a16:creationId xmlns:a16="http://schemas.microsoft.com/office/drawing/2014/main" id="{2111019B-A89A-476C-CAB1-8D361669B080}"/>
              </a:ext>
            </a:extLst>
          </p:cNvPr>
          <p:cNvCxnSpPr>
            <a:cxnSpLocks/>
          </p:cNvCxnSpPr>
          <p:nvPr/>
        </p:nvCxnSpPr>
        <p:spPr>
          <a:xfrm flipH="1">
            <a:off x="3227490" y="5126535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2" name="직선 연결선[R] 911">
            <a:extLst>
              <a:ext uri="{FF2B5EF4-FFF2-40B4-BE49-F238E27FC236}">
                <a16:creationId xmlns:a16="http://schemas.microsoft.com/office/drawing/2014/main" id="{3C1C02F7-4F54-EF8B-E033-322A1FDE0FDA}"/>
              </a:ext>
            </a:extLst>
          </p:cNvPr>
          <p:cNvCxnSpPr>
            <a:cxnSpLocks/>
          </p:cNvCxnSpPr>
          <p:nvPr/>
        </p:nvCxnSpPr>
        <p:spPr>
          <a:xfrm flipV="1">
            <a:off x="3547698" y="5126535"/>
            <a:ext cx="0" cy="4547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9" name="직선 연결선[R] 918">
            <a:extLst>
              <a:ext uri="{FF2B5EF4-FFF2-40B4-BE49-F238E27FC236}">
                <a16:creationId xmlns:a16="http://schemas.microsoft.com/office/drawing/2014/main" id="{BB3E28FA-AC80-C742-C5BA-7EDB1F59C19F}"/>
              </a:ext>
            </a:extLst>
          </p:cNvPr>
          <p:cNvCxnSpPr>
            <a:cxnSpLocks/>
          </p:cNvCxnSpPr>
          <p:nvPr/>
        </p:nvCxnSpPr>
        <p:spPr>
          <a:xfrm flipH="1">
            <a:off x="3547698" y="5581484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1" name="직선 연결선[R] 920">
            <a:extLst>
              <a:ext uri="{FF2B5EF4-FFF2-40B4-BE49-F238E27FC236}">
                <a16:creationId xmlns:a16="http://schemas.microsoft.com/office/drawing/2014/main" id="{916EE4AA-54FA-5220-2B1A-AFE2D8AF31DC}"/>
              </a:ext>
            </a:extLst>
          </p:cNvPr>
          <p:cNvCxnSpPr>
            <a:cxnSpLocks/>
            <a:endCxn id="898" idx="3"/>
          </p:cNvCxnSpPr>
          <p:nvPr/>
        </p:nvCxnSpPr>
        <p:spPr>
          <a:xfrm flipH="1">
            <a:off x="3221223" y="4210735"/>
            <a:ext cx="92018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4" name="직선 연결선[R] 923">
            <a:extLst>
              <a:ext uri="{FF2B5EF4-FFF2-40B4-BE49-F238E27FC236}">
                <a16:creationId xmlns:a16="http://schemas.microsoft.com/office/drawing/2014/main" id="{7F6CBE29-1904-5E06-3024-DBCDFC9DBB7D}"/>
              </a:ext>
            </a:extLst>
          </p:cNvPr>
          <p:cNvCxnSpPr>
            <a:cxnSpLocks/>
          </p:cNvCxnSpPr>
          <p:nvPr/>
        </p:nvCxnSpPr>
        <p:spPr>
          <a:xfrm flipH="1" flipV="1">
            <a:off x="4141406" y="4202008"/>
            <a:ext cx="6267" cy="12940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8" name="직사각형 927">
            <a:extLst>
              <a:ext uri="{FF2B5EF4-FFF2-40B4-BE49-F238E27FC236}">
                <a16:creationId xmlns:a16="http://schemas.microsoft.com/office/drawing/2014/main" id="{44AD5E58-2182-DF4E-8583-693508FC9F6D}"/>
              </a:ext>
            </a:extLst>
          </p:cNvPr>
          <p:cNvSpPr>
            <a:spLocks/>
          </p:cNvSpPr>
          <p:nvPr/>
        </p:nvSpPr>
        <p:spPr>
          <a:xfrm>
            <a:off x="3867906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29" name="직선 연결선[R] 928">
            <a:extLst>
              <a:ext uri="{FF2B5EF4-FFF2-40B4-BE49-F238E27FC236}">
                <a16:creationId xmlns:a16="http://schemas.microsoft.com/office/drawing/2014/main" id="{F39E038E-CC5C-82C5-87C3-8E4CEA56D722}"/>
              </a:ext>
            </a:extLst>
          </p:cNvPr>
          <p:cNvCxnSpPr>
            <a:cxnSpLocks/>
          </p:cNvCxnSpPr>
          <p:nvPr/>
        </p:nvCxnSpPr>
        <p:spPr>
          <a:xfrm flipV="1">
            <a:off x="4314306" y="2772480"/>
            <a:ext cx="0" cy="27231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2" name="직사각형 931">
            <a:extLst>
              <a:ext uri="{FF2B5EF4-FFF2-40B4-BE49-F238E27FC236}">
                <a16:creationId xmlns:a16="http://schemas.microsoft.com/office/drawing/2014/main" id="{D9C22D4C-3331-5A40-12A3-FE1A6524D14C}"/>
              </a:ext>
            </a:extLst>
          </p:cNvPr>
          <p:cNvSpPr>
            <a:spLocks/>
          </p:cNvSpPr>
          <p:nvPr/>
        </p:nvSpPr>
        <p:spPr>
          <a:xfrm>
            <a:off x="2507490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3" name="직사각형 932">
            <a:extLst>
              <a:ext uri="{FF2B5EF4-FFF2-40B4-BE49-F238E27FC236}">
                <a16:creationId xmlns:a16="http://schemas.microsoft.com/office/drawing/2014/main" id="{81950CC1-2338-A7C3-7847-6290861B38AF}"/>
              </a:ext>
            </a:extLst>
          </p:cNvPr>
          <p:cNvSpPr>
            <a:spLocks/>
          </p:cNvSpPr>
          <p:nvPr/>
        </p:nvSpPr>
        <p:spPr>
          <a:xfrm>
            <a:off x="2495572" y="3258117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4" name="직사각형 933">
            <a:extLst>
              <a:ext uri="{FF2B5EF4-FFF2-40B4-BE49-F238E27FC236}">
                <a16:creationId xmlns:a16="http://schemas.microsoft.com/office/drawing/2014/main" id="{AD6074A6-C680-B3B3-9073-35518BEFF560}"/>
              </a:ext>
            </a:extLst>
          </p:cNvPr>
          <p:cNvSpPr>
            <a:spLocks/>
          </p:cNvSpPr>
          <p:nvPr/>
        </p:nvSpPr>
        <p:spPr>
          <a:xfrm>
            <a:off x="3867906" y="6336791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role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35" name="직선 연결선[R] 934">
            <a:extLst>
              <a:ext uri="{FF2B5EF4-FFF2-40B4-BE49-F238E27FC236}">
                <a16:creationId xmlns:a16="http://schemas.microsoft.com/office/drawing/2014/main" id="{FCAB2C32-282D-22D1-29FC-B8853068E032}"/>
              </a:ext>
            </a:extLst>
          </p:cNvPr>
          <p:cNvCxnSpPr>
            <a:cxnSpLocks/>
            <a:stCxn id="934" idx="0"/>
            <a:endCxn id="840" idx="2"/>
          </p:cNvCxnSpPr>
          <p:nvPr/>
        </p:nvCxnSpPr>
        <p:spPr>
          <a:xfrm flipV="1">
            <a:off x="4227906" y="5928592"/>
            <a:ext cx="0" cy="4081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8" name="직선 연결선[R] 937">
            <a:extLst>
              <a:ext uri="{FF2B5EF4-FFF2-40B4-BE49-F238E27FC236}">
                <a16:creationId xmlns:a16="http://schemas.microsoft.com/office/drawing/2014/main" id="{2EE8F113-9C1D-1D5F-D6E9-04C57BB5E617}"/>
              </a:ext>
            </a:extLst>
          </p:cNvPr>
          <p:cNvCxnSpPr>
            <a:cxnSpLocks/>
          </p:cNvCxnSpPr>
          <p:nvPr/>
        </p:nvCxnSpPr>
        <p:spPr>
          <a:xfrm flipV="1">
            <a:off x="2873427" y="279016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9" name="직사각형 938">
            <a:extLst>
              <a:ext uri="{FF2B5EF4-FFF2-40B4-BE49-F238E27FC236}">
                <a16:creationId xmlns:a16="http://schemas.microsoft.com/office/drawing/2014/main" id="{DB6A2233-5FC1-1555-B91F-9F1CA4F5E2E6}"/>
              </a:ext>
            </a:extLst>
          </p:cNvPr>
          <p:cNvSpPr>
            <a:spLocks/>
          </p:cNvSpPr>
          <p:nvPr/>
        </p:nvSpPr>
        <p:spPr>
          <a:xfrm>
            <a:off x="6588188" y="460864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0" name="직사각형 939">
            <a:extLst>
              <a:ext uri="{FF2B5EF4-FFF2-40B4-BE49-F238E27FC236}">
                <a16:creationId xmlns:a16="http://schemas.microsoft.com/office/drawing/2014/main" id="{453CF03E-BC51-6483-1915-52B57FC31048}"/>
              </a:ext>
            </a:extLst>
          </p:cNvPr>
          <p:cNvSpPr>
            <a:spLocks/>
          </p:cNvSpPr>
          <p:nvPr/>
        </p:nvSpPr>
        <p:spPr>
          <a:xfrm>
            <a:off x="2507490" y="1797431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1" name="직사각형 940">
            <a:extLst>
              <a:ext uri="{FF2B5EF4-FFF2-40B4-BE49-F238E27FC236}">
                <a16:creationId xmlns:a16="http://schemas.microsoft.com/office/drawing/2014/main" id="{46AB75C5-4226-9579-6CC3-C7E79DAF6755}"/>
              </a:ext>
            </a:extLst>
          </p:cNvPr>
          <p:cNvSpPr>
            <a:spLocks/>
          </p:cNvSpPr>
          <p:nvPr/>
        </p:nvSpPr>
        <p:spPr>
          <a:xfrm>
            <a:off x="1147624" y="179743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2" name="직사각형 941">
            <a:extLst>
              <a:ext uri="{FF2B5EF4-FFF2-40B4-BE49-F238E27FC236}">
                <a16:creationId xmlns:a16="http://schemas.microsoft.com/office/drawing/2014/main" id="{1D3046B1-E342-5ADA-7D48-E998FFEA1E24}"/>
              </a:ext>
            </a:extLst>
          </p:cNvPr>
          <p:cNvSpPr>
            <a:spLocks/>
          </p:cNvSpPr>
          <p:nvPr/>
        </p:nvSpPr>
        <p:spPr>
          <a:xfrm>
            <a:off x="2513427" y="38571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3" name="직사각형 942">
            <a:extLst>
              <a:ext uri="{FF2B5EF4-FFF2-40B4-BE49-F238E27FC236}">
                <a16:creationId xmlns:a16="http://schemas.microsoft.com/office/drawing/2014/main" id="{04537D65-45BC-8C0E-69A4-DAB4E6350B2B}"/>
              </a:ext>
            </a:extLst>
          </p:cNvPr>
          <p:cNvSpPr>
            <a:spLocks/>
          </p:cNvSpPr>
          <p:nvPr/>
        </p:nvSpPr>
        <p:spPr>
          <a:xfrm>
            <a:off x="4363194" y="1009717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ticket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4" name="직사각형 943">
            <a:extLst>
              <a:ext uri="{FF2B5EF4-FFF2-40B4-BE49-F238E27FC236}">
                <a16:creationId xmlns:a16="http://schemas.microsoft.com/office/drawing/2014/main" id="{68079F03-4987-9DCB-65B3-CDC97FBFB593}"/>
              </a:ext>
            </a:extLst>
          </p:cNvPr>
          <p:cNvSpPr>
            <a:spLocks/>
          </p:cNvSpPr>
          <p:nvPr/>
        </p:nvSpPr>
        <p:spPr>
          <a:xfrm>
            <a:off x="4155343" y="105669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5" name="직사각형 944">
            <a:extLst>
              <a:ext uri="{FF2B5EF4-FFF2-40B4-BE49-F238E27FC236}">
                <a16:creationId xmlns:a16="http://schemas.microsoft.com/office/drawing/2014/main" id="{1B7BCDC9-AD12-D271-52E3-3C24E1399516}"/>
              </a:ext>
            </a:extLst>
          </p:cNvPr>
          <p:cNvSpPr>
            <a:spLocks/>
          </p:cNvSpPr>
          <p:nvPr/>
        </p:nvSpPr>
        <p:spPr>
          <a:xfrm>
            <a:off x="5307906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6" name="직사각형 945">
            <a:extLst>
              <a:ext uri="{FF2B5EF4-FFF2-40B4-BE49-F238E27FC236}">
                <a16:creationId xmlns:a16="http://schemas.microsoft.com/office/drawing/2014/main" id="{A91B6E50-47AA-C60D-F9DE-B1B4EBF4BE1E}"/>
              </a:ext>
            </a:extLst>
          </p:cNvPr>
          <p:cNvSpPr>
            <a:spLocks/>
          </p:cNvSpPr>
          <p:nvPr/>
        </p:nvSpPr>
        <p:spPr>
          <a:xfrm>
            <a:off x="5273859" y="1015667"/>
            <a:ext cx="788093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47" name="직선 연결선[R] 946">
            <a:extLst>
              <a:ext uri="{FF2B5EF4-FFF2-40B4-BE49-F238E27FC236}">
                <a16:creationId xmlns:a16="http://schemas.microsoft.com/office/drawing/2014/main" id="{10939951-82E5-4702-5DEB-3BB24CA31DA3}"/>
              </a:ext>
            </a:extLst>
          </p:cNvPr>
          <p:cNvCxnSpPr>
            <a:cxnSpLocks/>
            <a:endCxn id="928" idx="3"/>
          </p:cNvCxnSpPr>
          <p:nvPr/>
        </p:nvCxnSpPr>
        <p:spPr>
          <a:xfrm flipH="1" flipV="1">
            <a:off x="4587906" y="2557450"/>
            <a:ext cx="3442559" cy="5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1" name="직선 연결선[R] 950">
            <a:extLst>
              <a:ext uri="{FF2B5EF4-FFF2-40B4-BE49-F238E27FC236}">
                <a16:creationId xmlns:a16="http://schemas.microsoft.com/office/drawing/2014/main" id="{95B518FB-B68F-A954-6FCA-F4BA76EEFBF1}"/>
              </a:ext>
            </a:extLst>
          </p:cNvPr>
          <p:cNvCxnSpPr>
            <a:cxnSpLocks/>
          </p:cNvCxnSpPr>
          <p:nvPr/>
        </p:nvCxnSpPr>
        <p:spPr>
          <a:xfrm flipV="1">
            <a:off x="8030465" y="2557450"/>
            <a:ext cx="0" cy="2617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4" name="직선 연결선[R] 953">
            <a:extLst>
              <a:ext uri="{FF2B5EF4-FFF2-40B4-BE49-F238E27FC236}">
                <a16:creationId xmlns:a16="http://schemas.microsoft.com/office/drawing/2014/main" id="{F68B00A4-09C9-1606-D7E6-FA231C4E5B82}"/>
              </a:ext>
            </a:extLst>
          </p:cNvPr>
          <p:cNvCxnSpPr>
            <a:cxnSpLocks/>
          </p:cNvCxnSpPr>
          <p:nvPr/>
        </p:nvCxnSpPr>
        <p:spPr>
          <a:xfrm flipV="1">
            <a:off x="4491484" y="2775573"/>
            <a:ext cx="1514" cy="159553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7" name="직선 연결선[R] 956">
            <a:extLst>
              <a:ext uri="{FF2B5EF4-FFF2-40B4-BE49-F238E27FC236}">
                <a16:creationId xmlns:a16="http://schemas.microsoft.com/office/drawing/2014/main" id="{249F61F9-582E-01E7-58B2-592EA418B885}"/>
              </a:ext>
            </a:extLst>
          </p:cNvPr>
          <p:cNvCxnSpPr>
            <a:cxnSpLocks/>
          </p:cNvCxnSpPr>
          <p:nvPr/>
        </p:nvCxnSpPr>
        <p:spPr>
          <a:xfrm flipH="1" flipV="1">
            <a:off x="4500263" y="4374782"/>
            <a:ext cx="2236051" cy="1794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0" name="직선 연결선[R] 959">
            <a:extLst>
              <a:ext uri="{FF2B5EF4-FFF2-40B4-BE49-F238E27FC236}">
                <a16:creationId xmlns:a16="http://schemas.microsoft.com/office/drawing/2014/main" id="{696C69E2-A556-7018-1191-B030F235F886}"/>
              </a:ext>
            </a:extLst>
          </p:cNvPr>
          <p:cNvCxnSpPr>
            <a:cxnSpLocks/>
          </p:cNvCxnSpPr>
          <p:nvPr/>
        </p:nvCxnSpPr>
        <p:spPr>
          <a:xfrm flipV="1">
            <a:off x="6737138" y="4392727"/>
            <a:ext cx="0" cy="215922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2" name="직선 연결선[R] 961">
            <a:extLst>
              <a:ext uri="{FF2B5EF4-FFF2-40B4-BE49-F238E27FC236}">
                <a16:creationId xmlns:a16="http://schemas.microsoft.com/office/drawing/2014/main" id="{C88D00C6-FD6A-F2B1-42E6-0CCD2C28FF79}"/>
              </a:ext>
            </a:extLst>
          </p:cNvPr>
          <p:cNvCxnSpPr>
            <a:cxnSpLocks/>
          </p:cNvCxnSpPr>
          <p:nvPr/>
        </p:nvCxnSpPr>
        <p:spPr>
          <a:xfrm flipV="1">
            <a:off x="7116130" y="3588175"/>
            <a:ext cx="0" cy="10204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5" name="직선 연결선[R] 964">
            <a:extLst>
              <a:ext uri="{FF2B5EF4-FFF2-40B4-BE49-F238E27FC236}">
                <a16:creationId xmlns:a16="http://schemas.microsoft.com/office/drawing/2014/main" id="{8B0DC0C4-E4DC-C3B7-07ED-B066FD021A27}"/>
              </a:ext>
            </a:extLst>
          </p:cNvPr>
          <p:cNvCxnSpPr>
            <a:cxnSpLocks/>
          </p:cNvCxnSpPr>
          <p:nvPr/>
        </p:nvCxnSpPr>
        <p:spPr>
          <a:xfrm flipH="1">
            <a:off x="7116130" y="3588175"/>
            <a:ext cx="91433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" name="직선 연결선[R] 967">
            <a:extLst>
              <a:ext uri="{FF2B5EF4-FFF2-40B4-BE49-F238E27FC236}">
                <a16:creationId xmlns:a16="http://schemas.microsoft.com/office/drawing/2014/main" id="{4C0C5D9B-F1DD-8747-84C1-43A2924A7BE9}"/>
              </a:ext>
            </a:extLst>
          </p:cNvPr>
          <p:cNvCxnSpPr>
            <a:cxnSpLocks/>
          </p:cNvCxnSpPr>
          <p:nvPr/>
        </p:nvCxnSpPr>
        <p:spPr>
          <a:xfrm flipV="1">
            <a:off x="8030465" y="3257900"/>
            <a:ext cx="0" cy="3302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2" name="직선 연결선[R] 971">
            <a:extLst>
              <a:ext uri="{FF2B5EF4-FFF2-40B4-BE49-F238E27FC236}">
                <a16:creationId xmlns:a16="http://schemas.microsoft.com/office/drawing/2014/main" id="{92EF6907-64DB-417D-5D3B-14F10A540C28}"/>
              </a:ext>
            </a:extLst>
          </p:cNvPr>
          <p:cNvCxnSpPr>
            <a:cxnSpLocks/>
            <a:endCxn id="939" idx="2"/>
          </p:cNvCxnSpPr>
          <p:nvPr/>
        </p:nvCxnSpPr>
        <p:spPr>
          <a:xfrm flipV="1">
            <a:off x="6948188" y="5040649"/>
            <a:ext cx="0" cy="21834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5" name="직선 연결선[R] 974">
            <a:extLst>
              <a:ext uri="{FF2B5EF4-FFF2-40B4-BE49-F238E27FC236}">
                <a16:creationId xmlns:a16="http://schemas.microsoft.com/office/drawing/2014/main" id="{202910F1-519F-2449-D7A3-3844C56CD640}"/>
              </a:ext>
            </a:extLst>
          </p:cNvPr>
          <p:cNvCxnSpPr>
            <a:cxnSpLocks/>
          </p:cNvCxnSpPr>
          <p:nvPr/>
        </p:nvCxnSpPr>
        <p:spPr>
          <a:xfrm flipH="1" flipV="1">
            <a:off x="6948188" y="5258990"/>
            <a:ext cx="1082277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8" name="직선 연결선[R] 977">
            <a:extLst>
              <a:ext uri="{FF2B5EF4-FFF2-40B4-BE49-F238E27FC236}">
                <a16:creationId xmlns:a16="http://schemas.microsoft.com/office/drawing/2014/main" id="{260FE5EB-E400-1DD7-5B6F-6687558F04C3}"/>
              </a:ext>
            </a:extLst>
          </p:cNvPr>
          <p:cNvCxnSpPr>
            <a:cxnSpLocks/>
          </p:cNvCxnSpPr>
          <p:nvPr/>
        </p:nvCxnSpPr>
        <p:spPr>
          <a:xfrm flipV="1">
            <a:off x="8030465" y="5262725"/>
            <a:ext cx="0" cy="233867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직선 연결선[R] 981">
            <a:extLst>
              <a:ext uri="{FF2B5EF4-FFF2-40B4-BE49-F238E27FC236}">
                <a16:creationId xmlns:a16="http://schemas.microsoft.com/office/drawing/2014/main" id="{1EF5FD8A-B89B-852E-FFE9-D79FFF47E8CE}"/>
              </a:ext>
            </a:extLst>
          </p:cNvPr>
          <p:cNvCxnSpPr>
            <a:cxnSpLocks/>
            <a:stCxn id="928" idx="1"/>
            <a:endCxn id="932" idx="3"/>
          </p:cNvCxnSpPr>
          <p:nvPr/>
        </p:nvCxnSpPr>
        <p:spPr>
          <a:xfrm flipH="1">
            <a:off x="3227490" y="2557450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5" name="직선 연결선[R] 984">
            <a:extLst>
              <a:ext uri="{FF2B5EF4-FFF2-40B4-BE49-F238E27FC236}">
                <a16:creationId xmlns:a16="http://schemas.microsoft.com/office/drawing/2014/main" id="{0B84902E-0ADA-4F06-F2A9-3B045ED7BC87}"/>
              </a:ext>
            </a:extLst>
          </p:cNvPr>
          <p:cNvCxnSpPr>
            <a:cxnSpLocks/>
          </p:cNvCxnSpPr>
          <p:nvPr/>
        </p:nvCxnSpPr>
        <p:spPr>
          <a:xfrm flipH="1">
            <a:off x="1867624" y="2002286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6" name="직선 연결선[R] 985">
            <a:extLst>
              <a:ext uri="{FF2B5EF4-FFF2-40B4-BE49-F238E27FC236}">
                <a16:creationId xmlns:a16="http://schemas.microsoft.com/office/drawing/2014/main" id="{892F7E1B-E9F1-305A-120D-4B16C30DB46E}"/>
              </a:ext>
            </a:extLst>
          </p:cNvPr>
          <p:cNvCxnSpPr>
            <a:cxnSpLocks/>
          </p:cNvCxnSpPr>
          <p:nvPr/>
        </p:nvCxnSpPr>
        <p:spPr>
          <a:xfrm flipV="1">
            <a:off x="4141406" y="593452"/>
            <a:ext cx="0" cy="17479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9" name="직선 연결선[R] 988">
            <a:extLst>
              <a:ext uri="{FF2B5EF4-FFF2-40B4-BE49-F238E27FC236}">
                <a16:creationId xmlns:a16="http://schemas.microsoft.com/office/drawing/2014/main" id="{5ADC5B08-F171-DD8E-D1B6-C0CE5C90141E}"/>
              </a:ext>
            </a:extLst>
          </p:cNvPr>
          <p:cNvCxnSpPr>
            <a:cxnSpLocks/>
            <a:endCxn id="942" idx="3"/>
          </p:cNvCxnSpPr>
          <p:nvPr/>
        </p:nvCxnSpPr>
        <p:spPr>
          <a:xfrm flipH="1">
            <a:off x="3233427" y="601719"/>
            <a:ext cx="9079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2" name="직선 연결선[R] 991">
            <a:extLst>
              <a:ext uri="{FF2B5EF4-FFF2-40B4-BE49-F238E27FC236}">
                <a16:creationId xmlns:a16="http://schemas.microsoft.com/office/drawing/2014/main" id="{138E8279-F2F8-0E4B-7B99-3514D1FD0020}"/>
              </a:ext>
            </a:extLst>
          </p:cNvPr>
          <p:cNvCxnSpPr>
            <a:cxnSpLocks/>
            <a:stCxn id="940" idx="0"/>
            <a:endCxn id="942" idx="2"/>
          </p:cNvCxnSpPr>
          <p:nvPr/>
        </p:nvCxnSpPr>
        <p:spPr>
          <a:xfrm flipV="1">
            <a:off x="2867490" y="817719"/>
            <a:ext cx="5937" cy="9797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9" name="직선 연결선[R] 998">
            <a:extLst>
              <a:ext uri="{FF2B5EF4-FFF2-40B4-BE49-F238E27FC236}">
                <a16:creationId xmlns:a16="http://schemas.microsoft.com/office/drawing/2014/main" id="{BF32737C-B3B3-72B0-8B4D-A1B830383C01}"/>
              </a:ext>
            </a:extLst>
          </p:cNvPr>
          <p:cNvCxnSpPr>
            <a:cxnSpLocks/>
          </p:cNvCxnSpPr>
          <p:nvPr/>
        </p:nvCxnSpPr>
        <p:spPr>
          <a:xfrm flipV="1">
            <a:off x="4309430" y="536461"/>
            <a:ext cx="0" cy="18049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1" name="직선 연결선[R] 1000">
            <a:extLst>
              <a:ext uri="{FF2B5EF4-FFF2-40B4-BE49-F238E27FC236}">
                <a16:creationId xmlns:a16="http://schemas.microsoft.com/office/drawing/2014/main" id="{BC78DB78-C11B-9A03-367D-F8D76EEE9D65}"/>
              </a:ext>
            </a:extLst>
          </p:cNvPr>
          <p:cNvCxnSpPr>
            <a:cxnSpLocks/>
          </p:cNvCxnSpPr>
          <p:nvPr/>
        </p:nvCxnSpPr>
        <p:spPr>
          <a:xfrm flipV="1">
            <a:off x="4468180" y="1441717"/>
            <a:ext cx="0" cy="8996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4" name="직선 연결선[R] 1003">
            <a:extLst>
              <a:ext uri="{FF2B5EF4-FFF2-40B4-BE49-F238E27FC236}">
                <a16:creationId xmlns:a16="http://schemas.microsoft.com/office/drawing/2014/main" id="{CA2364BA-CD40-3E23-F57C-53652E6FD905}"/>
              </a:ext>
            </a:extLst>
          </p:cNvPr>
          <p:cNvCxnSpPr>
            <a:cxnSpLocks/>
            <a:stCxn id="945" idx="1"/>
            <a:endCxn id="944" idx="3"/>
          </p:cNvCxnSpPr>
          <p:nvPr/>
        </p:nvCxnSpPr>
        <p:spPr>
          <a:xfrm flipH="1">
            <a:off x="4875343" y="320461"/>
            <a:ext cx="432563" cy="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7" name="직선 연결선[R] 1006">
            <a:extLst>
              <a:ext uri="{FF2B5EF4-FFF2-40B4-BE49-F238E27FC236}">
                <a16:creationId xmlns:a16="http://schemas.microsoft.com/office/drawing/2014/main" id="{A2F3BFC8-8A25-2B56-3C44-865DEDE6FF88}"/>
              </a:ext>
            </a:extLst>
          </p:cNvPr>
          <p:cNvCxnSpPr>
            <a:cxnSpLocks/>
            <a:stCxn id="945" idx="2"/>
            <a:endCxn id="946" idx="0"/>
          </p:cNvCxnSpPr>
          <p:nvPr/>
        </p:nvCxnSpPr>
        <p:spPr>
          <a:xfrm>
            <a:off x="5667906" y="536461"/>
            <a:ext cx="0" cy="47920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8" name="직사각형 1017">
            <a:extLst>
              <a:ext uri="{FF2B5EF4-FFF2-40B4-BE49-F238E27FC236}">
                <a16:creationId xmlns:a16="http://schemas.microsoft.com/office/drawing/2014/main" id="{5AA3B623-78A4-549E-11C4-CC4E9D8E99BC}"/>
              </a:ext>
            </a:extLst>
          </p:cNvPr>
          <p:cNvSpPr>
            <a:spLocks/>
          </p:cNvSpPr>
          <p:nvPr/>
        </p:nvSpPr>
        <p:spPr>
          <a:xfrm>
            <a:off x="1147624" y="458737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1" name="직사각형 1020">
            <a:extLst>
              <a:ext uri="{FF2B5EF4-FFF2-40B4-BE49-F238E27FC236}">
                <a16:creationId xmlns:a16="http://schemas.microsoft.com/office/drawing/2014/main" id="{B3E366F9-C173-991E-F983-87360012DA20}"/>
              </a:ext>
            </a:extLst>
          </p:cNvPr>
          <p:cNvSpPr>
            <a:spLocks/>
          </p:cNvSpPr>
          <p:nvPr/>
        </p:nvSpPr>
        <p:spPr>
          <a:xfrm>
            <a:off x="1147074" y="549659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item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2" name="직사각형 1021">
            <a:extLst>
              <a:ext uri="{FF2B5EF4-FFF2-40B4-BE49-F238E27FC236}">
                <a16:creationId xmlns:a16="http://schemas.microsoft.com/office/drawing/2014/main" id="{4829B6A5-AF2F-EB75-50EC-91909C3EF42F}"/>
              </a:ext>
            </a:extLst>
          </p:cNvPr>
          <p:cNvSpPr>
            <a:spLocks/>
          </p:cNvSpPr>
          <p:nvPr/>
        </p:nvSpPr>
        <p:spPr>
          <a:xfrm>
            <a:off x="1147624" y="627919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menu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3" name="직사각형 1022">
            <a:extLst>
              <a:ext uri="{FF2B5EF4-FFF2-40B4-BE49-F238E27FC236}">
                <a16:creationId xmlns:a16="http://schemas.microsoft.com/office/drawing/2014/main" id="{87E69158-F479-AB08-B86D-B27DB00D15F2}"/>
              </a:ext>
            </a:extLst>
          </p:cNvPr>
          <p:cNvSpPr>
            <a:spLocks/>
          </p:cNvSpPr>
          <p:nvPr/>
        </p:nvSpPr>
        <p:spPr>
          <a:xfrm>
            <a:off x="5745306" y="4600407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4" name="직사각형 1023">
            <a:extLst>
              <a:ext uri="{FF2B5EF4-FFF2-40B4-BE49-F238E27FC236}">
                <a16:creationId xmlns:a16="http://schemas.microsoft.com/office/drawing/2014/main" id="{EB04469A-EFE0-6206-7EF2-DCD2ADBBF740}"/>
              </a:ext>
            </a:extLst>
          </p:cNvPr>
          <p:cNvSpPr>
            <a:spLocks/>
          </p:cNvSpPr>
          <p:nvPr/>
        </p:nvSpPr>
        <p:spPr>
          <a:xfrm>
            <a:off x="5001156" y="5172592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like</a:t>
            </a:r>
          </a:p>
        </p:txBody>
      </p:sp>
      <p:sp>
        <p:nvSpPr>
          <p:cNvPr id="1025" name="직사각형 1024">
            <a:extLst>
              <a:ext uri="{FF2B5EF4-FFF2-40B4-BE49-F238E27FC236}">
                <a16:creationId xmlns:a16="http://schemas.microsoft.com/office/drawing/2014/main" id="{35FF927A-B4AE-AC68-5677-39365EBFCB1B}"/>
              </a:ext>
            </a:extLst>
          </p:cNvPr>
          <p:cNvSpPr>
            <a:spLocks/>
          </p:cNvSpPr>
          <p:nvPr/>
        </p:nvSpPr>
        <p:spPr>
          <a:xfrm>
            <a:off x="4647980" y="1909450"/>
            <a:ext cx="1099677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recommendation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6" name="직사각형 1025">
            <a:extLst>
              <a:ext uri="{FF2B5EF4-FFF2-40B4-BE49-F238E27FC236}">
                <a16:creationId xmlns:a16="http://schemas.microsoft.com/office/drawing/2014/main" id="{346DF187-5A96-1AC0-3979-17E4F8A136C3}"/>
              </a:ext>
            </a:extLst>
          </p:cNvPr>
          <p:cNvSpPr>
            <a:spLocks/>
          </p:cNvSpPr>
          <p:nvPr/>
        </p:nvSpPr>
        <p:spPr>
          <a:xfrm>
            <a:off x="11139142" y="2234019"/>
            <a:ext cx="720000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audit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log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027" name="직선 연결선[R] 1026">
            <a:extLst>
              <a:ext uri="{FF2B5EF4-FFF2-40B4-BE49-F238E27FC236}">
                <a16:creationId xmlns:a16="http://schemas.microsoft.com/office/drawing/2014/main" id="{1601342E-300C-BF00-0DA3-399564653670}"/>
              </a:ext>
            </a:extLst>
          </p:cNvPr>
          <p:cNvCxnSpPr>
            <a:cxnSpLocks/>
            <a:stCxn id="1018" idx="0"/>
            <a:endCxn id="834" idx="2"/>
          </p:cNvCxnSpPr>
          <p:nvPr/>
        </p:nvCxnSpPr>
        <p:spPr>
          <a:xfrm flipV="1">
            <a:off x="1507624" y="4134051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직선 연결선[R] 1029">
            <a:extLst>
              <a:ext uri="{FF2B5EF4-FFF2-40B4-BE49-F238E27FC236}">
                <a16:creationId xmlns:a16="http://schemas.microsoft.com/office/drawing/2014/main" id="{255BF306-1E10-CCBD-78BE-D581DE3260F3}"/>
              </a:ext>
            </a:extLst>
          </p:cNvPr>
          <p:cNvCxnSpPr>
            <a:cxnSpLocks/>
          </p:cNvCxnSpPr>
          <p:nvPr/>
        </p:nvCxnSpPr>
        <p:spPr>
          <a:xfrm flipV="1">
            <a:off x="1507624" y="5032329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직선 연결선[R] 1030">
            <a:extLst>
              <a:ext uri="{FF2B5EF4-FFF2-40B4-BE49-F238E27FC236}">
                <a16:creationId xmlns:a16="http://schemas.microsoft.com/office/drawing/2014/main" id="{003F6466-6298-0D85-872C-D799E73E83DA}"/>
              </a:ext>
            </a:extLst>
          </p:cNvPr>
          <p:cNvCxnSpPr>
            <a:cxnSpLocks/>
          </p:cNvCxnSpPr>
          <p:nvPr/>
        </p:nvCxnSpPr>
        <p:spPr>
          <a:xfrm flipH="1">
            <a:off x="1867624" y="4669991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직선 연결선[R] 1033">
            <a:extLst>
              <a:ext uri="{FF2B5EF4-FFF2-40B4-BE49-F238E27FC236}">
                <a16:creationId xmlns:a16="http://schemas.microsoft.com/office/drawing/2014/main" id="{08B86A58-3BE8-5CF4-4ADD-2E903E95E6FB}"/>
              </a:ext>
            </a:extLst>
          </p:cNvPr>
          <p:cNvCxnSpPr>
            <a:cxnSpLocks/>
          </p:cNvCxnSpPr>
          <p:nvPr/>
        </p:nvCxnSpPr>
        <p:spPr>
          <a:xfrm>
            <a:off x="4008982" y="4678646"/>
            <a:ext cx="0" cy="8169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직선 연결선[R] 1038">
            <a:extLst>
              <a:ext uri="{FF2B5EF4-FFF2-40B4-BE49-F238E27FC236}">
                <a16:creationId xmlns:a16="http://schemas.microsoft.com/office/drawing/2014/main" id="{208B96DD-05A9-AE3A-8F41-F813AE322A04}"/>
              </a:ext>
            </a:extLst>
          </p:cNvPr>
          <p:cNvCxnSpPr>
            <a:cxnSpLocks/>
            <a:stCxn id="1022" idx="0"/>
            <a:endCxn id="1021" idx="2"/>
          </p:cNvCxnSpPr>
          <p:nvPr/>
        </p:nvCxnSpPr>
        <p:spPr>
          <a:xfrm flipH="1" flipV="1">
            <a:off x="1507074" y="5928592"/>
            <a:ext cx="550" cy="3505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2" name="직선 연결선[R] 1041">
            <a:extLst>
              <a:ext uri="{FF2B5EF4-FFF2-40B4-BE49-F238E27FC236}">
                <a16:creationId xmlns:a16="http://schemas.microsoft.com/office/drawing/2014/main" id="{68AB35ED-C147-69B6-B583-DEB80A55BC7A}"/>
              </a:ext>
            </a:extLst>
          </p:cNvPr>
          <p:cNvCxnSpPr>
            <a:cxnSpLocks/>
          </p:cNvCxnSpPr>
          <p:nvPr/>
        </p:nvCxnSpPr>
        <p:spPr>
          <a:xfrm flipV="1">
            <a:off x="8218271" y="1441717"/>
            <a:ext cx="0" cy="23386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직선 연결선[R] 1043">
            <a:extLst>
              <a:ext uri="{FF2B5EF4-FFF2-40B4-BE49-F238E27FC236}">
                <a16:creationId xmlns:a16="http://schemas.microsoft.com/office/drawing/2014/main" id="{7517D7EC-D981-DE12-22AC-5FBCF432E078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20098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직선 연결선[R] 1046">
            <a:extLst>
              <a:ext uri="{FF2B5EF4-FFF2-40B4-BE49-F238E27FC236}">
                <a16:creationId xmlns:a16="http://schemas.microsoft.com/office/drawing/2014/main" id="{E05D853C-E759-11F3-3A9A-9CA81C787B26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0" cy="29211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0" name="직선 연결선[R] 1049">
            <a:extLst>
              <a:ext uri="{FF2B5EF4-FFF2-40B4-BE49-F238E27FC236}">
                <a16:creationId xmlns:a16="http://schemas.microsoft.com/office/drawing/2014/main" id="{0C18BFD8-2BEC-C31E-A033-7B77133E5267}"/>
              </a:ext>
            </a:extLst>
          </p:cNvPr>
          <p:cNvCxnSpPr>
            <a:cxnSpLocks/>
            <a:stCxn id="1023" idx="1"/>
          </p:cNvCxnSpPr>
          <p:nvPr/>
        </p:nvCxnSpPr>
        <p:spPr>
          <a:xfrm flipH="1">
            <a:off x="4480940" y="4816407"/>
            <a:ext cx="12643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직선 연결선[R] 1052">
            <a:extLst>
              <a:ext uri="{FF2B5EF4-FFF2-40B4-BE49-F238E27FC236}">
                <a16:creationId xmlns:a16="http://schemas.microsoft.com/office/drawing/2014/main" id="{087D65BE-C21B-8055-F31B-9163691538FB}"/>
              </a:ext>
            </a:extLst>
          </p:cNvPr>
          <p:cNvCxnSpPr>
            <a:cxnSpLocks/>
          </p:cNvCxnSpPr>
          <p:nvPr/>
        </p:nvCxnSpPr>
        <p:spPr>
          <a:xfrm flipV="1">
            <a:off x="4464380" y="4821101"/>
            <a:ext cx="0" cy="683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직선 연결선[R] 1058">
            <a:extLst>
              <a:ext uri="{FF2B5EF4-FFF2-40B4-BE49-F238E27FC236}">
                <a16:creationId xmlns:a16="http://schemas.microsoft.com/office/drawing/2014/main" id="{FC24BA4D-C4A9-4649-9D8D-090E97AB1D4A}"/>
              </a:ext>
            </a:extLst>
          </p:cNvPr>
          <p:cNvCxnSpPr>
            <a:cxnSpLocks/>
            <a:endCxn id="1024" idx="3"/>
          </p:cNvCxnSpPr>
          <p:nvPr/>
        </p:nvCxnSpPr>
        <p:spPr>
          <a:xfrm flipH="1">
            <a:off x="5721156" y="5388592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직선 연결선[R] 1061">
            <a:extLst>
              <a:ext uri="{FF2B5EF4-FFF2-40B4-BE49-F238E27FC236}">
                <a16:creationId xmlns:a16="http://schemas.microsoft.com/office/drawing/2014/main" id="{862E5940-7940-EDBF-9783-02D07D3238BA}"/>
              </a:ext>
            </a:extLst>
          </p:cNvPr>
          <p:cNvCxnSpPr>
            <a:cxnSpLocks/>
            <a:endCxn id="1023" idx="2"/>
          </p:cNvCxnSpPr>
          <p:nvPr/>
        </p:nvCxnSpPr>
        <p:spPr>
          <a:xfrm flipV="1">
            <a:off x="6105306" y="5032407"/>
            <a:ext cx="0" cy="3328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직선 연결선[R] 1066">
            <a:extLst>
              <a:ext uri="{FF2B5EF4-FFF2-40B4-BE49-F238E27FC236}">
                <a16:creationId xmlns:a16="http://schemas.microsoft.com/office/drawing/2014/main" id="{207E7083-02A0-9481-FEC8-680DB042284A}"/>
              </a:ext>
            </a:extLst>
          </p:cNvPr>
          <p:cNvCxnSpPr>
            <a:cxnSpLocks/>
          </p:cNvCxnSpPr>
          <p:nvPr/>
        </p:nvCxnSpPr>
        <p:spPr>
          <a:xfrm flipH="1">
            <a:off x="4587906" y="5554569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9" name="직선 연결선[R] 1068">
            <a:extLst>
              <a:ext uri="{FF2B5EF4-FFF2-40B4-BE49-F238E27FC236}">
                <a16:creationId xmlns:a16="http://schemas.microsoft.com/office/drawing/2014/main" id="{D7C599D8-FB3D-222C-6F3A-CD790BF42E31}"/>
              </a:ext>
            </a:extLst>
          </p:cNvPr>
          <p:cNvCxnSpPr>
            <a:cxnSpLocks/>
          </p:cNvCxnSpPr>
          <p:nvPr/>
        </p:nvCxnSpPr>
        <p:spPr>
          <a:xfrm flipV="1">
            <a:off x="4822003" y="2355053"/>
            <a:ext cx="0" cy="34797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3" name="직선 연결선[R] 1072">
            <a:extLst>
              <a:ext uri="{FF2B5EF4-FFF2-40B4-BE49-F238E27FC236}">
                <a16:creationId xmlns:a16="http://schemas.microsoft.com/office/drawing/2014/main" id="{3893F4D6-580D-2046-DB39-62BF107455D9}"/>
              </a:ext>
            </a:extLst>
          </p:cNvPr>
          <p:cNvCxnSpPr>
            <a:cxnSpLocks/>
          </p:cNvCxnSpPr>
          <p:nvPr/>
        </p:nvCxnSpPr>
        <p:spPr>
          <a:xfrm flipH="1">
            <a:off x="4587906" y="5842878"/>
            <a:ext cx="23934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5" name="직사각형 1074">
            <a:extLst>
              <a:ext uri="{FF2B5EF4-FFF2-40B4-BE49-F238E27FC236}">
                <a16:creationId xmlns:a16="http://schemas.microsoft.com/office/drawing/2014/main" id="{121531FC-12CC-A930-2175-33669ED6FBF6}"/>
              </a:ext>
            </a:extLst>
          </p:cNvPr>
          <p:cNvSpPr>
            <a:spLocks/>
          </p:cNvSpPr>
          <p:nvPr/>
        </p:nvSpPr>
        <p:spPr>
          <a:xfrm>
            <a:off x="11139142" y="1656062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tax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6" name="직선 연결선 351">
            <a:extLst>
              <a:ext uri="{FF2B5EF4-FFF2-40B4-BE49-F238E27FC236}">
                <a16:creationId xmlns:a16="http://schemas.microsoft.com/office/drawing/2014/main" id="{6E1D745F-CF10-7411-F04B-02F08A401068}"/>
              </a:ext>
            </a:extLst>
          </p:cNvPr>
          <p:cNvCxnSpPr>
            <a:cxnSpLocks/>
          </p:cNvCxnSpPr>
          <p:nvPr/>
        </p:nvCxnSpPr>
        <p:spPr>
          <a:xfrm>
            <a:off x="8386702" y="149591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51">
            <a:extLst>
              <a:ext uri="{FF2B5EF4-FFF2-40B4-BE49-F238E27FC236}">
                <a16:creationId xmlns:a16="http://schemas.microsoft.com/office/drawing/2014/main" id="{1BC08207-BA9B-DE71-D586-CED43656A3AB}"/>
              </a:ext>
            </a:extLst>
          </p:cNvPr>
          <p:cNvCxnSpPr>
            <a:cxnSpLocks/>
          </p:cNvCxnSpPr>
          <p:nvPr/>
        </p:nvCxnSpPr>
        <p:spPr>
          <a:xfrm>
            <a:off x="8170475" y="36462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351">
            <a:extLst>
              <a:ext uri="{FF2B5EF4-FFF2-40B4-BE49-F238E27FC236}">
                <a16:creationId xmlns:a16="http://schemas.microsoft.com/office/drawing/2014/main" id="{117A1B4E-515D-0534-B7CD-FF9B004FBE4C}"/>
              </a:ext>
            </a:extLst>
          </p:cNvPr>
          <p:cNvCxnSpPr>
            <a:cxnSpLocks/>
          </p:cNvCxnSpPr>
          <p:nvPr/>
        </p:nvCxnSpPr>
        <p:spPr>
          <a:xfrm>
            <a:off x="7357364" y="29676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351">
            <a:extLst>
              <a:ext uri="{FF2B5EF4-FFF2-40B4-BE49-F238E27FC236}">
                <a16:creationId xmlns:a16="http://schemas.microsoft.com/office/drawing/2014/main" id="{75287412-D1F8-FE70-C252-9A617F5C46C8}"/>
              </a:ext>
            </a:extLst>
          </p:cNvPr>
          <p:cNvCxnSpPr>
            <a:cxnSpLocks/>
          </p:cNvCxnSpPr>
          <p:nvPr/>
        </p:nvCxnSpPr>
        <p:spPr>
          <a:xfrm>
            <a:off x="8177195" y="420200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직선 연결선 351">
            <a:extLst>
              <a:ext uri="{FF2B5EF4-FFF2-40B4-BE49-F238E27FC236}">
                <a16:creationId xmlns:a16="http://schemas.microsoft.com/office/drawing/2014/main" id="{AB0F2057-E070-FC5B-DF63-296F625A08E5}"/>
              </a:ext>
            </a:extLst>
          </p:cNvPr>
          <p:cNvCxnSpPr>
            <a:cxnSpLocks/>
          </p:cNvCxnSpPr>
          <p:nvPr/>
        </p:nvCxnSpPr>
        <p:spPr>
          <a:xfrm>
            <a:off x="8174471" y="507606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0" name="직선 연결선 351">
            <a:extLst>
              <a:ext uri="{FF2B5EF4-FFF2-40B4-BE49-F238E27FC236}">
                <a16:creationId xmlns:a16="http://schemas.microsoft.com/office/drawing/2014/main" id="{7BA151F0-0C98-33CE-E740-28ADD2F33E3F}"/>
              </a:ext>
            </a:extLst>
          </p:cNvPr>
          <p:cNvCxnSpPr>
            <a:cxnSpLocks/>
          </p:cNvCxnSpPr>
          <p:nvPr/>
        </p:nvCxnSpPr>
        <p:spPr>
          <a:xfrm>
            <a:off x="10164731" y="420095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0" name="직선 연결선 351">
            <a:extLst>
              <a:ext uri="{FF2B5EF4-FFF2-40B4-BE49-F238E27FC236}">
                <a16:creationId xmlns:a16="http://schemas.microsoft.com/office/drawing/2014/main" id="{27B7D100-CBCC-0881-E8A3-70427099B0E3}"/>
              </a:ext>
            </a:extLst>
          </p:cNvPr>
          <p:cNvCxnSpPr>
            <a:cxnSpLocks/>
          </p:cNvCxnSpPr>
          <p:nvPr/>
        </p:nvCxnSpPr>
        <p:spPr>
          <a:xfrm>
            <a:off x="8174471" y="2397253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4" name="직선 연결선 351">
            <a:extLst>
              <a:ext uri="{FF2B5EF4-FFF2-40B4-BE49-F238E27FC236}">
                <a16:creationId xmlns:a16="http://schemas.microsoft.com/office/drawing/2014/main" id="{1978D187-2F04-3713-B355-F1E9C68E50B1}"/>
              </a:ext>
            </a:extLst>
          </p:cNvPr>
          <p:cNvCxnSpPr>
            <a:cxnSpLocks/>
          </p:cNvCxnSpPr>
          <p:nvPr/>
        </p:nvCxnSpPr>
        <p:spPr>
          <a:xfrm>
            <a:off x="8643731" y="296738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4" name="직선 연결선 351">
            <a:extLst>
              <a:ext uri="{FF2B5EF4-FFF2-40B4-BE49-F238E27FC236}">
                <a16:creationId xmlns:a16="http://schemas.microsoft.com/office/drawing/2014/main" id="{ABEFF852-EA92-4758-92A2-F61225BF7244}"/>
              </a:ext>
            </a:extLst>
          </p:cNvPr>
          <p:cNvCxnSpPr>
            <a:cxnSpLocks/>
          </p:cNvCxnSpPr>
          <p:nvPr/>
        </p:nvCxnSpPr>
        <p:spPr>
          <a:xfrm>
            <a:off x="10168042" y="365597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87" name="그룹 986">
            <a:extLst>
              <a:ext uri="{FF2B5EF4-FFF2-40B4-BE49-F238E27FC236}">
                <a16:creationId xmlns:a16="http://schemas.microsoft.com/office/drawing/2014/main" id="{798F128C-4BD2-00CD-8CC1-AFE09B6F65A8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956431" y="876576"/>
            <a:ext cx="148067" cy="108000"/>
            <a:chOff x="7409659" y="2902132"/>
            <a:chExt cx="317047" cy="239471"/>
          </a:xfrm>
        </p:grpSpPr>
        <p:grpSp>
          <p:nvGrpSpPr>
            <p:cNvPr id="988" name="그룹 987">
              <a:extLst>
                <a:ext uri="{FF2B5EF4-FFF2-40B4-BE49-F238E27FC236}">
                  <a16:creationId xmlns:a16="http://schemas.microsoft.com/office/drawing/2014/main" id="{44F299FC-D07F-FA3C-18F5-9F3E61E6047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93" name="직선 연결선 322">
                <a:extLst>
                  <a:ext uri="{FF2B5EF4-FFF2-40B4-BE49-F238E27FC236}">
                    <a16:creationId xmlns:a16="http://schemas.microsoft.com/office/drawing/2014/main" id="{866B55F7-6053-D856-7C5D-7919A03292F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4" name="직선 연결선 323">
                <a:extLst>
                  <a:ext uri="{FF2B5EF4-FFF2-40B4-BE49-F238E27FC236}">
                    <a16:creationId xmlns:a16="http://schemas.microsoft.com/office/drawing/2014/main" id="{DFDA6DEC-5CAB-2F4F-C717-B56CDAA83BA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5" name="직선 연결선 324">
                <a:extLst>
                  <a:ext uri="{FF2B5EF4-FFF2-40B4-BE49-F238E27FC236}">
                    <a16:creationId xmlns:a16="http://schemas.microsoft.com/office/drawing/2014/main" id="{9A93FA48-6029-CAA6-D5A6-14A4EABEFA3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0" name="직선 연결선 326">
              <a:extLst>
                <a:ext uri="{FF2B5EF4-FFF2-40B4-BE49-F238E27FC236}">
                  <a16:creationId xmlns:a16="http://schemas.microsoft.com/office/drawing/2014/main" id="{91FFB65F-90BC-2412-8544-9486ABB2DF8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1" name="타원 990">
              <a:extLst>
                <a:ext uri="{FF2B5EF4-FFF2-40B4-BE49-F238E27FC236}">
                  <a16:creationId xmlns:a16="http://schemas.microsoft.com/office/drawing/2014/main" id="{B49C0A3F-3194-D5AB-4CC2-5575559C8DB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996" name="그룹 995">
            <a:extLst>
              <a:ext uri="{FF2B5EF4-FFF2-40B4-BE49-F238E27FC236}">
                <a16:creationId xmlns:a16="http://schemas.microsoft.com/office/drawing/2014/main" id="{3E43B096-5CA3-FBA4-B2CB-A01FB9BD4AAE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878922"/>
            <a:ext cx="148067" cy="108000"/>
            <a:chOff x="7409659" y="2902132"/>
            <a:chExt cx="317047" cy="239471"/>
          </a:xfrm>
        </p:grpSpPr>
        <p:grpSp>
          <p:nvGrpSpPr>
            <p:cNvPr id="997" name="그룹 996">
              <a:extLst>
                <a:ext uri="{FF2B5EF4-FFF2-40B4-BE49-F238E27FC236}">
                  <a16:creationId xmlns:a16="http://schemas.microsoft.com/office/drawing/2014/main" id="{8AE99120-66EA-1B02-023B-026AB296509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002" name="직선 연결선 322">
                <a:extLst>
                  <a:ext uri="{FF2B5EF4-FFF2-40B4-BE49-F238E27FC236}">
                    <a16:creationId xmlns:a16="http://schemas.microsoft.com/office/drawing/2014/main" id="{F07E6AFA-2E56-1F27-396F-87A82B9AB6F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3" name="직선 연결선 323">
                <a:extLst>
                  <a:ext uri="{FF2B5EF4-FFF2-40B4-BE49-F238E27FC236}">
                    <a16:creationId xmlns:a16="http://schemas.microsoft.com/office/drawing/2014/main" id="{D2DC4D62-FDAB-3AD9-EF73-3A8A7142151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5" name="직선 연결선 324">
                <a:extLst>
                  <a:ext uri="{FF2B5EF4-FFF2-40B4-BE49-F238E27FC236}">
                    <a16:creationId xmlns:a16="http://schemas.microsoft.com/office/drawing/2014/main" id="{ACAACA65-AD63-A84A-C4F1-35BC9E91ADD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8" name="직선 연결선 326">
              <a:extLst>
                <a:ext uri="{FF2B5EF4-FFF2-40B4-BE49-F238E27FC236}">
                  <a16:creationId xmlns:a16="http://schemas.microsoft.com/office/drawing/2014/main" id="{AA56A179-7DF8-CFE9-CE68-1E205933F03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00" name="타원 999">
              <a:extLst>
                <a:ext uri="{FF2B5EF4-FFF2-40B4-BE49-F238E27FC236}">
                  <a16:creationId xmlns:a16="http://schemas.microsoft.com/office/drawing/2014/main" id="{0B832627-AE04-6CE4-1B00-6034F2B389E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036" name="직선 연결선 351">
            <a:extLst>
              <a:ext uri="{FF2B5EF4-FFF2-40B4-BE49-F238E27FC236}">
                <a16:creationId xmlns:a16="http://schemas.microsoft.com/office/drawing/2014/main" id="{EEC2B2C0-F906-E02E-D409-FF4C93E82543}"/>
              </a:ext>
            </a:extLst>
          </p:cNvPr>
          <p:cNvCxnSpPr>
            <a:cxnSpLocks/>
          </p:cNvCxnSpPr>
          <p:nvPr/>
        </p:nvCxnSpPr>
        <p:spPr>
          <a:xfrm>
            <a:off x="9791251" y="194870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7" name="직선 연결선 351">
            <a:extLst>
              <a:ext uri="{FF2B5EF4-FFF2-40B4-BE49-F238E27FC236}">
                <a16:creationId xmlns:a16="http://schemas.microsoft.com/office/drawing/2014/main" id="{9657EDC2-25E1-552B-E238-8D4F618CAAC5}"/>
              </a:ext>
            </a:extLst>
          </p:cNvPr>
          <p:cNvCxnSpPr>
            <a:cxnSpLocks/>
          </p:cNvCxnSpPr>
          <p:nvPr/>
        </p:nvCxnSpPr>
        <p:spPr>
          <a:xfrm>
            <a:off x="9793398" y="2191667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8" name="직선 연결선[R] 1037">
            <a:extLst>
              <a:ext uri="{FF2B5EF4-FFF2-40B4-BE49-F238E27FC236}">
                <a16:creationId xmlns:a16="http://schemas.microsoft.com/office/drawing/2014/main" id="{345858B9-0D25-7AB3-1DFB-B860C68D9B91}"/>
              </a:ext>
            </a:extLst>
          </p:cNvPr>
          <p:cNvCxnSpPr>
            <a:cxnSpLocks/>
          </p:cNvCxnSpPr>
          <p:nvPr/>
        </p:nvCxnSpPr>
        <p:spPr>
          <a:xfrm flipH="1">
            <a:off x="8588046" y="1299699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7" name="직선 연결선 351">
            <a:extLst>
              <a:ext uri="{FF2B5EF4-FFF2-40B4-BE49-F238E27FC236}">
                <a16:creationId xmlns:a16="http://schemas.microsoft.com/office/drawing/2014/main" id="{AECDC890-C179-38BF-FDAB-B0CA735BA9F7}"/>
              </a:ext>
            </a:extLst>
          </p:cNvPr>
          <p:cNvCxnSpPr>
            <a:cxnSpLocks/>
          </p:cNvCxnSpPr>
          <p:nvPr/>
        </p:nvCxnSpPr>
        <p:spPr>
          <a:xfrm>
            <a:off x="8639467" y="108422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직선 연결선 351">
            <a:extLst>
              <a:ext uri="{FF2B5EF4-FFF2-40B4-BE49-F238E27FC236}">
                <a16:creationId xmlns:a16="http://schemas.microsoft.com/office/drawing/2014/main" id="{ECE0A40A-A35F-E10C-B78E-4D031426B105}"/>
              </a:ext>
            </a:extLst>
          </p:cNvPr>
          <p:cNvCxnSpPr>
            <a:cxnSpLocks/>
          </p:cNvCxnSpPr>
          <p:nvPr/>
        </p:nvCxnSpPr>
        <p:spPr>
          <a:xfrm>
            <a:off x="8636460" y="121979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8" name="직선 연결선 351">
            <a:extLst>
              <a:ext uri="{FF2B5EF4-FFF2-40B4-BE49-F238E27FC236}">
                <a16:creationId xmlns:a16="http://schemas.microsoft.com/office/drawing/2014/main" id="{D4C2479C-A9DF-B214-7207-B9E49B82BF5A}"/>
              </a:ext>
            </a:extLst>
          </p:cNvPr>
          <p:cNvCxnSpPr>
            <a:cxnSpLocks/>
          </p:cNvCxnSpPr>
          <p:nvPr/>
        </p:nvCxnSpPr>
        <p:spPr>
          <a:xfrm>
            <a:off x="5613906" y="329055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9" name="직선 연결선 351">
            <a:extLst>
              <a:ext uri="{FF2B5EF4-FFF2-40B4-BE49-F238E27FC236}">
                <a16:creationId xmlns:a16="http://schemas.microsoft.com/office/drawing/2014/main" id="{19D1F6E9-43CF-358F-F5B0-9AFD021253C6}"/>
              </a:ext>
            </a:extLst>
          </p:cNvPr>
          <p:cNvCxnSpPr>
            <a:cxnSpLocks/>
          </p:cNvCxnSpPr>
          <p:nvPr/>
        </p:nvCxnSpPr>
        <p:spPr>
          <a:xfrm>
            <a:off x="6086474" y="387041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2" name="직선 연결선 351">
            <a:extLst>
              <a:ext uri="{FF2B5EF4-FFF2-40B4-BE49-F238E27FC236}">
                <a16:creationId xmlns:a16="http://schemas.microsoft.com/office/drawing/2014/main" id="{50D14309-AF03-F07A-16B4-59F271C98249}"/>
              </a:ext>
            </a:extLst>
          </p:cNvPr>
          <p:cNvCxnSpPr>
            <a:cxnSpLocks/>
          </p:cNvCxnSpPr>
          <p:nvPr/>
        </p:nvCxnSpPr>
        <p:spPr>
          <a:xfrm>
            <a:off x="7813083" y="3074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3" name="직선 연결선 351">
            <a:extLst>
              <a:ext uri="{FF2B5EF4-FFF2-40B4-BE49-F238E27FC236}">
                <a16:creationId xmlns:a16="http://schemas.microsoft.com/office/drawing/2014/main" id="{92605822-8118-1F24-F0B8-F2CC01FF8E50}"/>
              </a:ext>
            </a:extLst>
          </p:cNvPr>
          <p:cNvCxnSpPr>
            <a:cxnSpLocks/>
          </p:cNvCxnSpPr>
          <p:nvPr/>
        </p:nvCxnSpPr>
        <p:spPr>
          <a:xfrm>
            <a:off x="7815022" y="566811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0" name="직선 연결선 351">
            <a:extLst>
              <a:ext uri="{FF2B5EF4-FFF2-40B4-BE49-F238E27FC236}">
                <a16:creationId xmlns:a16="http://schemas.microsoft.com/office/drawing/2014/main" id="{992373A2-F4CF-7C86-75E2-A99B3AAC1FB8}"/>
              </a:ext>
            </a:extLst>
          </p:cNvPr>
          <p:cNvCxnSpPr>
            <a:cxnSpLocks/>
          </p:cNvCxnSpPr>
          <p:nvPr/>
        </p:nvCxnSpPr>
        <p:spPr>
          <a:xfrm>
            <a:off x="4637536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9" name="직선 연결선 351">
            <a:extLst>
              <a:ext uri="{FF2B5EF4-FFF2-40B4-BE49-F238E27FC236}">
                <a16:creationId xmlns:a16="http://schemas.microsoft.com/office/drawing/2014/main" id="{F6121798-F9DA-7AD5-CA60-78D8E60E72A6}"/>
              </a:ext>
            </a:extLst>
          </p:cNvPr>
          <p:cNvCxnSpPr>
            <a:cxnSpLocks/>
          </p:cNvCxnSpPr>
          <p:nvPr/>
        </p:nvCxnSpPr>
        <p:spPr>
          <a:xfrm>
            <a:off x="8644508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5" name="직선 연결선 351">
            <a:extLst>
              <a:ext uri="{FF2B5EF4-FFF2-40B4-BE49-F238E27FC236}">
                <a16:creationId xmlns:a16="http://schemas.microsoft.com/office/drawing/2014/main" id="{775DCA06-0CE0-7A62-A15B-B8722D947974}"/>
              </a:ext>
            </a:extLst>
          </p:cNvPr>
          <p:cNvCxnSpPr>
            <a:cxnSpLocks/>
          </p:cNvCxnSpPr>
          <p:nvPr/>
        </p:nvCxnSpPr>
        <p:spPr>
          <a:xfrm>
            <a:off x="11445142" y="413217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27" name="그룹 826">
            <a:extLst>
              <a:ext uri="{FF2B5EF4-FFF2-40B4-BE49-F238E27FC236}">
                <a16:creationId xmlns:a16="http://schemas.microsoft.com/office/drawing/2014/main" id="{F6D2F700-435A-225D-25AB-5F4E8FD77B0D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3415367"/>
            <a:ext cx="148067" cy="108000"/>
            <a:chOff x="7409659" y="2902132"/>
            <a:chExt cx="317047" cy="239471"/>
          </a:xfrm>
        </p:grpSpPr>
        <p:grpSp>
          <p:nvGrpSpPr>
            <p:cNvPr id="830" name="그룹 829">
              <a:extLst>
                <a:ext uri="{FF2B5EF4-FFF2-40B4-BE49-F238E27FC236}">
                  <a16:creationId xmlns:a16="http://schemas.microsoft.com/office/drawing/2014/main" id="{78F06F35-4F90-4BE5-29BE-8AA96CAD35A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37" name="직선 연결선 322">
                <a:extLst>
                  <a:ext uri="{FF2B5EF4-FFF2-40B4-BE49-F238E27FC236}">
                    <a16:creationId xmlns:a16="http://schemas.microsoft.com/office/drawing/2014/main" id="{2D13ADE4-3371-56E9-2138-8E261C38ADB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8" name="직선 연결선 323">
                <a:extLst>
                  <a:ext uri="{FF2B5EF4-FFF2-40B4-BE49-F238E27FC236}">
                    <a16:creationId xmlns:a16="http://schemas.microsoft.com/office/drawing/2014/main" id="{E34B66F0-25BA-3600-AEEA-F63241E31E3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9" name="직선 연결선 324">
                <a:extLst>
                  <a:ext uri="{FF2B5EF4-FFF2-40B4-BE49-F238E27FC236}">
                    <a16:creationId xmlns:a16="http://schemas.microsoft.com/office/drawing/2014/main" id="{76AFFAD6-00A7-7FC0-39DA-CDBBA6B75B3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31" name="직선 연결선 326">
              <a:extLst>
                <a:ext uri="{FF2B5EF4-FFF2-40B4-BE49-F238E27FC236}">
                  <a16:creationId xmlns:a16="http://schemas.microsoft.com/office/drawing/2014/main" id="{95B5FBF7-A52C-1BBD-8B0C-7D08692657E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32" name="타원 831">
              <a:extLst>
                <a:ext uri="{FF2B5EF4-FFF2-40B4-BE49-F238E27FC236}">
                  <a16:creationId xmlns:a16="http://schemas.microsoft.com/office/drawing/2014/main" id="{0D5FEC78-7B50-D345-A3C8-B60F01A8FBD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41" name="그룹 840">
            <a:extLst>
              <a:ext uri="{FF2B5EF4-FFF2-40B4-BE49-F238E27FC236}">
                <a16:creationId xmlns:a16="http://schemas.microsoft.com/office/drawing/2014/main" id="{5B8FEF38-A1B8-7690-B57A-9725A8FBF9D8}"/>
              </a:ext>
            </a:extLst>
          </p:cNvPr>
          <p:cNvGrpSpPr>
            <a:grpSpLocks noChangeAspect="1"/>
          </p:cNvGrpSpPr>
          <p:nvPr/>
        </p:nvGrpSpPr>
        <p:grpSpPr>
          <a:xfrm>
            <a:off x="10992663" y="3530401"/>
            <a:ext cx="148067" cy="108000"/>
            <a:chOff x="7409659" y="2902132"/>
            <a:chExt cx="317047" cy="239471"/>
          </a:xfrm>
        </p:grpSpPr>
        <p:grpSp>
          <p:nvGrpSpPr>
            <p:cNvPr id="845" name="그룹 844">
              <a:extLst>
                <a:ext uri="{FF2B5EF4-FFF2-40B4-BE49-F238E27FC236}">
                  <a16:creationId xmlns:a16="http://schemas.microsoft.com/office/drawing/2014/main" id="{B1A6F95E-7E5A-C48B-2E20-817A30E1B4F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48" name="직선 연결선 322">
                <a:extLst>
                  <a:ext uri="{FF2B5EF4-FFF2-40B4-BE49-F238E27FC236}">
                    <a16:creationId xmlns:a16="http://schemas.microsoft.com/office/drawing/2014/main" id="{655CDD18-0860-7745-03BD-16A41B732FC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0" name="직선 연결선 323">
                <a:extLst>
                  <a:ext uri="{FF2B5EF4-FFF2-40B4-BE49-F238E27FC236}">
                    <a16:creationId xmlns:a16="http://schemas.microsoft.com/office/drawing/2014/main" id="{C0AFB6A5-DF8F-2AC7-342F-909EC496A4C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1" name="직선 연결선 324">
                <a:extLst>
                  <a:ext uri="{FF2B5EF4-FFF2-40B4-BE49-F238E27FC236}">
                    <a16:creationId xmlns:a16="http://schemas.microsoft.com/office/drawing/2014/main" id="{8F48DABD-36A6-E2CE-29B0-6CC7425A0AD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46" name="직선 연결선 326">
              <a:extLst>
                <a:ext uri="{FF2B5EF4-FFF2-40B4-BE49-F238E27FC236}">
                  <a16:creationId xmlns:a16="http://schemas.microsoft.com/office/drawing/2014/main" id="{4B913D77-B922-A52F-B030-28EA01CFB12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7" name="타원 846">
              <a:extLst>
                <a:ext uri="{FF2B5EF4-FFF2-40B4-BE49-F238E27FC236}">
                  <a16:creationId xmlns:a16="http://schemas.microsoft.com/office/drawing/2014/main" id="{297A10FE-A619-06C4-F612-B7673AD3D3D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56" name="그룹 855">
            <a:extLst>
              <a:ext uri="{FF2B5EF4-FFF2-40B4-BE49-F238E27FC236}">
                <a16:creationId xmlns:a16="http://schemas.microsoft.com/office/drawing/2014/main" id="{2E07288F-BE89-A6D0-32E9-956D78E6D3D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226254" y="3747042"/>
            <a:ext cx="148067" cy="108000"/>
            <a:chOff x="7409659" y="2902132"/>
            <a:chExt cx="317047" cy="239471"/>
          </a:xfrm>
        </p:grpSpPr>
        <p:grpSp>
          <p:nvGrpSpPr>
            <p:cNvPr id="857" name="그룹 856">
              <a:extLst>
                <a:ext uri="{FF2B5EF4-FFF2-40B4-BE49-F238E27FC236}">
                  <a16:creationId xmlns:a16="http://schemas.microsoft.com/office/drawing/2014/main" id="{1D5005FD-04DC-D5D4-0274-D8875D11B6D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63" name="직선 연결선 322">
                <a:extLst>
                  <a:ext uri="{FF2B5EF4-FFF2-40B4-BE49-F238E27FC236}">
                    <a16:creationId xmlns:a16="http://schemas.microsoft.com/office/drawing/2014/main" id="{9DA47F22-739A-9B8A-C01D-E4B2FE9D0A7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4" name="직선 연결선 323">
                <a:extLst>
                  <a:ext uri="{FF2B5EF4-FFF2-40B4-BE49-F238E27FC236}">
                    <a16:creationId xmlns:a16="http://schemas.microsoft.com/office/drawing/2014/main" id="{A25BA39D-00B6-EC8C-916A-90D70419D58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5" name="직선 연결선 324">
                <a:extLst>
                  <a:ext uri="{FF2B5EF4-FFF2-40B4-BE49-F238E27FC236}">
                    <a16:creationId xmlns:a16="http://schemas.microsoft.com/office/drawing/2014/main" id="{00993043-7492-7F39-22CE-6ACD81C7E9C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59" name="직선 연결선 326">
              <a:extLst>
                <a:ext uri="{FF2B5EF4-FFF2-40B4-BE49-F238E27FC236}">
                  <a16:creationId xmlns:a16="http://schemas.microsoft.com/office/drawing/2014/main" id="{22E5EA2E-2B51-17FD-5611-B204CB78EA1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60" name="타원 859">
              <a:extLst>
                <a:ext uri="{FF2B5EF4-FFF2-40B4-BE49-F238E27FC236}">
                  <a16:creationId xmlns:a16="http://schemas.microsoft.com/office/drawing/2014/main" id="{6BE63F94-0B0E-26FD-575C-3ACAB5895FD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75" name="그룹 874">
            <a:extLst>
              <a:ext uri="{FF2B5EF4-FFF2-40B4-BE49-F238E27FC236}">
                <a16:creationId xmlns:a16="http://schemas.microsoft.com/office/drawing/2014/main" id="{A9F1FF6E-FFEE-C159-32CC-499232CD9B6A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68747" y="5955362"/>
            <a:ext cx="148067" cy="108000"/>
            <a:chOff x="7409659" y="2902132"/>
            <a:chExt cx="317047" cy="239471"/>
          </a:xfrm>
        </p:grpSpPr>
        <p:grpSp>
          <p:nvGrpSpPr>
            <p:cNvPr id="877" name="그룹 876">
              <a:extLst>
                <a:ext uri="{FF2B5EF4-FFF2-40B4-BE49-F238E27FC236}">
                  <a16:creationId xmlns:a16="http://schemas.microsoft.com/office/drawing/2014/main" id="{75DDCBB7-4F4E-CE46-1B73-C2314C31B94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81" name="직선 연결선 322">
                <a:extLst>
                  <a:ext uri="{FF2B5EF4-FFF2-40B4-BE49-F238E27FC236}">
                    <a16:creationId xmlns:a16="http://schemas.microsoft.com/office/drawing/2014/main" id="{F77D1B9B-EC56-F783-2B1D-0A063271BDD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2" name="직선 연결선 323">
                <a:extLst>
                  <a:ext uri="{FF2B5EF4-FFF2-40B4-BE49-F238E27FC236}">
                    <a16:creationId xmlns:a16="http://schemas.microsoft.com/office/drawing/2014/main" id="{0EBA0DDD-40ED-AF36-A7FB-678D1536705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4" name="직선 연결선 324">
                <a:extLst>
                  <a:ext uri="{FF2B5EF4-FFF2-40B4-BE49-F238E27FC236}">
                    <a16:creationId xmlns:a16="http://schemas.microsoft.com/office/drawing/2014/main" id="{9B1B39A7-BC41-11D3-A408-E3768BD8A8C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78" name="직선 연결선 326">
              <a:extLst>
                <a:ext uri="{FF2B5EF4-FFF2-40B4-BE49-F238E27FC236}">
                  <a16:creationId xmlns:a16="http://schemas.microsoft.com/office/drawing/2014/main" id="{FF8DD543-D86F-0FB1-F4F5-D463BA4FFA0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80" name="타원 879">
              <a:extLst>
                <a:ext uri="{FF2B5EF4-FFF2-40B4-BE49-F238E27FC236}">
                  <a16:creationId xmlns:a16="http://schemas.microsoft.com/office/drawing/2014/main" id="{14E8B368-62FD-8D9F-07ED-95547EB219A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885" name="직선 연결선 351">
            <a:extLst>
              <a:ext uri="{FF2B5EF4-FFF2-40B4-BE49-F238E27FC236}">
                <a16:creationId xmlns:a16="http://schemas.microsoft.com/office/drawing/2014/main" id="{293832A3-12B6-7CE9-0894-F038E2785F5B}"/>
              </a:ext>
            </a:extLst>
          </p:cNvPr>
          <p:cNvCxnSpPr>
            <a:cxnSpLocks/>
          </p:cNvCxnSpPr>
          <p:nvPr/>
        </p:nvCxnSpPr>
        <p:spPr>
          <a:xfrm>
            <a:off x="3955710" y="597732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9" name="직선 연결선 351">
            <a:extLst>
              <a:ext uri="{FF2B5EF4-FFF2-40B4-BE49-F238E27FC236}">
                <a16:creationId xmlns:a16="http://schemas.microsoft.com/office/drawing/2014/main" id="{04A89007-498C-31D6-13C6-6F5B8BD5DB6D}"/>
              </a:ext>
            </a:extLst>
          </p:cNvPr>
          <p:cNvCxnSpPr>
            <a:cxnSpLocks/>
          </p:cNvCxnSpPr>
          <p:nvPr/>
        </p:nvCxnSpPr>
        <p:spPr>
          <a:xfrm>
            <a:off x="3821190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0" name="직선 연결선 351">
            <a:extLst>
              <a:ext uri="{FF2B5EF4-FFF2-40B4-BE49-F238E27FC236}">
                <a16:creationId xmlns:a16="http://schemas.microsoft.com/office/drawing/2014/main" id="{2D60D3A7-03C5-8B85-4F76-73245154786B}"/>
              </a:ext>
            </a:extLst>
          </p:cNvPr>
          <p:cNvCxnSpPr>
            <a:cxnSpLocks/>
          </p:cNvCxnSpPr>
          <p:nvPr/>
        </p:nvCxnSpPr>
        <p:spPr>
          <a:xfrm>
            <a:off x="3821190" y="55272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3" name="직선 연결선 351">
            <a:extLst>
              <a:ext uri="{FF2B5EF4-FFF2-40B4-BE49-F238E27FC236}">
                <a16:creationId xmlns:a16="http://schemas.microsoft.com/office/drawing/2014/main" id="{4275D926-BAF6-68C0-B2B8-25F2FBA73AF5}"/>
              </a:ext>
            </a:extLst>
          </p:cNvPr>
          <p:cNvCxnSpPr>
            <a:cxnSpLocks/>
          </p:cNvCxnSpPr>
          <p:nvPr/>
        </p:nvCxnSpPr>
        <p:spPr>
          <a:xfrm>
            <a:off x="4094229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0" name="직선 연결선 351">
            <a:extLst>
              <a:ext uri="{FF2B5EF4-FFF2-40B4-BE49-F238E27FC236}">
                <a16:creationId xmlns:a16="http://schemas.microsoft.com/office/drawing/2014/main" id="{EDA8749E-3A3C-9CE5-46B1-498322E44635}"/>
              </a:ext>
            </a:extLst>
          </p:cNvPr>
          <p:cNvCxnSpPr>
            <a:cxnSpLocks/>
          </p:cNvCxnSpPr>
          <p:nvPr/>
        </p:nvCxnSpPr>
        <p:spPr>
          <a:xfrm>
            <a:off x="4173906" y="598272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1" name="직선 연결선 351">
            <a:extLst>
              <a:ext uri="{FF2B5EF4-FFF2-40B4-BE49-F238E27FC236}">
                <a16:creationId xmlns:a16="http://schemas.microsoft.com/office/drawing/2014/main" id="{EB4BB3F3-E214-2D25-FF07-2F93935C9869}"/>
              </a:ext>
            </a:extLst>
          </p:cNvPr>
          <p:cNvCxnSpPr>
            <a:cxnSpLocks/>
          </p:cNvCxnSpPr>
          <p:nvPr/>
        </p:nvCxnSpPr>
        <p:spPr>
          <a:xfrm>
            <a:off x="4263255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4" name="직선 연결선 351">
            <a:extLst>
              <a:ext uri="{FF2B5EF4-FFF2-40B4-BE49-F238E27FC236}">
                <a16:creationId xmlns:a16="http://schemas.microsoft.com/office/drawing/2014/main" id="{CFC24618-4A42-F3B2-7189-1DEF7D3781BE}"/>
              </a:ext>
            </a:extLst>
          </p:cNvPr>
          <p:cNvCxnSpPr>
            <a:cxnSpLocks/>
          </p:cNvCxnSpPr>
          <p:nvPr/>
        </p:nvCxnSpPr>
        <p:spPr>
          <a:xfrm>
            <a:off x="7976465" y="27318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36" name="그룹 1135">
            <a:extLst>
              <a:ext uri="{FF2B5EF4-FFF2-40B4-BE49-F238E27FC236}">
                <a16:creationId xmlns:a16="http://schemas.microsoft.com/office/drawing/2014/main" id="{4A3D1320-16BF-D097-C65B-0746EDA001A5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707718" y="4523273"/>
            <a:ext cx="57088" cy="108000"/>
            <a:chOff x="7604467" y="2108611"/>
            <a:chExt cx="122239" cy="239471"/>
          </a:xfrm>
        </p:grpSpPr>
        <p:grpSp>
          <p:nvGrpSpPr>
            <p:cNvPr id="1137" name="그룹 1136">
              <a:extLst>
                <a:ext uri="{FF2B5EF4-FFF2-40B4-BE49-F238E27FC236}">
                  <a16:creationId xmlns:a16="http://schemas.microsoft.com/office/drawing/2014/main" id="{7562BAC0-2BF3-4120-36B4-13BDB88D2939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39" name="직선 연결선 359">
                <a:extLst>
                  <a:ext uri="{FF2B5EF4-FFF2-40B4-BE49-F238E27FC236}">
                    <a16:creationId xmlns:a16="http://schemas.microsoft.com/office/drawing/2014/main" id="{0DA7CC30-A3E1-BFB4-839C-AF87A1765D5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0" name="직선 연결선 360">
                <a:extLst>
                  <a:ext uri="{FF2B5EF4-FFF2-40B4-BE49-F238E27FC236}">
                    <a16:creationId xmlns:a16="http://schemas.microsoft.com/office/drawing/2014/main" id="{81AE2F62-A83A-BF96-39DD-3664382674E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1" name="직선 연결선 361">
                <a:extLst>
                  <a:ext uri="{FF2B5EF4-FFF2-40B4-BE49-F238E27FC236}">
                    <a16:creationId xmlns:a16="http://schemas.microsoft.com/office/drawing/2014/main" id="{424C120A-F4F0-8006-788C-9B1AE774FD6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8" name="직선 연결선 363">
              <a:extLst>
                <a:ext uri="{FF2B5EF4-FFF2-40B4-BE49-F238E27FC236}">
                  <a16:creationId xmlns:a16="http://schemas.microsoft.com/office/drawing/2014/main" id="{000C15E6-E278-B4B6-E8AE-F613588122AF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42" name="직선 연결선 351">
            <a:extLst>
              <a:ext uri="{FF2B5EF4-FFF2-40B4-BE49-F238E27FC236}">
                <a16:creationId xmlns:a16="http://schemas.microsoft.com/office/drawing/2014/main" id="{EDD57133-5072-DE66-01B4-6092F8C1223F}"/>
              </a:ext>
            </a:extLst>
          </p:cNvPr>
          <p:cNvCxnSpPr>
            <a:cxnSpLocks/>
          </p:cNvCxnSpPr>
          <p:nvPr/>
        </p:nvCxnSpPr>
        <p:spPr>
          <a:xfrm>
            <a:off x="4442780" y="283966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2" name="직선 연결선 351">
            <a:extLst>
              <a:ext uri="{FF2B5EF4-FFF2-40B4-BE49-F238E27FC236}">
                <a16:creationId xmlns:a16="http://schemas.microsoft.com/office/drawing/2014/main" id="{C753F473-EBA8-B319-6CE5-477FD6897449}"/>
              </a:ext>
            </a:extLst>
          </p:cNvPr>
          <p:cNvCxnSpPr>
            <a:cxnSpLocks/>
          </p:cNvCxnSpPr>
          <p:nvPr/>
        </p:nvCxnSpPr>
        <p:spPr>
          <a:xfrm>
            <a:off x="7980416" y="545198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9" name="직선 연결선 351">
            <a:extLst>
              <a:ext uri="{FF2B5EF4-FFF2-40B4-BE49-F238E27FC236}">
                <a16:creationId xmlns:a16="http://schemas.microsoft.com/office/drawing/2014/main" id="{8006E014-E20E-F2E2-C4F9-D0AD949D24D6}"/>
              </a:ext>
            </a:extLst>
          </p:cNvPr>
          <p:cNvCxnSpPr>
            <a:cxnSpLocks/>
          </p:cNvCxnSpPr>
          <p:nvPr/>
        </p:nvCxnSpPr>
        <p:spPr>
          <a:xfrm>
            <a:off x="7975450" y="329578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6" name="직선 연결선 351">
            <a:extLst>
              <a:ext uri="{FF2B5EF4-FFF2-40B4-BE49-F238E27FC236}">
                <a16:creationId xmlns:a16="http://schemas.microsoft.com/office/drawing/2014/main" id="{E6BDC9F6-8219-A3BA-AB3D-A01D33F81441}"/>
              </a:ext>
            </a:extLst>
          </p:cNvPr>
          <p:cNvCxnSpPr>
            <a:cxnSpLocks/>
          </p:cNvCxnSpPr>
          <p:nvPr/>
        </p:nvCxnSpPr>
        <p:spPr>
          <a:xfrm>
            <a:off x="2813490" y="31901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3" name="직선 연결선 351">
            <a:extLst>
              <a:ext uri="{FF2B5EF4-FFF2-40B4-BE49-F238E27FC236}">
                <a16:creationId xmlns:a16="http://schemas.microsoft.com/office/drawing/2014/main" id="{70A33B4E-8943-3C75-F7AD-792C20FCF40D}"/>
              </a:ext>
            </a:extLst>
          </p:cNvPr>
          <p:cNvCxnSpPr>
            <a:cxnSpLocks/>
          </p:cNvCxnSpPr>
          <p:nvPr/>
        </p:nvCxnSpPr>
        <p:spPr>
          <a:xfrm>
            <a:off x="3810317" y="250607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5" name="직선 연결선[R] 1174">
            <a:extLst>
              <a:ext uri="{FF2B5EF4-FFF2-40B4-BE49-F238E27FC236}">
                <a16:creationId xmlns:a16="http://schemas.microsoft.com/office/drawing/2014/main" id="{7901A511-852C-4B24-D004-969CFA35EEEA}"/>
              </a:ext>
            </a:extLst>
          </p:cNvPr>
          <p:cNvCxnSpPr>
            <a:cxnSpLocks/>
            <a:endCxn id="940" idx="3"/>
          </p:cNvCxnSpPr>
          <p:nvPr/>
        </p:nvCxnSpPr>
        <p:spPr>
          <a:xfrm flipH="1">
            <a:off x="3227490" y="2013431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직선 연결선[R] 1178">
            <a:extLst>
              <a:ext uri="{FF2B5EF4-FFF2-40B4-BE49-F238E27FC236}">
                <a16:creationId xmlns:a16="http://schemas.microsoft.com/office/drawing/2014/main" id="{66C40061-3939-C2CB-EA87-11DEAA423BB2}"/>
              </a:ext>
            </a:extLst>
          </p:cNvPr>
          <p:cNvCxnSpPr>
            <a:cxnSpLocks/>
          </p:cNvCxnSpPr>
          <p:nvPr/>
        </p:nvCxnSpPr>
        <p:spPr>
          <a:xfrm flipV="1">
            <a:off x="4004630" y="2013431"/>
            <a:ext cx="0" cy="3280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직선 연결선 351">
            <a:extLst>
              <a:ext uri="{FF2B5EF4-FFF2-40B4-BE49-F238E27FC236}">
                <a16:creationId xmlns:a16="http://schemas.microsoft.com/office/drawing/2014/main" id="{B8E037D1-A336-460B-3555-986C2867CA36}"/>
              </a:ext>
            </a:extLst>
          </p:cNvPr>
          <p:cNvCxnSpPr>
            <a:cxnSpLocks/>
          </p:cNvCxnSpPr>
          <p:nvPr/>
        </p:nvCxnSpPr>
        <p:spPr>
          <a:xfrm>
            <a:off x="395063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6" name="직선 연결선 351">
            <a:extLst>
              <a:ext uri="{FF2B5EF4-FFF2-40B4-BE49-F238E27FC236}">
                <a16:creationId xmlns:a16="http://schemas.microsoft.com/office/drawing/2014/main" id="{8829C183-22AB-FBFC-A2DB-572CC9A4732F}"/>
              </a:ext>
            </a:extLst>
          </p:cNvPr>
          <p:cNvCxnSpPr>
            <a:cxnSpLocks/>
          </p:cNvCxnSpPr>
          <p:nvPr/>
        </p:nvCxnSpPr>
        <p:spPr>
          <a:xfrm>
            <a:off x="1926187" y="194828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7" name="직선 연결선 351">
            <a:extLst>
              <a:ext uri="{FF2B5EF4-FFF2-40B4-BE49-F238E27FC236}">
                <a16:creationId xmlns:a16="http://schemas.microsoft.com/office/drawing/2014/main" id="{DBC79404-B96A-F598-CC6B-23B1B0FA1FFE}"/>
              </a:ext>
            </a:extLst>
          </p:cNvPr>
          <p:cNvCxnSpPr>
            <a:cxnSpLocks/>
          </p:cNvCxnSpPr>
          <p:nvPr/>
        </p:nvCxnSpPr>
        <p:spPr>
          <a:xfrm>
            <a:off x="408740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04" name="그룹 1203">
            <a:extLst>
              <a:ext uri="{FF2B5EF4-FFF2-40B4-BE49-F238E27FC236}">
                <a16:creationId xmlns:a16="http://schemas.microsoft.com/office/drawing/2014/main" id="{17D269A2-414F-94D2-3E67-2B2A398318DE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796779" y="842668"/>
            <a:ext cx="148067" cy="108000"/>
            <a:chOff x="7409659" y="2902132"/>
            <a:chExt cx="317047" cy="239471"/>
          </a:xfrm>
        </p:grpSpPr>
        <p:grpSp>
          <p:nvGrpSpPr>
            <p:cNvPr id="1205" name="그룹 1204">
              <a:extLst>
                <a:ext uri="{FF2B5EF4-FFF2-40B4-BE49-F238E27FC236}">
                  <a16:creationId xmlns:a16="http://schemas.microsoft.com/office/drawing/2014/main" id="{3F268175-424B-0A3A-7A70-8835DF85D0B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08" name="직선 연결선 322">
                <a:extLst>
                  <a:ext uri="{FF2B5EF4-FFF2-40B4-BE49-F238E27FC236}">
                    <a16:creationId xmlns:a16="http://schemas.microsoft.com/office/drawing/2014/main" id="{5607762B-1DE1-2172-A6FA-6FB3D168C8D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9" name="직선 연결선 323">
                <a:extLst>
                  <a:ext uri="{FF2B5EF4-FFF2-40B4-BE49-F238E27FC236}">
                    <a16:creationId xmlns:a16="http://schemas.microsoft.com/office/drawing/2014/main" id="{D4789E54-F647-C3C9-2CC2-9190254D714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0" name="직선 연결선 324">
                <a:extLst>
                  <a:ext uri="{FF2B5EF4-FFF2-40B4-BE49-F238E27FC236}">
                    <a16:creationId xmlns:a16="http://schemas.microsoft.com/office/drawing/2014/main" id="{271AF63B-1E90-D740-9C26-4CFC9D83E5B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06" name="직선 연결선 326">
              <a:extLst>
                <a:ext uri="{FF2B5EF4-FFF2-40B4-BE49-F238E27FC236}">
                  <a16:creationId xmlns:a16="http://schemas.microsoft.com/office/drawing/2014/main" id="{C3E16A56-07D2-0C49-206A-683B5C16E32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07" name="타원 1206">
              <a:extLst>
                <a:ext uri="{FF2B5EF4-FFF2-40B4-BE49-F238E27FC236}">
                  <a16:creationId xmlns:a16="http://schemas.microsoft.com/office/drawing/2014/main" id="{7949074D-8806-69FD-9CCB-D3957672FBC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18" name="직선 연결선 351">
            <a:extLst>
              <a:ext uri="{FF2B5EF4-FFF2-40B4-BE49-F238E27FC236}">
                <a16:creationId xmlns:a16="http://schemas.microsoft.com/office/drawing/2014/main" id="{F18536F1-135B-D97E-E29E-11419672C0F7}"/>
              </a:ext>
            </a:extLst>
          </p:cNvPr>
          <p:cNvCxnSpPr>
            <a:cxnSpLocks/>
          </p:cNvCxnSpPr>
          <p:nvPr/>
        </p:nvCxnSpPr>
        <p:spPr>
          <a:xfrm>
            <a:off x="441738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20" name="그룹 1219">
            <a:extLst>
              <a:ext uri="{FF2B5EF4-FFF2-40B4-BE49-F238E27FC236}">
                <a16:creationId xmlns:a16="http://schemas.microsoft.com/office/drawing/2014/main" id="{85CC109D-4BB3-2ED9-242B-D0B3886AD4CD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5593873" y="556495"/>
            <a:ext cx="148067" cy="108000"/>
            <a:chOff x="7409659" y="2902132"/>
            <a:chExt cx="317047" cy="239471"/>
          </a:xfrm>
        </p:grpSpPr>
        <p:grpSp>
          <p:nvGrpSpPr>
            <p:cNvPr id="1221" name="그룹 1220">
              <a:extLst>
                <a:ext uri="{FF2B5EF4-FFF2-40B4-BE49-F238E27FC236}">
                  <a16:creationId xmlns:a16="http://schemas.microsoft.com/office/drawing/2014/main" id="{D52B4AD2-2633-E766-CFCA-1AA8ADFB863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24" name="직선 연결선 322">
                <a:extLst>
                  <a:ext uri="{FF2B5EF4-FFF2-40B4-BE49-F238E27FC236}">
                    <a16:creationId xmlns:a16="http://schemas.microsoft.com/office/drawing/2014/main" id="{51606F13-8199-1411-1807-0E8258333DE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5" name="직선 연결선 323">
                <a:extLst>
                  <a:ext uri="{FF2B5EF4-FFF2-40B4-BE49-F238E27FC236}">
                    <a16:creationId xmlns:a16="http://schemas.microsoft.com/office/drawing/2014/main" id="{4030CBEC-A73C-45FA-3BE2-1DFB7320B78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6" name="직선 연결선 324">
                <a:extLst>
                  <a:ext uri="{FF2B5EF4-FFF2-40B4-BE49-F238E27FC236}">
                    <a16:creationId xmlns:a16="http://schemas.microsoft.com/office/drawing/2014/main" id="{7B546049-50BD-D93B-36C1-F02C3DD5A70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22" name="직선 연결선 326">
              <a:extLst>
                <a:ext uri="{FF2B5EF4-FFF2-40B4-BE49-F238E27FC236}">
                  <a16:creationId xmlns:a16="http://schemas.microsoft.com/office/drawing/2014/main" id="{F2AF02B3-0FA3-1CC6-CB0A-46BE82C3923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23" name="타원 1222">
              <a:extLst>
                <a:ext uri="{FF2B5EF4-FFF2-40B4-BE49-F238E27FC236}">
                  <a16:creationId xmlns:a16="http://schemas.microsoft.com/office/drawing/2014/main" id="{673494B4-982A-4B9C-0EF8-210EE87D600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35" name="직선 연결선 351">
            <a:extLst>
              <a:ext uri="{FF2B5EF4-FFF2-40B4-BE49-F238E27FC236}">
                <a16:creationId xmlns:a16="http://schemas.microsoft.com/office/drawing/2014/main" id="{84EDCB25-4567-FED9-CBF3-96B9AA2FE2DD}"/>
              </a:ext>
            </a:extLst>
          </p:cNvPr>
          <p:cNvCxnSpPr>
            <a:cxnSpLocks/>
          </p:cNvCxnSpPr>
          <p:nvPr/>
        </p:nvCxnSpPr>
        <p:spPr>
          <a:xfrm>
            <a:off x="5252067" y="26706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2" name="직선 연결선 351">
            <a:extLst>
              <a:ext uri="{FF2B5EF4-FFF2-40B4-BE49-F238E27FC236}">
                <a16:creationId xmlns:a16="http://schemas.microsoft.com/office/drawing/2014/main" id="{7B479299-590B-A7DC-A721-4F1F9BC7C025}"/>
              </a:ext>
            </a:extLst>
          </p:cNvPr>
          <p:cNvCxnSpPr>
            <a:cxnSpLocks/>
          </p:cNvCxnSpPr>
          <p:nvPr/>
        </p:nvCxnSpPr>
        <p:spPr>
          <a:xfrm>
            <a:off x="425014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43" name="그룹 1242">
            <a:extLst>
              <a:ext uri="{FF2B5EF4-FFF2-40B4-BE49-F238E27FC236}">
                <a16:creationId xmlns:a16="http://schemas.microsoft.com/office/drawing/2014/main" id="{3214D928-6282-5D13-533C-2391645260C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3864051"/>
            <a:ext cx="148067" cy="108000"/>
            <a:chOff x="7409659" y="2902132"/>
            <a:chExt cx="317047" cy="239471"/>
          </a:xfrm>
        </p:grpSpPr>
        <p:grpSp>
          <p:nvGrpSpPr>
            <p:cNvPr id="1244" name="그룹 1243">
              <a:extLst>
                <a:ext uri="{FF2B5EF4-FFF2-40B4-BE49-F238E27FC236}">
                  <a16:creationId xmlns:a16="http://schemas.microsoft.com/office/drawing/2014/main" id="{889CB445-7719-B124-9944-A35FD256E09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47" name="직선 연결선 322">
                <a:extLst>
                  <a:ext uri="{FF2B5EF4-FFF2-40B4-BE49-F238E27FC236}">
                    <a16:creationId xmlns:a16="http://schemas.microsoft.com/office/drawing/2014/main" id="{47223317-FB1D-23F2-B742-19D95A6B36D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8" name="직선 연결선 323">
                <a:extLst>
                  <a:ext uri="{FF2B5EF4-FFF2-40B4-BE49-F238E27FC236}">
                    <a16:creationId xmlns:a16="http://schemas.microsoft.com/office/drawing/2014/main" id="{114EE8FF-C936-3385-F355-CF9D1455902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9" name="직선 연결선 324">
                <a:extLst>
                  <a:ext uri="{FF2B5EF4-FFF2-40B4-BE49-F238E27FC236}">
                    <a16:creationId xmlns:a16="http://schemas.microsoft.com/office/drawing/2014/main" id="{CFCB9143-C5D9-63B1-2339-FA4D6C1EA31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45" name="직선 연결선 326">
              <a:extLst>
                <a:ext uri="{FF2B5EF4-FFF2-40B4-BE49-F238E27FC236}">
                  <a16:creationId xmlns:a16="http://schemas.microsoft.com/office/drawing/2014/main" id="{8617BCAE-1395-F97B-AA46-343FC1F9AE1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46" name="타원 1245">
              <a:extLst>
                <a:ext uri="{FF2B5EF4-FFF2-40B4-BE49-F238E27FC236}">
                  <a16:creationId xmlns:a16="http://schemas.microsoft.com/office/drawing/2014/main" id="{F3EC8CC9-9510-054A-D648-1960AE01032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56" name="직선 연결선 351">
            <a:extLst>
              <a:ext uri="{FF2B5EF4-FFF2-40B4-BE49-F238E27FC236}">
                <a16:creationId xmlns:a16="http://schemas.microsoft.com/office/drawing/2014/main" id="{43C4A90F-D96D-51A6-55A3-424A3741EAEB}"/>
              </a:ext>
            </a:extLst>
          </p:cNvPr>
          <p:cNvCxnSpPr>
            <a:cxnSpLocks/>
          </p:cNvCxnSpPr>
          <p:nvPr/>
        </p:nvCxnSpPr>
        <p:spPr>
          <a:xfrm>
            <a:off x="1453624" y="420443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57" name="그룹 1256">
            <a:extLst>
              <a:ext uri="{FF2B5EF4-FFF2-40B4-BE49-F238E27FC236}">
                <a16:creationId xmlns:a16="http://schemas.microsoft.com/office/drawing/2014/main" id="{7041D537-C5C9-2137-27EA-1875749DF44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2912" y="4619309"/>
            <a:ext cx="148067" cy="108000"/>
            <a:chOff x="7409659" y="2902132"/>
            <a:chExt cx="317047" cy="239471"/>
          </a:xfrm>
        </p:grpSpPr>
        <p:grpSp>
          <p:nvGrpSpPr>
            <p:cNvPr id="1258" name="그룹 1257">
              <a:extLst>
                <a:ext uri="{FF2B5EF4-FFF2-40B4-BE49-F238E27FC236}">
                  <a16:creationId xmlns:a16="http://schemas.microsoft.com/office/drawing/2014/main" id="{251C483F-EA02-2C70-5D49-2F084AB3671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61" name="직선 연결선 322">
                <a:extLst>
                  <a:ext uri="{FF2B5EF4-FFF2-40B4-BE49-F238E27FC236}">
                    <a16:creationId xmlns:a16="http://schemas.microsoft.com/office/drawing/2014/main" id="{F5FB9AA8-54A6-DD5A-8E67-AFD9685E7C0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2" name="직선 연결선 323">
                <a:extLst>
                  <a:ext uri="{FF2B5EF4-FFF2-40B4-BE49-F238E27FC236}">
                    <a16:creationId xmlns:a16="http://schemas.microsoft.com/office/drawing/2014/main" id="{917EC5E4-A0C7-6EF9-CF35-479DD680A96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3" name="직선 연결선 324">
                <a:extLst>
                  <a:ext uri="{FF2B5EF4-FFF2-40B4-BE49-F238E27FC236}">
                    <a16:creationId xmlns:a16="http://schemas.microsoft.com/office/drawing/2014/main" id="{C6AFF2AD-5706-AB0A-5B8B-56570B323E8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59" name="직선 연결선 326">
              <a:extLst>
                <a:ext uri="{FF2B5EF4-FFF2-40B4-BE49-F238E27FC236}">
                  <a16:creationId xmlns:a16="http://schemas.microsoft.com/office/drawing/2014/main" id="{037A00D8-D38D-108C-2E41-906CF1E33D4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60" name="타원 1259">
              <a:extLst>
                <a:ext uri="{FF2B5EF4-FFF2-40B4-BE49-F238E27FC236}">
                  <a16:creationId xmlns:a16="http://schemas.microsoft.com/office/drawing/2014/main" id="{7A681ED8-8A92-7912-B12A-B2C910DA290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265" name="그룹 1264">
            <a:extLst>
              <a:ext uri="{FF2B5EF4-FFF2-40B4-BE49-F238E27FC236}">
                <a16:creationId xmlns:a16="http://schemas.microsoft.com/office/drawing/2014/main" id="{CB39AEFD-CF97-8125-A659-A0A2222E13EC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79080" y="5413078"/>
            <a:ext cx="57088" cy="108000"/>
            <a:chOff x="7604467" y="2108611"/>
            <a:chExt cx="122239" cy="239471"/>
          </a:xfrm>
        </p:grpSpPr>
        <p:grpSp>
          <p:nvGrpSpPr>
            <p:cNvPr id="1266" name="그룹 1265">
              <a:extLst>
                <a:ext uri="{FF2B5EF4-FFF2-40B4-BE49-F238E27FC236}">
                  <a16:creationId xmlns:a16="http://schemas.microsoft.com/office/drawing/2014/main" id="{87D1CE44-B48C-E7F4-BDBD-BF1988741FB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68" name="직선 연결선 359">
                <a:extLst>
                  <a:ext uri="{FF2B5EF4-FFF2-40B4-BE49-F238E27FC236}">
                    <a16:creationId xmlns:a16="http://schemas.microsoft.com/office/drawing/2014/main" id="{C1AA7CBA-C2EB-6037-CF56-2C866E715CA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9" name="직선 연결선 360">
                <a:extLst>
                  <a:ext uri="{FF2B5EF4-FFF2-40B4-BE49-F238E27FC236}">
                    <a16:creationId xmlns:a16="http://schemas.microsoft.com/office/drawing/2014/main" id="{02F0636A-361D-283D-EE35-8F21F99F998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0" name="직선 연결선 361">
                <a:extLst>
                  <a:ext uri="{FF2B5EF4-FFF2-40B4-BE49-F238E27FC236}">
                    <a16:creationId xmlns:a16="http://schemas.microsoft.com/office/drawing/2014/main" id="{89372D16-266D-00E2-CD78-78480F13F3D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67" name="직선 연결선 363">
              <a:extLst>
                <a:ext uri="{FF2B5EF4-FFF2-40B4-BE49-F238E27FC236}">
                  <a16:creationId xmlns:a16="http://schemas.microsoft.com/office/drawing/2014/main" id="{92871480-598A-3F29-978F-C41C169826CF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1" name="직선 연결선 351">
            <a:extLst>
              <a:ext uri="{FF2B5EF4-FFF2-40B4-BE49-F238E27FC236}">
                <a16:creationId xmlns:a16="http://schemas.microsoft.com/office/drawing/2014/main" id="{8CD54542-6BBF-EA1C-7682-3DC68A14F8B1}"/>
              </a:ext>
            </a:extLst>
          </p:cNvPr>
          <p:cNvCxnSpPr>
            <a:cxnSpLocks/>
          </p:cNvCxnSpPr>
          <p:nvPr/>
        </p:nvCxnSpPr>
        <p:spPr>
          <a:xfrm>
            <a:off x="1453624" y="507714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8" name="직선 연결선 351">
            <a:extLst>
              <a:ext uri="{FF2B5EF4-FFF2-40B4-BE49-F238E27FC236}">
                <a16:creationId xmlns:a16="http://schemas.microsoft.com/office/drawing/2014/main" id="{3A28331E-AFC1-2E65-519B-4B7B71A48F20}"/>
              </a:ext>
            </a:extLst>
          </p:cNvPr>
          <p:cNvCxnSpPr>
            <a:cxnSpLocks/>
          </p:cNvCxnSpPr>
          <p:nvPr/>
        </p:nvCxnSpPr>
        <p:spPr>
          <a:xfrm>
            <a:off x="1453624" y="623020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5" name="직선 연결선 351">
            <a:extLst>
              <a:ext uri="{FF2B5EF4-FFF2-40B4-BE49-F238E27FC236}">
                <a16:creationId xmlns:a16="http://schemas.microsoft.com/office/drawing/2014/main" id="{257E2BD2-FEAA-6E0F-ED6C-43A60E6707A5}"/>
              </a:ext>
            </a:extLst>
          </p:cNvPr>
          <p:cNvCxnSpPr>
            <a:cxnSpLocks/>
          </p:cNvCxnSpPr>
          <p:nvPr/>
        </p:nvCxnSpPr>
        <p:spPr>
          <a:xfrm>
            <a:off x="4406032" y="543951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2" name="직선 연결선 351">
            <a:extLst>
              <a:ext uri="{FF2B5EF4-FFF2-40B4-BE49-F238E27FC236}">
                <a16:creationId xmlns:a16="http://schemas.microsoft.com/office/drawing/2014/main" id="{88B5DCE1-D8A8-3D62-E3E4-B3B27AD473F8}"/>
              </a:ext>
            </a:extLst>
          </p:cNvPr>
          <p:cNvCxnSpPr>
            <a:cxnSpLocks/>
          </p:cNvCxnSpPr>
          <p:nvPr/>
        </p:nvCxnSpPr>
        <p:spPr>
          <a:xfrm>
            <a:off x="8155151" y="150527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9" name="직선 연결선 351">
            <a:extLst>
              <a:ext uri="{FF2B5EF4-FFF2-40B4-BE49-F238E27FC236}">
                <a16:creationId xmlns:a16="http://schemas.microsoft.com/office/drawing/2014/main" id="{4D3CE925-6619-0482-B149-3587CC72CF3E}"/>
              </a:ext>
            </a:extLst>
          </p:cNvPr>
          <p:cNvCxnSpPr>
            <a:cxnSpLocks/>
          </p:cNvCxnSpPr>
          <p:nvPr/>
        </p:nvCxnSpPr>
        <p:spPr>
          <a:xfrm>
            <a:off x="6046313" y="507649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6" name="직선 연결선 351">
            <a:extLst>
              <a:ext uri="{FF2B5EF4-FFF2-40B4-BE49-F238E27FC236}">
                <a16:creationId xmlns:a16="http://schemas.microsoft.com/office/drawing/2014/main" id="{84B137B4-9EC8-494D-C6DF-0AC87441072B}"/>
              </a:ext>
            </a:extLst>
          </p:cNvPr>
          <p:cNvCxnSpPr>
            <a:cxnSpLocks/>
          </p:cNvCxnSpPr>
          <p:nvPr/>
        </p:nvCxnSpPr>
        <p:spPr>
          <a:xfrm>
            <a:off x="4638973" y="5504834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3" name="직선 연결선 351">
            <a:extLst>
              <a:ext uri="{FF2B5EF4-FFF2-40B4-BE49-F238E27FC236}">
                <a16:creationId xmlns:a16="http://schemas.microsoft.com/office/drawing/2014/main" id="{A0487C80-F39B-0D43-7DBF-8651E3ADAAE2}"/>
              </a:ext>
            </a:extLst>
          </p:cNvPr>
          <p:cNvCxnSpPr>
            <a:cxnSpLocks/>
          </p:cNvCxnSpPr>
          <p:nvPr/>
        </p:nvCxnSpPr>
        <p:spPr>
          <a:xfrm>
            <a:off x="4634661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5" name="직선 연결선[R] 1314">
            <a:extLst>
              <a:ext uri="{FF2B5EF4-FFF2-40B4-BE49-F238E27FC236}">
                <a16:creationId xmlns:a16="http://schemas.microsoft.com/office/drawing/2014/main" id="{282B5A70-EA54-D59B-2C73-191E40BFACBD}"/>
              </a:ext>
            </a:extLst>
          </p:cNvPr>
          <p:cNvCxnSpPr>
            <a:cxnSpLocks/>
          </p:cNvCxnSpPr>
          <p:nvPr/>
        </p:nvCxnSpPr>
        <p:spPr>
          <a:xfrm flipV="1">
            <a:off x="8030465" y="1441717"/>
            <a:ext cx="0" cy="1218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직선 연결선[R] 1316">
            <a:extLst>
              <a:ext uri="{FF2B5EF4-FFF2-40B4-BE49-F238E27FC236}">
                <a16:creationId xmlns:a16="http://schemas.microsoft.com/office/drawing/2014/main" id="{21F0A854-B1F0-867C-CB37-6608FC79C389}"/>
              </a:ext>
            </a:extLst>
          </p:cNvPr>
          <p:cNvCxnSpPr>
            <a:cxnSpLocks/>
          </p:cNvCxnSpPr>
          <p:nvPr/>
        </p:nvCxnSpPr>
        <p:spPr>
          <a:xfrm>
            <a:off x="5011387" y="1555668"/>
            <a:ext cx="301907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1" name="직선 연결선[R] 1320">
            <a:extLst>
              <a:ext uri="{FF2B5EF4-FFF2-40B4-BE49-F238E27FC236}">
                <a16:creationId xmlns:a16="http://schemas.microsoft.com/office/drawing/2014/main" id="{B88FDC11-A7D4-09AE-AD1F-A4E860B5B127}"/>
              </a:ext>
            </a:extLst>
          </p:cNvPr>
          <p:cNvCxnSpPr>
            <a:cxnSpLocks/>
          </p:cNvCxnSpPr>
          <p:nvPr/>
        </p:nvCxnSpPr>
        <p:spPr>
          <a:xfrm flipH="1" flipV="1">
            <a:off x="5007981" y="1555668"/>
            <a:ext cx="1" cy="35161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5" name="직선 연결선 351">
            <a:extLst>
              <a:ext uri="{FF2B5EF4-FFF2-40B4-BE49-F238E27FC236}">
                <a16:creationId xmlns:a16="http://schemas.microsoft.com/office/drawing/2014/main" id="{6A481013-394A-A731-E7EE-8C07AD53E7F1}"/>
              </a:ext>
            </a:extLst>
          </p:cNvPr>
          <p:cNvCxnSpPr>
            <a:cxnSpLocks/>
          </p:cNvCxnSpPr>
          <p:nvPr/>
        </p:nvCxnSpPr>
        <p:spPr>
          <a:xfrm>
            <a:off x="7976465" y="150329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5F3FB520-3642-A8D0-9F57-D97656451718}"/>
              </a:ext>
            </a:extLst>
          </p:cNvPr>
          <p:cNvSpPr>
            <a:spLocks/>
          </p:cNvSpPr>
          <p:nvPr/>
        </p:nvSpPr>
        <p:spPr>
          <a:xfrm>
            <a:off x="8958860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1CB9687-4F07-A364-A344-4F7004DC8902}"/>
              </a:ext>
            </a:extLst>
          </p:cNvPr>
          <p:cNvSpPr>
            <a:spLocks/>
          </p:cNvSpPr>
          <p:nvPr/>
        </p:nvSpPr>
        <p:spPr>
          <a:xfrm>
            <a:off x="8959411" y="4604040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master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" name="직선 연결선[R] 12">
            <a:extLst>
              <a:ext uri="{FF2B5EF4-FFF2-40B4-BE49-F238E27FC236}">
                <a16:creationId xmlns:a16="http://schemas.microsoft.com/office/drawing/2014/main" id="{E0D95FE4-6C3D-40EA-FC71-456E0920D3D7}"/>
              </a:ext>
            </a:extLst>
          </p:cNvPr>
          <p:cNvCxnSpPr>
            <a:cxnSpLocks/>
            <a:stCxn id="2" idx="1"/>
            <a:endCxn id="794" idx="3"/>
          </p:cNvCxnSpPr>
          <p:nvPr/>
        </p:nvCxnSpPr>
        <p:spPr>
          <a:xfrm flipH="1">
            <a:off x="8588471" y="3924916"/>
            <a:ext cx="37038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[R] 16">
            <a:extLst>
              <a:ext uri="{FF2B5EF4-FFF2-40B4-BE49-F238E27FC236}">
                <a16:creationId xmlns:a16="http://schemas.microsoft.com/office/drawing/2014/main" id="{8DC51E36-5F0E-D79B-CF76-BDD1311E0648}"/>
              </a:ext>
            </a:extLst>
          </p:cNvPr>
          <p:cNvCxnSpPr>
            <a:cxnSpLocks/>
            <a:stCxn id="12" idx="1"/>
            <a:endCxn id="796" idx="3"/>
          </p:cNvCxnSpPr>
          <p:nvPr/>
        </p:nvCxnSpPr>
        <p:spPr>
          <a:xfrm flipH="1">
            <a:off x="8588471" y="4820040"/>
            <a:ext cx="370940" cy="10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[R] 40">
            <a:extLst>
              <a:ext uri="{FF2B5EF4-FFF2-40B4-BE49-F238E27FC236}">
                <a16:creationId xmlns:a16="http://schemas.microsoft.com/office/drawing/2014/main" id="{C67C73F8-E5EE-FE1D-7D7B-19C8EC913524}"/>
              </a:ext>
            </a:extLst>
          </p:cNvPr>
          <p:cNvCxnSpPr>
            <a:cxnSpLocks/>
            <a:stCxn id="12" idx="0"/>
            <a:endCxn id="2" idx="2"/>
          </p:cNvCxnSpPr>
          <p:nvPr/>
        </p:nvCxnSpPr>
        <p:spPr>
          <a:xfrm flipH="1" flipV="1">
            <a:off x="9318860" y="4140916"/>
            <a:ext cx="551" cy="46312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5" name="직선 연결선 351">
            <a:extLst>
              <a:ext uri="{FF2B5EF4-FFF2-40B4-BE49-F238E27FC236}">
                <a16:creationId xmlns:a16="http://schemas.microsoft.com/office/drawing/2014/main" id="{59099CE3-9282-09C3-5E29-EBAAA612252F}"/>
              </a:ext>
            </a:extLst>
          </p:cNvPr>
          <p:cNvCxnSpPr>
            <a:cxnSpLocks/>
          </p:cNvCxnSpPr>
          <p:nvPr/>
        </p:nvCxnSpPr>
        <p:spPr>
          <a:xfrm>
            <a:off x="8901748" y="386987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48" name="그룹 947">
            <a:extLst>
              <a:ext uri="{FF2B5EF4-FFF2-40B4-BE49-F238E27FC236}">
                <a16:creationId xmlns:a16="http://schemas.microsoft.com/office/drawing/2014/main" id="{A0A0EE4C-F0EA-AC6B-F20E-850DDAE57A8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9347" y="3870916"/>
            <a:ext cx="148067" cy="108000"/>
            <a:chOff x="7409659" y="2902132"/>
            <a:chExt cx="317047" cy="239471"/>
          </a:xfrm>
        </p:grpSpPr>
        <p:grpSp>
          <p:nvGrpSpPr>
            <p:cNvPr id="949" name="그룹 948">
              <a:extLst>
                <a:ext uri="{FF2B5EF4-FFF2-40B4-BE49-F238E27FC236}">
                  <a16:creationId xmlns:a16="http://schemas.microsoft.com/office/drawing/2014/main" id="{DCED3ECC-C177-AD48-AC57-DF8F69D7785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53" name="직선 연결선 322">
                <a:extLst>
                  <a:ext uri="{FF2B5EF4-FFF2-40B4-BE49-F238E27FC236}">
                    <a16:creationId xmlns:a16="http://schemas.microsoft.com/office/drawing/2014/main" id="{E7FBD825-5825-FC2E-B4ED-670B051F894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5" name="직선 연결선 323">
                <a:extLst>
                  <a:ext uri="{FF2B5EF4-FFF2-40B4-BE49-F238E27FC236}">
                    <a16:creationId xmlns:a16="http://schemas.microsoft.com/office/drawing/2014/main" id="{DB9913B0-F48E-5B13-EBBE-94AF7CEEA84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6" name="직선 연결선 324">
                <a:extLst>
                  <a:ext uri="{FF2B5EF4-FFF2-40B4-BE49-F238E27FC236}">
                    <a16:creationId xmlns:a16="http://schemas.microsoft.com/office/drawing/2014/main" id="{CE4DED80-37BA-78D9-ECDA-B8A3673D8B0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50" name="직선 연결선 326">
              <a:extLst>
                <a:ext uri="{FF2B5EF4-FFF2-40B4-BE49-F238E27FC236}">
                  <a16:creationId xmlns:a16="http://schemas.microsoft.com/office/drawing/2014/main" id="{AA6AE58E-8C89-BF40-56EB-F3504E2DDAA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2" name="타원 951">
              <a:extLst>
                <a:ext uri="{FF2B5EF4-FFF2-40B4-BE49-F238E27FC236}">
                  <a16:creationId xmlns:a16="http://schemas.microsoft.com/office/drawing/2014/main" id="{2067F97D-15CD-767E-CB77-AF3D129E07E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959" name="직선 연결선 351">
            <a:extLst>
              <a:ext uri="{FF2B5EF4-FFF2-40B4-BE49-F238E27FC236}">
                <a16:creationId xmlns:a16="http://schemas.microsoft.com/office/drawing/2014/main" id="{56135AC0-B4A6-1233-5735-EB1D2135656D}"/>
              </a:ext>
            </a:extLst>
          </p:cNvPr>
          <p:cNvCxnSpPr>
            <a:cxnSpLocks/>
          </p:cNvCxnSpPr>
          <p:nvPr/>
        </p:nvCxnSpPr>
        <p:spPr>
          <a:xfrm>
            <a:off x="9265772" y="419395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71" name="그룹 970">
            <a:extLst>
              <a:ext uri="{FF2B5EF4-FFF2-40B4-BE49-F238E27FC236}">
                <a16:creationId xmlns:a16="http://schemas.microsoft.com/office/drawing/2014/main" id="{A530E80C-8A2E-2989-4FED-8B0DFAB43F18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9292396" y="4515904"/>
            <a:ext cx="57088" cy="108000"/>
            <a:chOff x="7604467" y="2108611"/>
            <a:chExt cx="122239" cy="239471"/>
          </a:xfrm>
        </p:grpSpPr>
        <p:grpSp>
          <p:nvGrpSpPr>
            <p:cNvPr id="973" name="그룹 972">
              <a:extLst>
                <a:ext uri="{FF2B5EF4-FFF2-40B4-BE49-F238E27FC236}">
                  <a16:creationId xmlns:a16="http://schemas.microsoft.com/office/drawing/2014/main" id="{80E016A5-564B-33D9-6837-B40DCF3B5C84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08" name="직선 연결선 359">
                <a:extLst>
                  <a:ext uri="{FF2B5EF4-FFF2-40B4-BE49-F238E27FC236}">
                    <a16:creationId xmlns:a16="http://schemas.microsoft.com/office/drawing/2014/main" id="{9A6C97D6-FA26-8BEF-D0A7-EC79FE75B80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9" name="직선 연결선 360">
                <a:extLst>
                  <a:ext uri="{FF2B5EF4-FFF2-40B4-BE49-F238E27FC236}">
                    <a16:creationId xmlns:a16="http://schemas.microsoft.com/office/drawing/2014/main" id="{6A837223-7580-932C-290D-EAEE1434843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0" name="직선 연결선 361">
                <a:extLst>
                  <a:ext uri="{FF2B5EF4-FFF2-40B4-BE49-F238E27FC236}">
                    <a16:creationId xmlns:a16="http://schemas.microsoft.com/office/drawing/2014/main" id="{415B1B48-5FEB-8E76-EEEC-3E66E5E108E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06" name="직선 연결선 363">
              <a:extLst>
                <a:ext uri="{FF2B5EF4-FFF2-40B4-BE49-F238E27FC236}">
                  <a16:creationId xmlns:a16="http://schemas.microsoft.com/office/drawing/2014/main" id="{0E1CD506-C719-B344-D52E-BDBEB396F4C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44" name="그룹 1143">
            <a:extLst>
              <a:ext uri="{FF2B5EF4-FFF2-40B4-BE49-F238E27FC236}">
                <a16:creationId xmlns:a16="http://schemas.microsoft.com/office/drawing/2014/main" id="{2A620175-CDFE-28AD-2075-A086D795A35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471" y="4767101"/>
            <a:ext cx="148067" cy="108000"/>
            <a:chOff x="7409659" y="2902132"/>
            <a:chExt cx="317047" cy="239471"/>
          </a:xfrm>
        </p:grpSpPr>
        <p:grpSp>
          <p:nvGrpSpPr>
            <p:cNvPr id="1145" name="그룹 1144">
              <a:extLst>
                <a:ext uri="{FF2B5EF4-FFF2-40B4-BE49-F238E27FC236}">
                  <a16:creationId xmlns:a16="http://schemas.microsoft.com/office/drawing/2014/main" id="{3877933D-E88F-68E7-F717-ACD12778E6A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177" name="직선 연결선 322">
                <a:extLst>
                  <a:ext uri="{FF2B5EF4-FFF2-40B4-BE49-F238E27FC236}">
                    <a16:creationId xmlns:a16="http://schemas.microsoft.com/office/drawing/2014/main" id="{CD98609C-2726-5EF1-0010-24D369022DA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8" name="직선 연결선 323">
                <a:extLst>
                  <a:ext uri="{FF2B5EF4-FFF2-40B4-BE49-F238E27FC236}">
                    <a16:creationId xmlns:a16="http://schemas.microsoft.com/office/drawing/2014/main" id="{CD99ABD1-1396-CFC9-8E79-E8B0C028CC3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0" name="직선 연결선 324">
                <a:extLst>
                  <a:ext uri="{FF2B5EF4-FFF2-40B4-BE49-F238E27FC236}">
                    <a16:creationId xmlns:a16="http://schemas.microsoft.com/office/drawing/2014/main" id="{2786BBC9-29BC-11DD-EECC-E35BC37EE0D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74" name="직선 연결선 326">
              <a:extLst>
                <a:ext uri="{FF2B5EF4-FFF2-40B4-BE49-F238E27FC236}">
                  <a16:creationId xmlns:a16="http://schemas.microsoft.com/office/drawing/2014/main" id="{487EC8AE-C4DE-5094-5C35-BC6C320E094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76" name="타원 1175">
              <a:extLst>
                <a:ext uri="{FF2B5EF4-FFF2-40B4-BE49-F238E27FC236}">
                  <a16:creationId xmlns:a16="http://schemas.microsoft.com/office/drawing/2014/main" id="{F7635005-5D48-2DC4-3414-424E4E0DBC9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790" name="직선 연결선 351">
            <a:extLst>
              <a:ext uri="{FF2B5EF4-FFF2-40B4-BE49-F238E27FC236}">
                <a16:creationId xmlns:a16="http://schemas.microsoft.com/office/drawing/2014/main" id="{2450923F-B2BD-A124-3708-8E7839B41CD6}"/>
              </a:ext>
            </a:extLst>
          </p:cNvPr>
          <p:cNvCxnSpPr>
            <a:cxnSpLocks/>
          </p:cNvCxnSpPr>
          <p:nvPr/>
        </p:nvCxnSpPr>
        <p:spPr>
          <a:xfrm>
            <a:off x="8908920" y="476710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1" name="직사각형 800">
            <a:extLst>
              <a:ext uri="{FF2B5EF4-FFF2-40B4-BE49-F238E27FC236}">
                <a16:creationId xmlns:a16="http://schemas.microsoft.com/office/drawing/2014/main" id="{E96B04CB-F8AB-C28B-0370-43C95B3A951B}"/>
              </a:ext>
            </a:extLst>
          </p:cNvPr>
          <p:cNvSpPr>
            <a:spLocks/>
          </p:cNvSpPr>
          <p:nvPr/>
        </p:nvSpPr>
        <p:spPr>
          <a:xfrm>
            <a:off x="6417494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07" name="직선 연결선[R] 806">
            <a:extLst>
              <a:ext uri="{FF2B5EF4-FFF2-40B4-BE49-F238E27FC236}">
                <a16:creationId xmlns:a16="http://schemas.microsoft.com/office/drawing/2014/main" id="{D27429A6-75CE-4D65-AFE6-54744AC4E539}"/>
              </a:ext>
            </a:extLst>
          </p:cNvPr>
          <p:cNvCxnSpPr>
            <a:cxnSpLocks/>
          </p:cNvCxnSpPr>
          <p:nvPr/>
        </p:nvCxnSpPr>
        <p:spPr>
          <a:xfrm flipH="1">
            <a:off x="6027906" y="211130"/>
            <a:ext cx="36888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3" name="그룹 852">
            <a:extLst>
              <a:ext uri="{FF2B5EF4-FFF2-40B4-BE49-F238E27FC236}">
                <a16:creationId xmlns:a16="http://schemas.microsoft.com/office/drawing/2014/main" id="{839B4ECB-C18F-6C8D-0777-5F8F52BE37B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6027906" y="157130"/>
            <a:ext cx="148067" cy="108000"/>
            <a:chOff x="7409659" y="2902132"/>
            <a:chExt cx="317047" cy="239471"/>
          </a:xfrm>
        </p:grpSpPr>
        <p:grpSp>
          <p:nvGrpSpPr>
            <p:cNvPr id="854" name="그룹 853">
              <a:extLst>
                <a:ext uri="{FF2B5EF4-FFF2-40B4-BE49-F238E27FC236}">
                  <a16:creationId xmlns:a16="http://schemas.microsoft.com/office/drawing/2014/main" id="{9951BF8B-08BB-1436-21EF-163E95C0BBA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18" name="직선 연결선 322">
                <a:extLst>
                  <a:ext uri="{FF2B5EF4-FFF2-40B4-BE49-F238E27FC236}">
                    <a16:creationId xmlns:a16="http://schemas.microsoft.com/office/drawing/2014/main" id="{AFD31A71-F6F6-EDDD-83F7-194B34438CC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19" name="직선 연결선 323">
                <a:extLst>
                  <a:ext uri="{FF2B5EF4-FFF2-40B4-BE49-F238E27FC236}">
                    <a16:creationId xmlns:a16="http://schemas.microsoft.com/office/drawing/2014/main" id="{701ABA0F-9D98-B513-489F-8307111B04D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20" name="직선 연결선 324">
                <a:extLst>
                  <a:ext uri="{FF2B5EF4-FFF2-40B4-BE49-F238E27FC236}">
                    <a16:creationId xmlns:a16="http://schemas.microsoft.com/office/drawing/2014/main" id="{31EC9F5E-0857-63CA-6CEE-3C16F471D4C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14" name="직선 연결선 326">
              <a:extLst>
                <a:ext uri="{FF2B5EF4-FFF2-40B4-BE49-F238E27FC236}">
                  <a16:creationId xmlns:a16="http://schemas.microsoft.com/office/drawing/2014/main" id="{70A96835-76A9-9FE0-88F0-9FE25DE56A0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16" name="타원 1315">
              <a:extLst>
                <a:ext uri="{FF2B5EF4-FFF2-40B4-BE49-F238E27FC236}">
                  <a16:creationId xmlns:a16="http://schemas.microsoft.com/office/drawing/2014/main" id="{F7BC6CBA-5722-6897-CF47-F76B9521FEA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22" name="직선 연결선 351">
            <a:extLst>
              <a:ext uri="{FF2B5EF4-FFF2-40B4-BE49-F238E27FC236}">
                <a16:creationId xmlns:a16="http://schemas.microsoft.com/office/drawing/2014/main" id="{59C421CA-5B2F-A293-2D47-5ECCC447C2B3}"/>
              </a:ext>
            </a:extLst>
          </p:cNvPr>
          <p:cNvCxnSpPr>
            <a:cxnSpLocks/>
          </p:cNvCxnSpPr>
          <p:nvPr/>
        </p:nvCxnSpPr>
        <p:spPr>
          <a:xfrm>
            <a:off x="6342679" y="16386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3" name="직사각형 1342">
            <a:extLst>
              <a:ext uri="{FF2B5EF4-FFF2-40B4-BE49-F238E27FC236}">
                <a16:creationId xmlns:a16="http://schemas.microsoft.com/office/drawing/2014/main" id="{9A33430C-951E-7A71-8E32-26DF927BC4B9}"/>
              </a:ext>
            </a:extLst>
          </p:cNvPr>
          <p:cNvSpPr>
            <a:spLocks/>
          </p:cNvSpPr>
          <p:nvPr/>
        </p:nvSpPr>
        <p:spPr>
          <a:xfrm>
            <a:off x="6421325" y="584813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benefit</a:t>
            </a:r>
          </a:p>
        </p:txBody>
      </p:sp>
      <p:sp>
        <p:nvSpPr>
          <p:cNvPr id="1344" name="직사각형 1343">
            <a:extLst>
              <a:ext uri="{FF2B5EF4-FFF2-40B4-BE49-F238E27FC236}">
                <a16:creationId xmlns:a16="http://schemas.microsoft.com/office/drawing/2014/main" id="{26C09E1B-CA3A-9712-B1BA-5C2AED9FE367}"/>
              </a:ext>
            </a:extLst>
          </p:cNvPr>
          <p:cNvSpPr>
            <a:spLocks/>
          </p:cNvSpPr>
          <p:nvPr/>
        </p:nvSpPr>
        <p:spPr>
          <a:xfrm>
            <a:off x="6418531" y="1063587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condition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45" name="직선 연결선[R] 1344">
            <a:extLst>
              <a:ext uri="{FF2B5EF4-FFF2-40B4-BE49-F238E27FC236}">
                <a16:creationId xmlns:a16="http://schemas.microsoft.com/office/drawing/2014/main" id="{7CEA8C98-19F4-2876-5FA4-A7EF72D9013E}"/>
              </a:ext>
            </a:extLst>
          </p:cNvPr>
          <p:cNvCxnSpPr>
            <a:cxnSpLocks/>
          </p:cNvCxnSpPr>
          <p:nvPr/>
        </p:nvCxnSpPr>
        <p:spPr>
          <a:xfrm flipH="1">
            <a:off x="6027906" y="331152"/>
            <a:ext cx="2635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7" name="직선 연결선[R] 1346">
            <a:extLst>
              <a:ext uri="{FF2B5EF4-FFF2-40B4-BE49-F238E27FC236}">
                <a16:creationId xmlns:a16="http://schemas.microsoft.com/office/drawing/2014/main" id="{91A995A3-BFC1-4371-A163-17127532064D}"/>
              </a:ext>
            </a:extLst>
          </p:cNvPr>
          <p:cNvCxnSpPr>
            <a:cxnSpLocks/>
            <a:stCxn id="1343" idx="1"/>
          </p:cNvCxnSpPr>
          <p:nvPr/>
        </p:nvCxnSpPr>
        <p:spPr>
          <a:xfrm flipH="1">
            <a:off x="6291470" y="800813"/>
            <a:ext cx="12985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0" name="직선 연결선[R] 1349">
            <a:extLst>
              <a:ext uri="{FF2B5EF4-FFF2-40B4-BE49-F238E27FC236}">
                <a16:creationId xmlns:a16="http://schemas.microsoft.com/office/drawing/2014/main" id="{3EC41B8E-5447-EA30-8E33-F193002506EB}"/>
              </a:ext>
            </a:extLst>
          </p:cNvPr>
          <p:cNvCxnSpPr>
            <a:cxnSpLocks/>
          </p:cNvCxnSpPr>
          <p:nvPr/>
        </p:nvCxnSpPr>
        <p:spPr>
          <a:xfrm>
            <a:off x="6292415" y="345831"/>
            <a:ext cx="0" cy="45853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직선 연결선[R] 1356">
            <a:extLst>
              <a:ext uri="{FF2B5EF4-FFF2-40B4-BE49-F238E27FC236}">
                <a16:creationId xmlns:a16="http://schemas.microsoft.com/office/drawing/2014/main" id="{1D0DFE10-C3E3-CBAF-1DC5-BC51711B7B63}"/>
              </a:ext>
            </a:extLst>
          </p:cNvPr>
          <p:cNvCxnSpPr>
            <a:cxnSpLocks/>
            <a:stCxn id="1344" idx="1"/>
          </p:cNvCxnSpPr>
          <p:nvPr/>
        </p:nvCxnSpPr>
        <p:spPr>
          <a:xfrm flipH="1">
            <a:off x="6211957" y="1279587"/>
            <a:ext cx="20657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직선 연결선[R] 1360">
            <a:extLst>
              <a:ext uri="{FF2B5EF4-FFF2-40B4-BE49-F238E27FC236}">
                <a16:creationId xmlns:a16="http://schemas.microsoft.com/office/drawing/2014/main" id="{DEC88E2B-1DDA-D93B-88CB-BB5DF3402C13}"/>
              </a:ext>
            </a:extLst>
          </p:cNvPr>
          <p:cNvCxnSpPr>
            <a:cxnSpLocks/>
          </p:cNvCxnSpPr>
          <p:nvPr/>
        </p:nvCxnSpPr>
        <p:spPr>
          <a:xfrm>
            <a:off x="6216215" y="457200"/>
            <a:ext cx="0" cy="8249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4" name="직선 연결선[R] 1363">
            <a:extLst>
              <a:ext uri="{FF2B5EF4-FFF2-40B4-BE49-F238E27FC236}">
                <a16:creationId xmlns:a16="http://schemas.microsoft.com/office/drawing/2014/main" id="{BAC462F2-F7CF-290D-662F-1925868CA6C0}"/>
              </a:ext>
            </a:extLst>
          </p:cNvPr>
          <p:cNvCxnSpPr>
            <a:cxnSpLocks/>
          </p:cNvCxnSpPr>
          <p:nvPr/>
        </p:nvCxnSpPr>
        <p:spPr>
          <a:xfrm flipH="1">
            <a:off x="6027906" y="448765"/>
            <a:ext cx="18902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66" name="그룹 1365">
            <a:extLst>
              <a:ext uri="{FF2B5EF4-FFF2-40B4-BE49-F238E27FC236}">
                <a16:creationId xmlns:a16="http://schemas.microsoft.com/office/drawing/2014/main" id="{3847D9AE-2414-121E-842C-72361DECC1C8}"/>
              </a:ext>
            </a:extLst>
          </p:cNvPr>
          <p:cNvGrpSpPr>
            <a:grpSpLocks noChangeAspect="1"/>
          </p:cNvGrpSpPr>
          <p:nvPr/>
        </p:nvGrpSpPr>
        <p:grpSpPr>
          <a:xfrm>
            <a:off x="6347363" y="746146"/>
            <a:ext cx="70242" cy="108000"/>
            <a:chOff x="7604467" y="2108611"/>
            <a:chExt cx="122239" cy="239471"/>
          </a:xfrm>
        </p:grpSpPr>
        <p:grpSp>
          <p:nvGrpSpPr>
            <p:cNvPr id="1367" name="그룹 1366">
              <a:extLst>
                <a:ext uri="{FF2B5EF4-FFF2-40B4-BE49-F238E27FC236}">
                  <a16:creationId xmlns:a16="http://schemas.microsoft.com/office/drawing/2014/main" id="{27A2442B-CF26-19AA-CB8E-F04DD28764A6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69" name="직선 연결선 359">
                <a:extLst>
                  <a:ext uri="{FF2B5EF4-FFF2-40B4-BE49-F238E27FC236}">
                    <a16:creationId xmlns:a16="http://schemas.microsoft.com/office/drawing/2014/main" id="{125AE35C-733B-1301-C2B6-96D7C8FA13B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0" name="직선 연결선 360">
                <a:extLst>
                  <a:ext uri="{FF2B5EF4-FFF2-40B4-BE49-F238E27FC236}">
                    <a16:creationId xmlns:a16="http://schemas.microsoft.com/office/drawing/2014/main" id="{C5B4C911-F461-F6EE-67C6-EC543267EE2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1" name="직선 연결선 361">
                <a:extLst>
                  <a:ext uri="{FF2B5EF4-FFF2-40B4-BE49-F238E27FC236}">
                    <a16:creationId xmlns:a16="http://schemas.microsoft.com/office/drawing/2014/main" id="{940706CF-180E-701B-0B0B-48CF5855CB5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68" name="직선 연결선 363">
              <a:extLst>
                <a:ext uri="{FF2B5EF4-FFF2-40B4-BE49-F238E27FC236}">
                  <a16:creationId xmlns:a16="http://schemas.microsoft.com/office/drawing/2014/main" id="{C19C64DE-05C1-3888-4E44-0D6D83A1545C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72" name="그룹 1371">
            <a:extLst>
              <a:ext uri="{FF2B5EF4-FFF2-40B4-BE49-F238E27FC236}">
                <a16:creationId xmlns:a16="http://schemas.microsoft.com/office/drawing/2014/main" id="{9BB98D52-FCF8-5048-D83C-CE7E2EB7A7E1}"/>
              </a:ext>
            </a:extLst>
          </p:cNvPr>
          <p:cNvGrpSpPr>
            <a:grpSpLocks noChangeAspect="1"/>
          </p:cNvGrpSpPr>
          <p:nvPr/>
        </p:nvGrpSpPr>
        <p:grpSpPr>
          <a:xfrm>
            <a:off x="6264787" y="1224761"/>
            <a:ext cx="148067" cy="108000"/>
            <a:chOff x="7409659" y="2902132"/>
            <a:chExt cx="317047" cy="239471"/>
          </a:xfrm>
        </p:grpSpPr>
        <p:grpSp>
          <p:nvGrpSpPr>
            <p:cNvPr id="1373" name="그룹 1372">
              <a:extLst>
                <a:ext uri="{FF2B5EF4-FFF2-40B4-BE49-F238E27FC236}">
                  <a16:creationId xmlns:a16="http://schemas.microsoft.com/office/drawing/2014/main" id="{18E282B9-2919-BE4F-B049-3457C43204B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76" name="직선 연결선 322">
                <a:extLst>
                  <a:ext uri="{FF2B5EF4-FFF2-40B4-BE49-F238E27FC236}">
                    <a16:creationId xmlns:a16="http://schemas.microsoft.com/office/drawing/2014/main" id="{B6269481-1437-CFC4-18CD-94FCDBE2957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7" name="직선 연결선 323">
                <a:extLst>
                  <a:ext uri="{FF2B5EF4-FFF2-40B4-BE49-F238E27FC236}">
                    <a16:creationId xmlns:a16="http://schemas.microsoft.com/office/drawing/2014/main" id="{54664852-6BF7-655A-972D-CA8AE39DA72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8" name="직선 연결선 324">
                <a:extLst>
                  <a:ext uri="{FF2B5EF4-FFF2-40B4-BE49-F238E27FC236}">
                    <a16:creationId xmlns:a16="http://schemas.microsoft.com/office/drawing/2014/main" id="{1F27915F-C212-8F17-4396-DC3072D55DE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74" name="직선 연결선 326">
              <a:extLst>
                <a:ext uri="{FF2B5EF4-FFF2-40B4-BE49-F238E27FC236}">
                  <a16:creationId xmlns:a16="http://schemas.microsoft.com/office/drawing/2014/main" id="{3D05470F-2334-07CA-03CB-B8B8530DB5C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75" name="타원 1374">
              <a:extLst>
                <a:ext uri="{FF2B5EF4-FFF2-40B4-BE49-F238E27FC236}">
                  <a16:creationId xmlns:a16="http://schemas.microsoft.com/office/drawing/2014/main" id="{4CE6FA91-9D1B-5281-685B-5EAB0408603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82" name="직선 연결선 351">
            <a:extLst>
              <a:ext uri="{FF2B5EF4-FFF2-40B4-BE49-F238E27FC236}">
                <a16:creationId xmlns:a16="http://schemas.microsoft.com/office/drawing/2014/main" id="{F2132BBC-5A7E-A0BF-C687-058DAB0303E9}"/>
              </a:ext>
            </a:extLst>
          </p:cNvPr>
          <p:cNvCxnSpPr>
            <a:cxnSpLocks/>
          </p:cNvCxnSpPr>
          <p:nvPr/>
        </p:nvCxnSpPr>
        <p:spPr>
          <a:xfrm>
            <a:off x="6086060" y="26897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3" name="직선 연결선 351">
            <a:extLst>
              <a:ext uri="{FF2B5EF4-FFF2-40B4-BE49-F238E27FC236}">
                <a16:creationId xmlns:a16="http://schemas.microsoft.com/office/drawing/2014/main" id="{8EF20FCF-A86F-0561-FCD5-0D2BDB8F102B}"/>
              </a:ext>
            </a:extLst>
          </p:cNvPr>
          <p:cNvCxnSpPr>
            <a:cxnSpLocks/>
          </p:cNvCxnSpPr>
          <p:nvPr/>
        </p:nvCxnSpPr>
        <p:spPr>
          <a:xfrm>
            <a:off x="6082746" y="39156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6" name="직사각형 1385">
            <a:extLst>
              <a:ext uri="{FF2B5EF4-FFF2-40B4-BE49-F238E27FC236}">
                <a16:creationId xmlns:a16="http://schemas.microsoft.com/office/drawing/2014/main" id="{B524DB7B-212D-9F2C-8F56-2AD98B2C76B4}"/>
              </a:ext>
            </a:extLst>
          </p:cNvPr>
          <p:cNvSpPr>
            <a:spLocks/>
          </p:cNvSpPr>
          <p:nvPr/>
        </p:nvSpPr>
        <p:spPr>
          <a:xfrm>
            <a:off x="1147624" y="276689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charge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7" name="직사각형 1386">
            <a:extLst>
              <a:ext uri="{FF2B5EF4-FFF2-40B4-BE49-F238E27FC236}">
                <a16:creationId xmlns:a16="http://schemas.microsoft.com/office/drawing/2014/main" id="{32F55F52-28F3-D829-99C3-66B7187700C6}"/>
              </a:ext>
            </a:extLst>
          </p:cNvPr>
          <p:cNvSpPr>
            <a:spLocks/>
          </p:cNvSpPr>
          <p:nvPr/>
        </p:nvSpPr>
        <p:spPr>
          <a:xfrm>
            <a:off x="1147624" y="128676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8" name="직사각형 1387">
            <a:extLst>
              <a:ext uri="{FF2B5EF4-FFF2-40B4-BE49-F238E27FC236}">
                <a16:creationId xmlns:a16="http://schemas.microsoft.com/office/drawing/2014/main" id="{47FC8067-4C2D-F88E-666F-63089A3E55A0}"/>
              </a:ext>
            </a:extLst>
          </p:cNvPr>
          <p:cNvSpPr>
            <a:spLocks/>
          </p:cNvSpPr>
          <p:nvPr/>
        </p:nvSpPr>
        <p:spPr>
          <a:xfrm>
            <a:off x="1147624" y="388624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92" name="직선 연결선[R] 1391">
            <a:extLst>
              <a:ext uri="{FF2B5EF4-FFF2-40B4-BE49-F238E27FC236}">
                <a16:creationId xmlns:a16="http://schemas.microsoft.com/office/drawing/2014/main" id="{2FDBC25D-0DB2-CBFE-E373-5B6B4999095D}"/>
              </a:ext>
            </a:extLst>
          </p:cNvPr>
          <p:cNvCxnSpPr>
            <a:cxnSpLocks/>
            <a:stCxn id="942" idx="1"/>
            <a:endCxn id="1388" idx="3"/>
          </p:cNvCxnSpPr>
          <p:nvPr/>
        </p:nvCxnSpPr>
        <p:spPr>
          <a:xfrm flipH="1">
            <a:off x="1867624" y="601719"/>
            <a:ext cx="64580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5" name="직선 연결선[R] 1394">
            <a:extLst>
              <a:ext uri="{FF2B5EF4-FFF2-40B4-BE49-F238E27FC236}">
                <a16:creationId xmlns:a16="http://schemas.microsoft.com/office/drawing/2014/main" id="{0D4F1693-F5E0-979E-1975-61F5021F49E3}"/>
              </a:ext>
            </a:extLst>
          </p:cNvPr>
          <p:cNvCxnSpPr>
            <a:cxnSpLocks/>
            <a:endCxn id="1386" idx="3"/>
          </p:cNvCxnSpPr>
          <p:nvPr/>
        </p:nvCxnSpPr>
        <p:spPr>
          <a:xfrm flipH="1">
            <a:off x="1867624" y="2982895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9" name="직선 연결선[R] 1398">
            <a:extLst>
              <a:ext uri="{FF2B5EF4-FFF2-40B4-BE49-F238E27FC236}">
                <a16:creationId xmlns:a16="http://schemas.microsoft.com/office/drawing/2014/main" id="{E165102E-BC11-7132-2C6B-BBE40F97D079}"/>
              </a:ext>
            </a:extLst>
          </p:cNvPr>
          <p:cNvCxnSpPr>
            <a:cxnSpLocks/>
          </p:cNvCxnSpPr>
          <p:nvPr/>
        </p:nvCxnSpPr>
        <p:spPr>
          <a:xfrm flipV="1">
            <a:off x="4001010" y="2781100"/>
            <a:ext cx="0" cy="2083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4" name="그룹 1403">
            <a:extLst>
              <a:ext uri="{FF2B5EF4-FFF2-40B4-BE49-F238E27FC236}">
                <a16:creationId xmlns:a16="http://schemas.microsoft.com/office/drawing/2014/main" id="{EABC7226-2944-54DD-092F-F92F3E1C6C3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1876" y="2928960"/>
            <a:ext cx="57088" cy="108000"/>
            <a:chOff x="7604467" y="2108611"/>
            <a:chExt cx="122239" cy="239471"/>
          </a:xfrm>
        </p:grpSpPr>
        <p:grpSp>
          <p:nvGrpSpPr>
            <p:cNvPr id="1405" name="그룹 1404">
              <a:extLst>
                <a:ext uri="{FF2B5EF4-FFF2-40B4-BE49-F238E27FC236}">
                  <a16:creationId xmlns:a16="http://schemas.microsoft.com/office/drawing/2014/main" id="{36C1D0BE-6725-6241-6E10-35892E66A4C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407" name="직선 연결선 359">
                <a:extLst>
                  <a:ext uri="{FF2B5EF4-FFF2-40B4-BE49-F238E27FC236}">
                    <a16:creationId xmlns:a16="http://schemas.microsoft.com/office/drawing/2014/main" id="{51D0FF77-EB9C-1A5E-1A65-F7593666FAB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8" name="직선 연결선 360">
                <a:extLst>
                  <a:ext uri="{FF2B5EF4-FFF2-40B4-BE49-F238E27FC236}">
                    <a16:creationId xmlns:a16="http://schemas.microsoft.com/office/drawing/2014/main" id="{A70F22C3-2A86-8DF8-2166-0344226B34A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9" name="직선 연결선 361">
                <a:extLst>
                  <a:ext uri="{FF2B5EF4-FFF2-40B4-BE49-F238E27FC236}">
                    <a16:creationId xmlns:a16="http://schemas.microsoft.com/office/drawing/2014/main" id="{D9FAD310-5D51-3CA3-9F3A-C0B67B3F01E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06" name="직선 연결선 363">
              <a:extLst>
                <a:ext uri="{FF2B5EF4-FFF2-40B4-BE49-F238E27FC236}">
                  <a16:creationId xmlns:a16="http://schemas.microsoft.com/office/drawing/2014/main" id="{0B532BD3-2DE4-6CB1-0012-57DFB3D93F31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10" name="직선 연결선 351">
            <a:extLst>
              <a:ext uri="{FF2B5EF4-FFF2-40B4-BE49-F238E27FC236}">
                <a16:creationId xmlns:a16="http://schemas.microsoft.com/office/drawing/2014/main" id="{32FF058F-8470-A7DA-EC84-95AE089DEF19}"/>
              </a:ext>
            </a:extLst>
          </p:cNvPr>
          <p:cNvCxnSpPr>
            <a:cxnSpLocks/>
          </p:cNvCxnSpPr>
          <p:nvPr/>
        </p:nvCxnSpPr>
        <p:spPr>
          <a:xfrm>
            <a:off x="3950630" y="285291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1" name="직선 연결선[R] 1410">
            <a:extLst>
              <a:ext uri="{FF2B5EF4-FFF2-40B4-BE49-F238E27FC236}">
                <a16:creationId xmlns:a16="http://schemas.microsoft.com/office/drawing/2014/main" id="{5A559A2A-46F8-D047-7F14-DDF61D1031AC}"/>
              </a:ext>
            </a:extLst>
          </p:cNvPr>
          <p:cNvCxnSpPr>
            <a:cxnSpLocks/>
            <a:endCxn id="1387" idx="3"/>
          </p:cNvCxnSpPr>
          <p:nvPr/>
        </p:nvCxnSpPr>
        <p:spPr>
          <a:xfrm flipH="1">
            <a:off x="1867624" y="1502765"/>
            <a:ext cx="7443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4" name="직선 연결선[R] 1413">
            <a:extLst>
              <a:ext uri="{FF2B5EF4-FFF2-40B4-BE49-F238E27FC236}">
                <a16:creationId xmlns:a16="http://schemas.microsoft.com/office/drawing/2014/main" id="{F98B30A4-DDDA-402D-38BD-F904DF0F9420}"/>
              </a:ext>
            </a:extLst>
          </p:cNvPr>
          <p:cNvCxnSpPr>
            <a:cxnSpLocks/>
          </p:cNvCxnSpPr>
          <p:nvPr/>
        </p:nvCxnSpPr>
        <p:spPr>
          <a:xfrm flipV="1">
            <a:off x="2610855" y="1504010"/>
            <a:ext cx="0" cy="2915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16" name="그룹 1415">
            <a:extLst>
              <a:ext uri="{FF2B5EF4-FFF2-40B4-BE49-F238E27FC236}">
                <a16:creationId xmlns:a16="http://schemas.microsoft.com/office/drawing/2014/main" id="{DAF99899-4B88-CD13-2ABA-CFDA5B2BF77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1447719"/>
            <a:ext cx="148067" cy="108000"/>
            <a:chOff x="7409659" y="2902132"/>
            <a:chExt cx="317047" cy="239471"/>
          </a:xfrm>
        </p:grpSpPr>
        <p:grpSp>
          <p:nvGrpSpPr>
            <p:cNvPr id="1417" name="그룹 1416">
              <a:extLst>
                <a:ext uri="{FF2B5EF4-FFF2-40B4-BE49-F238E27FC236}">
                  <a16:creationId xmlns:a16="http://schemas.microsoft.com/office/drawing/2014/main" id="{2203EB81-473B-7545-1393-1AD7086AA6F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0" name="직선 연결선 322">
                <a:extLst>
                  <a:ext uri="{FF2B5EF4-FFF2-40B4-BE49-F238E27FC236}">
                    <a16:creationId xmlns:a16="http://schemas.microsoft.com/office/drawing/2014/main" id="{A0947E09-AD61-5D0E-F039-FD54BDF4D8B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1" name="직선 연결선 323">
                <a:extLst>
                  <a:ext uri="{FF2B5EF4-FFF2-40B4-BE49-F238E27FC236}">
                    <a16:creationId xmlns:a16="http://schemas.microsoft.com/office/drawing/2014/main" id="{08CAC396-3FEF-7407-C567-F16F5D445A0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2" name="직선 연결선 324">
                <a:extLst>
                  <a:ext uri="{FF2B5EF4-FFF2-40B4-BE49-F238E27FC236}">
                    <a16:creationId xmlns:a16="http://schemas.microsoft.com/office/drawing/2014/main" id="{048E7833-AA17-E7B4-725C-063A98D5FFE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18" name="직선 연결선 326">
              <a:extLst>
                <a:ext uri="{FF2B5EF4-FFF2-40B4-BE49-F238E27FC236}">
                  <a16:creationId xmlns:a16="http://schemas.microsoft.com/office/drawing/2014/main" id="{CBFE257F-A3EB-2BDA-C4C9-6A1B19AE794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19" name="타원 1418">
              <a:extLst>
                <a:ext uri="{FF2B5EF4-FFF2-40B4-BE49-F238E27FC236}">
                  <a16:creationId xmlns:a16="http://schemas.microsoft.com/office/drawing/2014/main" id="{CB15B8E7-3C4A-31E5-15E5-65E0234181C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23" name="직선 연결선 351">
            <a:extLst>
              <a:ext uri="{FF2B5EF4-FFF2-40B4-BE49-F238E27FC236}">
                <a16:creationId xmlns:a16="http://schemas.microsoft.com/office/drawing/2014/main" id="{8D0889FD-FD72-0540-5D86-8EA948B2868A}"/>
              </a:ext>
            </a:extLst>
          </p:cNvPr>
          <p:cNvCxnSpPr>
            <a:cxnSpLocks/>
          </p:cNvCxnSpPr>
          <p:nvPr/>
        </p:nvCxnSpPr>
        <p:spPr>
          <a:xfrm>
            <a:off x="2558461" y="1733591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4" name="직선 연결선 351">
            <a:extLst>
              <a:ext uri="{FF2B5EF4-FFF2-40B4-BE49-F238E27FC236}">
                <a16:creationId xmlns:a16="http://schemas.microsoft.com/office/drawing/2014/main" id="{E88D8205-5737-1308-CF0C-8BAC6D8897F2}"/>
              </a:ext>
            </a:extLst>
          </p:cNvPr>
          <p:cNvCxnSpPr>
            <a:cxnSpLocks/>
          </p:cNvCxnSpPr>
          <p:nvPr/>
        </p:nvCxnSpPr>
        <p:spPr>
          <a:xfrm>
            <a:off x="2460249" y="54838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25" name="그룹 1424">
            <a:extLst>
              <a:ext uri="{FF2B5EF4-FFF2-40B4-BE49-F238E27FC236}">
                <a16:creationId xmlns:a16="http://schemas.microsoft.com/office/drawing/2014/main" id="{C4C70CD5-3040-244F-53F7-AD99565F5B9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551414"/>
            <a:ext cx="148067" cy="108000"/>
            <a:chOff x="7409659" y="2902132"/>
            <a:chExt cx="317047" cy="239471"/>
          </a:xfrm>
        </p:grpSpPr>
        <p:grpSp>
          <p:nvGrpSpPr>
            <p:cNvPr id="1426" name="그룹 1425">
              <a:extLst>
                <a:ext uri="{FF2B5EF4-FFF2-40B4-BE49-F238E27FC236}">
                  <a16:creationId xmlns:a16="http://schemas.microsoft.com/office/drawing/2014/main" id="{10BE96A6-6356-6BD1-FC8B-276AE71AC3B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9" name="직선 연결선 322">
                <a:extLst>
                  <a:ext uri="{FF2B5EF4-FFF2-40B4-BE49-F238E27FC236}">
                    <a16:creationId xmlns:a16="http://schemas.microsoft.com/office/drawing/2014/main" id="{B7F9774E-E7B9-EF7E-31EA-2F85E1CA3FA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0" name="직선 연결선 323">
                <a:extLst>
                  <a:ext uri="{FF2B5EF4-FFF2-40B4-BE49-F238E27FC236}">
                    <a16:creationId xmlns:a16="http://schemas.microsoft.com/office/drawing/2014/main" id="{370BB0AA-643C-41B2-900A-11FD0B691DD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1" name="직선 연결선 324">
                <a:extLst>
                  <a:ext uri="{FF2B5EF4-FFF2-40B4-BE49-F238E27FC236}">
                    <a16:creationId xmlns:a16="http://schemas.microsoft.com/office/drawing/2014/main" id="{4BEC7963-A9F9-5AE5-6542-7D1C94D27A2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7" name="직선 연결선 326">
              <a:extLst>
                <a:ext uri="{FF2B5EF4-FFF2-40B4-BE49-F238E27FC236}">
                  <a16:creationId xmlns:a16="http://schemas.microsoft.com/office/drawing/2014/main" id="{103EA1DC-CDE8-C6A6-8806-50E0BE7562A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28" name="타원 1427">
              <a:extLst>
                <a:ext uri="{FF2B5EF4-FFF2-40B4-BE49-F238E27FC236}">
                  <a16:creationId xmlns:a16="http://schemas.microsoft.com/office/drawing/2014/main" id="{F5BBB5EC-C6FC-7A32-96E7-1E281C59F7F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32" name="직선 연결선[R] 1431">
            <a:extLst>
              <a:ext uri="{FF2B5EF4-FFF2-40B4-BE49-F238E27FC236}">
                <a16:creationId xmlns:a16="http://schemas.microsoft.com/office/drawing/2014/main" id="{FE77CEE0-01CD-5926-C07A-860BFDB7A58F}"/>
              </a:ext>
            </a:extLst>
          </p:cNvPr>
          <p:cNvCxnSpPr>
            <a:cxnSpLocks/>
            <a:stCxn id="1388" idx="1"/>
          </p:cNvCxnSpPr>
          <p:nvPr/>
        </p:nvCxnSpPr>
        <p:spPr>
          <a:xfrm flipH="1">
            <a:off x="732692" y="604624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5" name="직선 연결선[R] 1434">
            <a:extLst>
              <a:ext uri="{FF2B5EF4-FFF2-40B4-BE49-F238E27FC236}">
                <a16:creationId xmlns:a16="http://schemas.microsoft.com/office/drawing/2014/main" id="{F7272341-07F9-05FF-E71E-84F0D2A1A280}"/>
              </a:ext>
            </a:extLst>
          </p:cNvPr>
          <p:cNvCxnSpPr>
            <a:cxnSpLocks/>
          </p:cNvCxnSpPr>
          <p:nvPr/>
        </p:nvCxnSpPr>
        <p:spPr>
          <a:xfrm flipV="1">
            <a:off x="733304" y="608711"/>
            <a:ext cx="0" cy="246859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8" name="직선 연결선[R] 1437">
            <a:extLst>
              <a:ext uri="{FF2B5EF4-FFF2-40B4-BE49-F238E27FC236}">
                <a16:creationId xmlns:a16="http://schemas.microsoft.com/office/drawing/2014/main" id="{11A91B49-195B-0F81-0368-B73FA708B7C3}"/>
              </a:ext>
            </a:extLst>
          </p:cNvPr>
          <p:cNvCxnSpPr>
            <a:cxnSpLocks/>
          </p:cNvCxnSpPr>
          <p:nvPr/>
        </p:nvCxnSpPr>
        <p:spPr>
          <a:xfrm flipH="1">
            <a:off x="732692" y="3076680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41" name="그룹 1440">
            <a:extLst>
              <a:ext uri="{FF2B5EF4-FFF2-40B4-BE49-F238E27FC236}">
                <a16:creationId xmlns:a16="http://schemas.microsoft.com/office/drawing/2014/main" id="{86C20B31-C51E-E541-BA4D-8209FC92A2B3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548389"/>
            <a:ext cx="148067" cy="108000"/>
            <a:chOff x="7409659" y="2902132"/>
            <a:chExt cx="317047" cy="239471"/>
          </a:xfrm>
        </p:grpSpPr>
        <p:grpSp>
          <p:nvGrpSpPr>
            <p:cNvPr id="1442" name="그룹 1441">
              <a:extLst>
                <a:ext uri="{FF2B5EF4-FFF2-40B4-BE49-F238E27FC236}">
                  <a16:creationId xmlns:a16="http://schemas.microsoft.com/office/drawing/2014/main" id="{BFF1A75C-764A-197A-8E8B-C706F62719C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45" name="직선 연결선 322">
                <a:extLst>
                  <a:ext uri="{FF2B5EF4-FFF2-40B4-BE49-F238E27FC236}">
                    <a16:creationId xmlns:a16="http://schemas.microsoft.com/office/drawing/2014/main" id="{62C40060-975E-F566-8770-9C33D831E51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6" name="직선 연결선 323">
                <a:extLst>
                  <a:ext uri="{FF2B5EF4-FFF2-40B4-BE49-F238E27FC236}">
                    <a16:creationId xmlns:a16="http://schemas.microsoft.com/office/drawing/2014/main" id="{20808193-73AC-49FD-5764-5FB1A4CB5E5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7" name="직선 연결선 324">
                <a:extLst>
                  <a:ext uri="{FF2B5EF4-FFF2-40B4-BE49-F238E27FC236}">
                    <a16:creationId xmlns:a16="http://schemas.microsoft.com/office/drawing/2014/main" id="{1A7D6BE9-6A7B-4302-FB8F-83C9252EAD1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43" name="직선 연결선 326">
              <a:extLst>
                <a:ext uri="{FF2B5EF4-FFF2-40B4-BE49-F238E27FC236}">
                  <a16:creationId xmlns:a16="http://schemas.microsoft.com/office/drawing/2014/main" id="{DBCC69D4-17B3-8A69-0A91-EFD6B638654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44" name="타원 1443">
              <a:extLst>
                <a:ext uri="{FF2B5EF4-FFF2-40B4-BE49-F238E27FC236}">
                  <a16:creationId xmlns:a16="http://schemas.microsoft.com/office/drawing/2014/main" id="{191F54CD-8342-CB21-C3E7-7A590AAAA68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48" name="직선 연결선 351">
            <a:extLst>
              <a:ext uri="{FF2B5EF4-FFF2-40B4-BE49-F238E27FC236}">
                <a16:creationId xmlns:a16="http://schemas.microsoft.com/office/drawing/2014/main" id="{6C299651-EF7F-9294-9BE6-A8F882F5F4B1}"/>
              </a:ext>
            </a:extLst>
          </p:cNvPr>
          <p:cNvCxnSpPr>
            <a:cxnSpLocks/>
          </p:cNvCxnSpPr>
          <p:nvPr/>
        </p:nvCxnSpPr>
        <p:spPr>
          <a:xfrm>
            <a:off x="1088088" y="303283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9" name="직선 연결선[R] 1448">
            <a:extLst>
              <a:ext uri="{FF2B5EF4-FFF2-40B4-BE49-F238E27FC236}">
                <a16:creationId xmlns:a16="http://schemas.microsoft.com/office/drawing/2014/main" id="{3EB7726F-C8FE-3BAD-2EE0-F51B65E918EB}"/>
              </a:ext>
            </a:extLst>
          </p:cNvPr>
          <p:cNvCxnSpPr>
            <a:cxnSpLocks/>
            <a:stCxn id="1387" idx="0"/>
            <a:endCxn id="1388" idx="2"/>
          </p:cNvCxnSpPr>
          <p:nvPr/>
        </p:nvCxnSpPr>
        <p:spPr>
          <a:xfrm flipV="1">
            <a:off x="1507624" y="820624"/>
            <a:ext cx="0" cy="46614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2" name="그룹 1451">
            <a:extLst>
              <a:ext uri="{FF2B5EF4-FFF2-40B4-BE49-F238E27FC236}">
                <a16:creationId xmlns:a16="http://schemas.microsoft.com/office/drawing/2014/main" id="{D15176B6-BA6C-5975-9135-723EFC8364A6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591" y="844765"/>
            <a:ext cx="148067" cy="108000"/>
            <a:chOff x="7409659" y="2902132"/>
            <a:chExt cx="317047" cy="239471"/>
          </a:xfrm>
        </p:grpSpPr>
        <p:grpSp>
          <p:nvGrpSpPr>
            <p:cNvPr id="1453" name="그룹 1452">
              <a:extLst>
                <a:ext uri="{FF2B5EF4-FFF2-40B4-BE49-F238E27FC236}">
                  <a16:creationId xmlns:a16="http://schemas.microsoft.com/office/drawing/2014/main" id="{87B429FC-2A76-7A83-4ABE-FB08C34F281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56" name="직선 연결선 322">
                <a:extLst>
                  <a:ext uri="{FF2B5EF4-FFF2-40B4-BE49-F238E27FC236}">
                    <a16:creationId xmlns:a16="http://schemas.microsoft.com/office/drawing/2014/main" id="{E804A947-A348-1BCB-4A69-758CCD88E41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7" name="직선 연결선 323">
                <a:extLst>
                  <a:ext uri="{FF2B5EF4-FFF2-40B4-BE49-F238E27FC236}">
                    <a16:creationId xmlns:a16="http://schemas.microsoft.com/office/drawing/2014/main" id="{1B51BBB2-6C68-ADDA-29A8-AAB8B6CC798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8" name="직선 연결선 324">
                <a:extLst>
                  <a:ext uri="{FF2B5EF4-FFF2-40B4-BE49-F238E27FC236}">
                    <a16:creationId xmlns:a16="http://schemas.microsoft.com/office/drawing/2014/main" id="{DBB07856-2CC6-D545-BE01-75C010E2B6B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54" name="직선 연결선 326">
              <a:extLst>
                <a:ext uri="{FF2B5EF4-FFF2-40B4-BE49-F238E27FC236}">
                  <a16:creationId xmlns:a16="http://schemas.microsoft.com/office/drawing/2014/main" id="{F4B68E33-4CAF-237B-352E-4F33423E5CA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55" name="타원 1454">
              <a:extLst>
                <a:ext uri="{FF2B5EF4-FFF2-40B4-BE49-F238E27FC236}">
                  <a16:creationId xmlns:a16="http://schemas.microsoft.com/office/drawing/2014/main" id="{0B25F558-EB8B-6F4F-6266-53C28004A40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sp>
        <p:nvSpPr>
          <p:cNvPr id="1461" name="제목 1">
            <a:extLst>
              <a:ext uri="{FF2B5EF4-FFF2-40B4-BE49-F238E27FC236}">
                <a16:creationId xmlns:a16="http://schemas.microsoft.com/office/drawing/2014/main" id="{12FDFE51-15F8-B939-7654-643B74C24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04" y="160360"/>
            <a:ext cx="496074" cy="654861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V2</a:t>
            </a:r>
            <a:endParaRPr lang="ko-KR" altLang="en-US" dirty="0"/>
          </a:p>
        </p:txBody>
      </p:sp>
      <p:grpSp>
        <p:nvGrpSpPr>
          <p:cNvPr id="1462" name="그룹 1461">
            <a:extLst>
              <a:ext uri="{FF2B5EF4-FFF2-40B4-BE49-F238E27FC236}">
                <a16:creationId xmlns:a16="http://schemas.microsoft.com/office/drawing/2014/main" id="{FE65A568-F5C2-D02B-C0F1-CF04CE61410D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5593842" y="3576188"/>
            <a:ext cx="148067" cy="108000"/>
            <a:chOff x="7409659" y="2902132"/>
            <a:chExt cx="317047" cy="239471"/>
          </a:xfrm>
        </p:grpSpPr>
        <p:grpSp>
          <p:nvGrpSpPr>
            <p:cNvPr id="1463" name="그룹 1462">
              <a:extLst>
                <a:ext uri="{FF2B5EF4-FFF2-40B4-BE49-F238E27FC236}">
                  <a16:creationId xmlns:a16="http://schemas.microsoft.com/office/drawing/2014/main" id="{A77A8DCE-4B75-8BED-A4EC-1304A901387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66" name="직선 연결선 322">
                <a:extLst>
                  <a:ext uri="{FF2B5EF4-FFF2-40B4-BE49-F238E27FC236}">
                    <a16:creationId xmlns:a16="http://schemas.microsoft.com/office/drawing/2014/main" id="{F1F3D2E1-CDE1-49C1-F340-D99298358B0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7" name="직선 연결선 323">
                <a:extLst>
                  <a:ext uri="{FF2B5EF4-FFF2-40B4-BE49-F238E27FC236}">
                    <a16:creationId xmlns:a16="http://schemas.microsoft.com/office/drawing/2014/main" id="{29248E80-B2F7-5C9E-C83D-19611EFFE7A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8" name="직선 연결선 324">
                <a:extLst>
                  <a:ext uri="{FF2B5EF4-FFF2-40B4-BE49-F238E27FC236}">
                    <a16:creationId xmlns:a16="http://schemas.microsoft.com/office/drawing/2014/main" id="{B38CDB61-9B9C-3DF3-860C-057D48AF504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64" name="직선 연결선 326">
              <a:extLst>
                <a:ext uri="{FF2B5EF4-FFF2-40B4-BE49-F238E27FC236}">
                  <a16:creationId xmlns:a16="http://schemas.microsoft.com/office/drawing/2014/main" id="{E9ACCD38-8D89-AD3B-5896-071AF7D73F8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65" name="타원 1464">
              <a:extLst>
                <a:ext uri="{FF2B5EF4-FFF2-40B4-BE49-F238E27FC236}">
                  <a16:creationId xmlns:a16="http://schemas.microsoft.com/office/drawing/2014/main" id="{4ADAE5B1-B52C-6A63-4FD4-5494F5BEA58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69" name="그룹 1468">
            <a:extLst>
              <a:ext uri="{FF2B5EF4-FFF2-40B4-BE49-F238E27FC236}">
                <a16:creationId xmlns:a16="http://schemas.microsoft.com/office/drawing/2014/main" id="{A1CCCD09-A796-1F8B-688B-06A091753360}"/>
              </a:ext>
            </a:extLst>
          </p:cNvPr>
          <p:cNvGrpSpPr>
            <a:grpSpLocks noChangeAspect="1"/>
          </p:cNvGrpSpPr>
          <p:nvPr/>
        </p:nvGrpSpPr>
        <p:grpSpPr>
          <a:xfrm>
            <a:off x="7715105" y="3870916"/>
            <a:ext cx="148067" cy="108000"/>
            <a:chOff x="7409659" y="2902132"/>
            <a:chExt cx="317047" cy="239471"/>
          </a:xfrm>
        </p:grpSpPr>
        <p:grpSp>
          <p:nvGrpSpPr>
            <p:cNvPr id="1470" name="그룹 1469">
              <a:extLst>
                <a:ext uri="{FF2B5EF4-FFF2-40B4-BE49-F238E27FC236}">
                  <a16:creationId xmlns:a16="http://schemas.microsoft.com/office/drawing/2014/main" id="{B3C81112-4901-3606-ED87-11E451F1FCC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73" name="직선 연결선 322">
                <a:extLst>
                  <a:ext uri="{FF2B5EF4-FFF2-40B4-BE49-F238E27FC236}">
                    <a16:creationId xmlns:a16="http://schemas.microsoft.com/office/drawing/2014/main" id="{026A62B6-B5DA-76CF-F77F-900CBDB5FE3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4" name="직선 연결선 323">
                <a:extLst>
                  <a:ext uri="{FF2B5EF4-FFF2-40B4-BE49-F238E27FC236}">
                    <a16:creationId xmlns:a16="http://schemas.microsoft.com/office/drawing/2014/main" id="{178C216D-FC95-336E-B8E7-56F25C9F893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5" name="직선 연결선 324">
                <a:extLst>
                  <a:ext uri="{FF2B5EF4-FFF2-40B4-BE49-F238E27FC236}">
                    <a16:creationId xmlns:a16="http://schemas.microsoft.com/office/drawing/2014/main" id="{91164A63-EAF4-BE9A-A696-3B4E6F43E5E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1" name="직선 연결선 326">
              <a:extLst>
                <a:ext uri="{FF2B5EF4-FFF2-40B4-BE49-F238E27FC236}">
                  <a16:creationId xmlns:a16="http://schemas.microsoft.com/office/drawing/2014/main" id="{5E712F0F-A5BF-C253-7C87-72B48152799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2" name="타원 1471">
              <a:extLst>
                <a:ext uri="{FF2B5EF4-FFF2-40B4-BE49-F238E27FC236}">
                  <a16:creationId xmlns:a16="http://schemas.microsoft.com/office/drawing/2014/main" id="{DDC4C6DE-D82D-409B-A603-87CDDFA519B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76" name="그룹 1475">
            <a:extLst>
              <a:ext uri="{FF2B5EF4-FFF2-40B4-BE49-F238E27FC236}">
                <a16:creationId xmlns:a16="http://schemas.microsoft.com/office/drawing/2014/main" id="{5D066CD6-AA47-526C-5A42-D6C9E335C7EF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3884" y="4477068"/>
            <a:ext cx="148067" cy="108000"/>
            <a:chOff x="7409659" y="2902132"/>
            <a:chExt cx="317047" cy="239471"/>
          </a:xfrm>
        </p:grpSpPr>
        <p:grpSp>
          <p:nvGrpSpPr>
            <p:cNvPr id="1477" name="그룹 1476">
              <a:extLst>
                <a:ext uri="{FF2B5EF4-FFF2-40B4-BE49-F238E27FC236}">
                  <a16:creationId xmlns:a16="http://schemas.microsoft.com/office/drawing/2014/main" id="{0375E76A-8782-0DCA-86C4-74031F1C139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0" name="직선 연결선 322">
                <a:extLst>
                  <a:ext uri="{FF2B5EF4-FFF2-40B4-BE49-F238E27FC236}">
                    <a16:creationId xmlns:a16="http://schemas.microsoft.com/office/drawing/2014/main" id="{50856A2F-1988-B31B-BFBA-9CA83AF322F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1" name="직선 연결선 323">
                <a:extLst>
                  <a:ext uri="{FF2B5EF4-FFF2-40B4-BE49-F238E27FC236}">
                    <a16:creationId xmlns:a16="http://schemas.microsoft.com/office/drawing/2014/main" id="{1C8CF7A7-BAD5-E610-79E8-24A77EEB340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2" name="직선 연결선 324">
                <a:extLst>
                  <a:ext uri="{FF2B5EF4-FFF2-40B4-BE49-F238E27FC236}">
                    <a16:creationId xmlns:a16="http://schemas.microsoft.com/office/drawing/2014/main" id="{3302805C-E5E8-60B3-93AD-8380B9977DE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8" name="직선 연결선 326">
              <a:extLst>
                <a:ext uri="{FF2B5EF4-FFF2-40B4-BE49-F238E27FC236}">
                  <a16:creationId xmlns:a16="http://schemas.microsoft.com/office/drawing/2014/main" id="{7A71CF4D-3246-7FF4-F64D-C52EF9CFBCA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9" name="타원 1478">
              <a:extLst>
                <a:ext uri="{FF2B5EF4-FFF2-40B4-BE49-F238E27FC236}">
                  <a16:creationId xmlns:a16="http://schemas.microsoft.com/office/drawing/2014/main" id="{C731FA87-4F86-B639-EAEE-AAA16017C67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83" name="그룹 1482">
            <a:extLst>
              <a:ext uri="{FF2B5EF4-FFF2-40B4-BE49-F238E27FC236}">
                <a16:creationId xmlns:a16="http://schemas.microsoft.com/office/drawing/2014/main" id="{F60D8A65-E36A-9ED1-904B-E4F28FC8AA72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5" y="5374879"/>
            <a:ext cx="148067" cy="108000"/>
            <a:chOff x="7409659" y="2902132"/>
            <a:chExt cx="317047" cy="239471"/>
          </a:xfrm>
        </p:grpSpPr>
        <p:grpSp>
          <p:nvGrpSpPr>
            <p:cNvPr id="1484" name="그룹 1483">
              <a:extLst>
                <a:ext uri="{FF2B5EF4-FFF2-40B4-BE49-F238E27FC236}">
                  <a16:creationId xmlns:a16="http://schemas.microsoft.com/office/drawing/2014/main" id="{785220E5-5094-E04C-350F-AE9BD7F68BC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7" name="직선 연결선 322">
                <a:extLst>
                  <a:ext uri="{FF2B5EF4-FFF2-40B4-BE49-F238E27FC236}">
                    <a16:creationId xmlns:a16="http://schemas.microsoft.com/office/drawing/2014/main" id="{CFD9B291-1046-DC2A-0427-F5A28E9B1A7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8" name="직선 연결선 323">
                <a:extLst>
                  <a:ext uri="{FF2B5EF4-FFF2-40B4-BE49-F238E27FC236}">
                    <a16:creationId xmlns:a16="http://schemas.microsoft.com/office/drawing/2014/main" id="{221B7FB5-783A-203E-E32E-C2851577C2E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9" name="직선 연결선 324">
                <a:extLst>
                  <a:ext uri="{FF2B5EF4-FFF2-40B4-BE49-F238E27FC236}">
                    <a16:creationId xmlns:a16="http://schemas.microsoft.com/office/drawing/2014/main" id="{08B72296-934B-4B7F-E568-4C5C679754C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85" name="직선 연결선 326">
              <a:extLst>
                <a:ext uri="{FF2B5EF4-FFF2-40B4-BE49-F238E27FC236}">
                  <a16:creationId xmlns:a16="http://schemas.microsoft.com/office/drawing/2014/main" id="{7E93FE40-93BE-5CFC-6740-BD723270D34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86" name="타원 1485">
              <a:extLst>
                <a:ext uri="{FF2B5EF4-FFF2-40B4-BE49-F238E27FC236}">
                  <a16:creationId xmlns:a16="http://schemas.microsoft.com/office/drawing/2014/main" id="{F7B109C0-AC21-AF84-4967-8CEDB3EA34C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1" name="그룹 1490">
            <a:extLst>
              <a:ext uri="{FF2B5EF4-FFF2-40B4-BE49-F238E27FC236}">
                <a16:creationId xmlns:a16="http://schemas.microsoft.com/office/drawing/2014/main" id="{7C113725-0406-A5B0-F5E7-E16E9DC1247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5663052"/>
            <a:ext cx="148067" cy="108000"/>
            <a:chOff x="7409659" y="2902132"/>
            <a:chExt cx="317047" cy="239471"/>
          </a:xfrm>
        </p:grpSpPr>
        <p:grpSp>
          <p:nvGrpSpPr>
            <p:cNvPr id="1492" name="그룹 1491">
              <a:extLst>
                <a:ext uri="{FF2B5EF4-FFF2-40B4-BE49-F238E27FC236}">
                  <a16:creationId xmlns:a16="http://schemas.microsoft.com/office/drawing/2014/main" id="{FBA067E9-0BEF-B628-6EA8-A403BD5BD1B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95" name="직선 연결선 322">
                <a:extLst>
                  <a:ext uri="{FF2B5EF4-FFF2-40B4-BE49-F238E27FC236}">
                    <a16:creationId xmlns:a16="http://schemas.microsoft.com/office/drawing/2014/main" id="{10EBDCD4-0C6B-ABB8-B666-FC7A4D7824C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6" name="직선 연결선 323">
                <a:extLst>
                  <a:ext uri="{FF2B5EF4-FFF2-40B4-BE49-F238E27FC236}">
                    <a16:creationId xmlns:a16="http://schemas.microsoft.com/office/drawing/2014/main" id="{3C481476-D069-CBB9-3C30-EE2650CD765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7" name="직선 연결선 324">
                <a:extLst>
                  <a:ext uri="{FF2B5EF4-FFF2-40B4-BE49-F238E27FC236}">
                    <a16:creationId xmlns:a16="http://schemas.microsoft.com/office/drawing/2014/main" id="{7C0C8609-AD13-E715-4904-BC66CF2F70A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93" name="직선 연결선 326">
              <a:extLst>
                <a:ext uri="{FF2B5EF4-FFF2-40B4-BE49-F238E27FC236}">
                  <a16:creationId xmlns:a16="http://schemas.microsoft.com/office/drawing/2014/main" id="{7B036FCB-EB75-C417-CD15-9C0A849E829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94" name="타원 1493">
              <a:extLst>
                <a:ext uri="{FF2B5EF4-FFF2-40B4-BE49-F238E27FC236}">
                  <a16:creationId xmlns:a16="http://schemas.microsoft.com/office/drawing/2014/main" id="{2119DC1E-FF08-0891-6DD2-E3BBA71ED09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8" name="그룹 1497">
            <a:extLst>
              <a:ext uri="{FF2B5EF4-FFF2-40B4-BE49-F238E27FC236}">
                <a16:creationId xmlns:a16="http://schemas.microsoft.com/office/drawing/2014/main" id="{F13FC9F5-315C-D15A-3FB4-6DBA4E51DE4E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5780852"/>
            <a:ext cx="148067" cy="108000"/>
            <a:chOff x="7409659" y="2902132"/>
            <a:chExt cx="317047" cy="239471"/>
          </a:xfrm>
        </p:grpSpPr>
        <p:grpSp>
          <p:nvGrpSpPr>
            <p:cNvPr id="1499" name="그룹 1498">
              <a:extLst>
                <a:ext uri="{FF2B5EF4-FFF2-40B4-BE49-F238E27FC236}">
                  <a16:creationId xmlns:a16="http://schemas.microsoft.com/office/drawing/2014/main" id="{403B8C2E-D4AE-A462-1C97-1D83F17E18C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02" name="직선 연결선 322">
                <a:extLst>
                  <a:ext uri="{FF2B5EF4-FFF2-40B4-BE49-F238E27FC236}">
                    <a16:creationId xmlns:a16="http://schemas.microsoft.com/office/drawing/2014/main" id="{80D084E5-9285-38A7-46E3-1F8C4AE0597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3" name="직선 연결선 323">
                <a:extLst>
                  <a:ext uri="{FF2B5EF4-FFF2-40B4-BE49-F238E27FC236}">
                    <a16:creationId xmlns:a16="http://schemas.microsoft.com/office/drawing/2014/main" id="{92ED227C-A3EE-823D-6D02-73F1F34F999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4" name="직선 연결선 324">
                <a:extLst>
                  <a:ext uri="{FF2B5EF4-FFF2-40B4-BE49-F238E27FC236}">
                    <a16:creationId xmlns:a16="http://schemas.microsoft.com/office/drawing/2014/main" id="{54EBDC84-C60F-DC52-CE10-B55A5D3F983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00" name="직선 연결선 326">
              <a:extLst>
                <a:ext uri="{FF2B5EF4-FFF2-40B4-BE49-F238E27FC236}">
                  <a16:creationId xmlns:a16="http://schemas.microsoft.com/office/drawing/2014/main" id="{00D1A2D9-8575-0462-461E-43A1B635524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1" name="타원 1500">
              <a:extLst>
                <a:ext uri="{FF2B5EF4-FFF2-40B4-BE49-F238E27FC236}">
                  <a16:creationId xmlns:a16="http://schemas.microsoft.com/office/drawing/2014/main" id="{6F93C112-8389-94D0-0B7B-01570212857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3" name="그룹 1512">
            <a:extLst>
              <a:ext uri="{FF2B5EF4-FFF2-40B4-BE49-F238E27FC236}">
                <a16:creationId xmlns:a16="http://schemas.microsoft.com/office/drawing/2014/main" id="{6A5A1407-D424-4086-F0AC-0C99C6142B9F}"/>
              </a:ext>
            </a:extLst>
          </p:cNvPr>
          <p:cNvGrpSpPr/>
          <p:nvPr/>
        </p:nvGrpSpPr>
        <p:grpSpPr>
          <a:xfrm>
            <a:off x="5166275" y="3864653"/>
            <a:ext cx="90979" cy="106796"/>
            <a:chOff x="4947906" y="3396192"/>
            <a:chExt cx="90979" cy="106796"/>
          </a:xfrm>
        </p:grpSpPr>
        <p:cxnSp>
          <p:nvCxnSpPr>
            <p:cNvPr id="1508" name="직선 연결선 326">
              <a:extLst>
                <a:ext uri="{FF2B5EF4-FFF2-40B4-BE49-F238E27FC236}">
                  <a16:creationId xmlns:a16="http://schemas.microsoft.com/office/drawing/2014/main" id="{BDD57727-1156-A14C-B5BF-D792F062A928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9" name="타원 1508">
              <a:extLst>
                <a:ext uri="{FF2B5EF4-FFF2-40B4-BE49-F238E27FC236}">
                  <a16:creationId xmlns:a16="http://schemas.microsoft.com/office/drawing/2014/main" id="{FBFE9B1F-8C83-A10D-7422-6E7555E38184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7" name="그룹 1516">
            <a:extLst>
              <a:ext uri="{FF2B5EF4-FFF2-40B4-BE49-F238E27FC236}">
                <a16:creationId xmlns:a16="http://schemas.microsoft.com/office/drawing/2014/main" id="{21B5ACBB-F8FB-313E-82F9-5B17E46E07A9}"/>
              </a:ext>
            </a:extLst>
          </p:cNvPr>
          <p:cNvGrpSpPr/>
          <p:nvPr/>
        </p:nvGrpSpPr>
        <p:grpSpPr>
          <a:xfrm rot="16200000">
            <a:off x="7983722" y="582314"/>
            <a:ext cx="90979" cy="106796"/>
            <a:chOff x="4947906" y="3396192"/>
            <a:chExt cx="90979" cy="106796"/>
          </a:xfrm>
        </p:grpSpPr>
        <p:cxnSp>
          <p:nvCxnSpPr>
            <p:cNvPr id="1518" name="직선 연결선 326">
              <a:extLst>
                <a:ext uri="{FF2B5EF4-FFF2-40B4-BE49-F238E27FC236}">
                  <a16:creationId xmlns:a16="http://schemas.microsoft.com/office/drawing/2014/main" id="{D5FE78DA-7F79-60F1-5F3B-73AA5F5D79B4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19" name="타원 1518">
              <a:extLst>
                <a:ext uri="{FF2B5EF4-FFF2-40B4-BE49-F238E27FC236}">
                  <a16:creationId xmlns:a16="http://schemas.microsoft.com/office/drawing/2014/main" id="{49D4544F-FA1B-A935-DF74-300108F92596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0" name="그룹 1519">
            <a:extLst>
              <a:ext uri="{FF2B5EF4-FFF2-40B4-BE49-F238E27FC236}">
                <a16:creationId xmlns:a16="http://schemas.microsoft.com/office/drawing/2014/main" id="{940ECC2B-F3E4-8E6C-2BAA-E06968B47B78}"/>
              </a:ext>
            </a:extLst>
          </p:cNvPr>
          <p:cNvGrpSpPr/>
          <p:nvPr/>
        </p:nvGrpSpPr>
        <p:grpSpPr>
          <a:xfrm rot="16200000">
            <a:off x="8396342" y="587799"/>
            <a:ext cx="90979" cy="106796"/>
            <a:chOff x="4947906" y="3396192"/>
            <a:chExt cx="90979" cy="106796"/>
          </a:xfrm>
        </p:grpSpPr>
        <p:cxnSp>
          <p:nvCxnSpPr>
            <p:cNvPr id="1521" name="직선 연결선 326">
              <a:extLst>
                <a:ext uri="{FF2B5EF4-FFF2-40B4-BE49-F238E27FC236}">
                  <a16:creationId xmlns:a16="http://schemas.microsoft.com/office/drawing/2014/main" id="{AD621D30-61D9-9699-C4C2-0339C51D1476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2" name="타원 1521">
              <a:extLst>
                <a:ext uri="{FF2B5EF4-FFF2-40B4-BE49-F238E27FC236}">
                  <a16:creationId xmlns:a16="http://schemas.microsoft.com/office/drawing/2014/main" id="{85E3E10A-F690-AAEC-D099-C0E2FE3610B4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3" name="그룹 1522">
            <a:extLst>
              <a:ext uri="{FF2B5EF4-FFF2-40B4-BE49-F238E27FC236}">
                <a16:creationId xmlns:a16="http://schemas.microsoft.com/office/drawing/2014/main" id="{2345F354-93A7-33FA-4F75-79058C59B0B1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1775186"/>
            <a:ext cx="148067" cy="108000"/>
            <a:chOff x="7409659" y="2902132"/>
            <a:chExt cx="317047" cy="239471"/>
          </a:xfrm>
        </p:grpSpPr>
        <p:grpSp>
          <p:nvGrpSpPr>
            <p:cNvPr id="1524" name="그룹 1523">
              <a:extLst>
                <a:ext uri="{FF2B5EF4-FFF2-40B4-BE49-F238E27FC236}">
                  <a16:creationId xmlns:a16="http://schemas.microsoft.com/office/drawing/2014/main" id="{34F7E0AE-7C96-DC90-6E95-CAB3389AA3C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27" name="직선 연결선 322">
                <a:extLst>
                  <a:ext uri="{FF2B5EF4-FFF2-40B4-BE49-F238E27FC236}">
                    <a16:creationId xmlns:a16="http://schemas.microsoft.com/office/drawing/2014/main" id="{D793A146-558E-4DF5-EF32-8793A1A98F0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8" name="직선 연결선 323">
                <a:extLst>
                  <a:ext uri="{FF2B5EF4-FFF2-40B4-BE49-F238E27FC236}">
                    <a16:creationId xmlns:a16="http://schemas.microsoft.com/office/drawing/2014/main" id="{9882B877-4F30-1806-578E-A3081D03285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9" name="직선 연결선 324">
                <a:extLst>
                  <a:ext uri="{FF2B5EF4-FFF2-40B4-BE49-F238E27FC236}">
                    <a16:creationId xmlns:a16="http://schemas.microsoft.com/office/drawing/2014/main" id="{C849E79A-5EC5-D0E0-0F2B-A28D7768EBF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25" name="직선 연결선 326">
              <a:extLst>
                <a:ext uri="{FF2B5EF4-FFF2-40B4-BE49-F238E27FC236}">
                  <a16:creationId xmlns:a16="http://schemas.microsoft.com/office/drawing/2014/main" id="{2B2E293D-B170-8C63-852E-345EBD59AC4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6" name="타원 1525">
              <a:extLst>
                <a:ext uri="{FF2B5EF4-FFF2-40B4-BE49-F238E27FC236}">
                  <a16:creationId xmlns:a16="http://schemas.microsoft.com/office/drawing/2014/main" id="{4D1D2F0D-B42C-88D8-03A3-1F513A17521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0" name="그룹 1529">
            <a:extLst>
              <a:ext uri="{FF2B5EF4-FFF2-40B4-BE49-F238E27FC236}">
                <a16:creationId xmlns:a16="http://schemas.microsoft.com/office/drawing/2014/main" id="{2A29057F-6F95-4209-5276-A2B19DF0BB6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95620" y="1938529"/>
            <a:ext cx="148067" cy="108000"/>
            <a:chOff x="7409659" y="2902132"/>
            <a:chExt cx="317047" cy="239471"/>
          </a:xfrm>
        </p:grpSpPr>
        <p:grpSp>
          <p:nvGrpSpPr>
            <p:cNvPr id="1531" name="그룹 1530">
              <a:extLst>
                <a:ext uri="{FF2B5EF4-FFF2-40B4-BE49-F238E27FC236}">
                  <a16:creationId xmlns:a16="http://schemas.microsoft.com/office/drawing/2014/main" id="{5EE07B70-174C-F202-6397-68520D5D457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34" name="직선 연결선 322">
                <a:extLst>
                  <a:ext uri="{FF2B5EF4-FFF2-40B4-BE49-F238E27FC236}">
                    <a16:creationId xmlns:a16="http://schemas.microsoft.com/office/drawing/2014/main" id="{D199B87D-B238-9E99-6979-CBD4C229E0A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5" name="직선 연결선 323">
                <a:extLst>
                  <a:ext uri="{FF2B5EF4-FFF2-40B4-BE49-F238E27FC236}">
                    <a16:creationId xmlns:a16="http://schemas.microsoft.com/office/drawing/2014/main" id="{BE2E6C7E-5D60-4A61-B28F-B112F56209F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6" name="직선 연결선 324">
                <a:extLst>
                  <a:ext uri="{FF2B5EF4-FFF2-40B4-BE49-F238E27FC236}">
                    <a16:creationId xmlns:a16="http://schemas.microsoft.com/office/drawing/2014/main" id="{35D3BFCE-174B-978E-78F6-05757301BAE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2" name="직선 연결선 326">
              <a:extLst>
                <a:ext uri="{FF2B5EF4-FFF2-40B4-BE49-F238E27FC236}">
                  <a16:creationId xmlns:a16="http://schemas.microsoft.com/office/drawing/2014/main" id="{DF4DE5A5-256D-EE35-B2A8-09F861D5343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33" name="타원 1532">
              <a:extLst>
                <a:ext uri="{FF2B5EF4-FFF2-40B4-BE49-F238E27FC236}">
                  <a16:creationId xmlns:a16="http://schemas.microsoft.com/office/drawing/2014/main" id="{902BCFC9-2812-FCA2-E125-97B41E350E6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7" name="그룹 1536">
            <a:extLst>
              <a:ext uri="{FF2B5EF4-FFF2-40B4-BE49-F238E27FC236}">
                <a16:creationId xmlns:a16="http://schemas.microsoft.com/office/drawing/2014/main" id="{F2D7DD50-BFA5-F5B5-211F-FBB90A60468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2181733"/>
            <a:ext cx="148067" cy="108000"/>
            <a:chOff x="7409659" y="2902132"/>
            <a:chExt cx="317047" cy="239471"/>
          </a:xfrm>
        </p:grpSpPr>
        <p:grpSp>
          <p:nvGrpSpPr>
            <p:cNvPr id="1538" name="그룹 1537">
              <a:extLst>
                <a:ext uri="{FF2B5EF4-FFF2-40B4-BE49-F238E27FC236}">
                  <a16:creationId xmlns:a16="http://schemas.microsoft.com/office/drawing/2014/main" id="{26E6226C-2163-BCAA-47D4-D85D153980E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1" name="직선 연결선 322">
                <a:extLst>
                  <a:ext uri="{FF2B5EF4-FFF2-40B4-BE49-F238E27FC236}">
                    <a16:creationId xmlns:a16="http://schemas.microsoft.com/office/drawing/2014/main" id="{1ABBB228-9FFB-0DC6-347B-2518E13BA56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2" name="직선 연결선 323">
                <a:extLst>
                  <a:ext uri="{FF2B5EF4-FFF2-40B4-BE49-F238E27FC236}">
                    <a16:creationId xmlns:a16="http://schemas.microsoft.com/office/drawing/2014/main" id="{D032732C-8A3E-75D7-F2A4-FC41EC2EF42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3" name="직선 연결선 324">
                <a:extLst>
                  <a:ext uri="{FF2B5EF4-FFF2-40B4-BE49-F238E27FC236}">
                    <a16:creationId xmlns:a16="http://schemas.microsoft.com/office/drawing/2014/main" id="{E856AF72-3DB9-05A3-8BA7-616F395AFA3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9" name="직선 연결선 326">
              <a:extLst>
                <a:ext uri="{FF2B5EF4-FFF2-40B4-BE49-F238E27FC236}">
                  <a16:creationId xmlns:a16="http://schemas.microsoft.com/office/drawing/2014/main" id="{88E91C52-49F1-03F1-220F-2AE8D1C1856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0" name="타원 1539">
              <a:extLst>
                <a:ext uri="{FF2B5EF4-FFF2-40B4-BE49-F238E27FC236}">
                  <a16:creationId xmlns:a16="http://schemas.microsoft.com/office/drawing/2014/main" id="{0636A951-FB16-3F5C-5348-E76849E5B95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44" name="그룹 1543">
            <a:extLst>
              <a:ext uri="{FF2B5EF4-FFF2-40B4-BE49-F238E27FC236}">
                <a16:creationId xmlns:a16="http://schemas.microsoft.com/office/drawing/2014/main" id="{F0F1BC66-4FB6-119A-2B29-4F607FE04FA9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7" y="2677602"/>
            <a:ext cx="148067" cy="108000"/>
            <a:chOff x="7409659" y="2902132"/>
            <a:chExt cx="317047" cy="239471"/>
          </a:xfrm>
        </p:grpSpPr>
        <p:grpSp>
          <p:nvGrpSpPr>
            <p:cNvPr id="1545" name="그룹 1544">
              <a:extLst>
                <a:ext uri="{FF2B5EF4-FFF2-40B4-BE49-F238E27FC236}">
                  <a16:creationId xmlns:a16="http://schemas.microsoft.com/office/drawing/2014/main" id="{695B0C01-FF14-825D-6691-C15A3F9F681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8" name="직선 연결선 322">
                <a:extLst>
                  <a:ext uri="{FF2B5EF4-FFF2-40B4-BE49-F238E27FC236}">
                    <a16:creationId xmlns:a16="http://schemas.microsoft.com/office/drawing/2014/main" id="{48B3F5F9-54ED-B6C4-80DF-0B7AD9262C2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9" name="직선 연결선 323">
                <a:extLst>
                  <a:ext uri="{FF2B5EF4-FFF2-40B4-BE49-F238E27FC236}">
                    <a16:creationId xmlns:a16="http://schemas.microsoft.com/office/drawing/2014/main" id="{4298216C-3CBD-D18D-9C07-A817EAC44EF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0" name="직선 연결선 324">
                <a:extLst>
                  <a:ext uri="{FF2B5EF4-FFF2-40B4-BE49-F238E27FC236}">
                    <a16:creationId xmlns:a16="http://schemas.microsoft.com/office/drawing/2014/main" id="{1F38228C-C7DD-C949-E224-C68947DF903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46" name="직선 연결선 326">
              <a:extLst>
                <a:ext uri="{FF2B5EF4-FFF2-40B4-BE49-F238E27FC236}">
                  <a16:creationId xmlns:a16="http://schemas.microsoft.com/office/drawing/2014/main" id="{EDFA23B8-3EA3-B213-84C5-52D1DB235EC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7" name="타원 1546">
              <a:extLst>
                <a:ext uri="{FF2B5EF4-FFF2-40B4-BE49-F238E27FC236}">
                  <a16:creationId xmlns:a16="http://schemas.microsoft.com/office/drawing/2014/main" id="{70602DC2-F744-616D-2720-B5AB87221A6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1" name="그룹 1550">
            <a:extLst>
              <a:ext uri="{FF2B5EF4-FFF2-40B4-BE49-F238E27FC236}">
                <a16:creationId xmlns:a16="http://schemas.microsoft.com/office/drawing/2014/main" id="{A38A557C-56BA-D1BD-6B44-629E28624CE4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8153334" y="3263219"/>
            <a:ext cx="148067" cy="108000"/>
            <a:chOff x="7409659" y="2902132"/>
            <a:chExt cx="317047" cy="239471"/>
          </a:xfrm>
        </p:grpSpPr>
        <p:grpSp>
          <p:nvGrpSpPr>
            <p:cNvPr id="1552" name="그룹 1551">
              <a:extLst>
                <a:ext uri="{FF2B5EF4-FFF2-40B4-BE49-F238E27FC236}">
                  <a16:creationId xmlns:a16="http://schemas.microsoft.com/office/drawing/2014/main" id="{1746D29B-1A2A-6E4B-6183-25117276D45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55" name="직선 연결선 322">
                <a:extLst>
                  <a:ext uri="{FF2B5EF4-FFF2-40B4-BE49-F238E27FC236}">
                    <a16:creationId xmlns:a16="http://schemas.microsoft.com/office/drawing/2014/main" id="{1E6D68F1-1752-F4E8-E15B-EBDBD0006BE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6" name="직선 연결선 323">
                <a:extLst>
                  <a:ext uri="{FF2B5EF4-FFF2-40B4-BE49-F238E27FC236}">
                    <a16:creationId xmlns:a16="http://schemas.microsoft.com/office/drawing/2014/main" id="{6FBF8F99-E8F1-69CA-E3BF-A7F23C9AEF6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7" name="직선 연결선 324">
                <a:extLst>
                  <a:ext uri="{FF2B5EF4-FFF2-40B4-BE49-F238E27FC236}">
                    <a16:creationId xmlns:a16="http://schemas.microsoft.com/office/drawing/2014/main" id="{593A248C-211D-6BF6-45A9-3001080FC80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53" name="직선 연결선 326">
              <a:extLst>
                <a:ext uri="{FF2B5EF4-FFF2-40B4-BE49-F238E27FC236}">
                  <a16:creationId xmlns:a16="http://schemas.microsoft.com/office/drawing/2014/main" id="{0C7935ED-6645-4D95-D3E0-910C0D3916B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54" name="타원 1553">
              <a:extLst>
                <a:ext uri="{FF2B5EF4-FFF2-40B4-BE49-F238E27FC236}">
                  <a16:creationId xmlns:a16="http://schemas.microsoft.com/office/drawing/2014/main" id="{AB175984-0B7E-3EAC-A7BE-491F18512E9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9" name="그룹 1558">
            <a:extLst>
              <a:ext uri="{FF2B5EF4-FFF2-40B4-BE49-F238E27FC236}">
                <a16:creationId xmlns:a16="http://schemas.microsoft.com/office/drawing/2014/main" id="{C3DEA021-CAE0-338D-E761-55BCD92C7BE6}"/>
              </a:ext>
            </a:extLst>
          </p:cNvPr>
          <p:cNvGrpSpPr>
            <a:grpSpLocks noChangeAspect="1"/>
          </p:cNvGrpSpPr>
          <p:nvPr/>
        </p:nvGrpSpPr>
        <p:grpSpPr>
          <a:xfrm>
            <a:off x="7721117" y="2969185"/>
            <a:ext cx="148067" cy="108000"/>
            <a:chOff x="7409659" y="2902132"/>
            <a:chExt cx="317047" cy="239471"/>
          </a:xfrm>
        </p:grpSpPr>
        <p:grpSp>
          <p:nvGrpSpPr>
            <p:cNvPr id="1560" name="그룹 1559">
              <a:extLst>
                <a:ext uri="{FF2B5EF4-FFF2-40B4-BE49-F238E27FC236}">
                  <a16:creationId xmlns:a16="http://schemas.microsoft.com/office/drawing/2014/main" id="{1DB2C1E4-BD0B-E194-4848-7659F06709C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63" name="직선 연결선 322">
                <a:extLst>
                  <a:ext uri="{FF2B5EF4-FFF2-40B4-BE49-F238E27FC236}">
                    <a16:creationId xmlns:a16="http://schemas.microsoft.com/office/drawing/2014/main" id="{1F15D90E-267F-A51A-5AEC-D1D221C88FA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4" name="직선 연결선 323">
                <a:extLst>
                  <a:ext uri="{FF2B5EF4-FFF2-40B4-BE49-F238E27FC236}">
                    <a16:creationId xmlns:a16="http://schemas.microsoft.com/office/drawing/2014/main" id="{5060FFFB-965B-CF73-4109-D7C86E6F4E2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5" name="직선 연결선 324">
                <a:extLst>
                  <a:ext uri="{FF2B5EF4-FFF2-40B4-BE49-F238E27FC236}">
                    <a16:creationId xmlns:a16="http://schemas.microsoft.com/office/drawing/2014/main" id="{EFD36806-3C19-AC49-AE97-4C0AA6D50E2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1" name="직선 연결선 326">
              <a:extLst>
                <a:ext uri="{FF2B5EF4-FFF2-40B4-BE49-F238E27FC236}">
                  <a16:creationId xmlns:a16="http://schemas.microsoft.com/office/drawing/2014/main" id="{1393AA74-AAC7-8326-A07F-AC4C0760F37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62" name="타원 1561">
              <a:extLst>
                <a:ext uri="{FF2B5EF4-FFF2-40B4-BE49-F238E27FC236}">
                  <a16:creationId xmlns:a16="http://schemas.microsoft.com/office/drawing/2014/main" id="{F0A9C182-0E40-C2F3-2D6B-95A2B305EFB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67" name="그룹 1566">
            <a:extLst>
              <a:ext uri="{FF2B5EF4-FFF2-40B4-BE49-F238E27FC236}">
                <a16:creationId xmlns:a16="http://schemas.microsoft.com/office/drawing/2014/main" id="{B358A420-7385-5708-1D3C-FA1A60B3E8DD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425109" y="3746574"/>
            <a:ext cx="148067" cy="108000"/>
            <a:chOff x="7409659" y="2902132"/>
            <a:chExt cx="317047" cy="239471"/>
          </a:xfrm>
        </p:grpSpPr>
        <p:grpSp>
          <p:nvGrpSpPr>
            <p:cNvPr id="1568" name="그룹 1567">
              <a:extLst>
                <a:ext uri="{FF2B5EF4-FFF2-40B4-BE49-F238E27FC236}">
                  <a16:creationId xmlns:a16="http://schemas.microsoft.com/office/drawing/2014/main" id="{F6368FEA-81A2-92D2-410A-E73FF8A3CF4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71" name="직선 연결선 322">
                <a:extLst>
                  <a:ext uri="{FF2B5EF4-FFF2-40B4-BE49-F238E27FC236}">
                    <a16:creationId xmlns:a16="http://schemas.microsoft.com/office/drawing/2014/main" id="{B9AF86A0-56B3-426F-E946-3E27E4A3F5B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2" name="직선 연결선 323">
                <a:extLst>
                  <a:ext uri="{FF2B5EF4-FFF2-40B4-BE49-F238E27FC236}">
                    <a16:creationId xmlns:a16="http://schemas.microsoft.com/office/drawing/2014/main" id="{EC891926-98BB-41AA-1571-BDD532D5783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3" name="직선 연결선 324">
                <a:extLst>
                  <a:ext uri="{FF2B5EF4-FFF2-40B4-BE49-F238E27FC236}">
                    <a16:creationId xmlns:a16="http://schemas.microsoft.com/office/drawing/2014/main" id="{E76DFBB2-8905-883B-4C6C-250FD0F5DBB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9" name="직선 연결선 326">
              <a:extLst>
                <a:ext uri="{FF2B5EF4-FFF2-40B4-BE49-F238E27FC236}">
                  <a16:creationId xmlns:a16="http://schemas.microsoft.com/office/drawing/2014/main" id="{93D59C05-4384-D4FD-35A0-2C98784D44F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70" name="타원 1569">
              <a:extLst>
                <a:ext uri="{FF2B5EF4-FFF2-40B4-BE49-F238E27FC236}">
                  <a16:creationId xmlns:a16="http://schemas.microsoft.com/office/drawing/2014/main" id="{6FF0D7DD-7119-555F-2132-F4BE096EC23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88" name="그룹 1587">
            <a:extLst>
              <a:ext uri="{FF2B5EF4-FFF2-40B4-BE49-F238E27FC236}">
                <a16:creationId xmlns:a16="http://schemas.microsoft.com/office/drawing/2014/main" id="{1745058A-B6C3-D365-A058-0A93580271EE}"/>
              </a:ext>
            </a:extLst>
          </p:cNvPr>
          <p:cNvGrpSpPr/>
          <p:nvPr/>
        </p:nvGrpSpPr>
        <p:grpSpPr>
          <a:xfrm rot="5400000">
            <a:off x="5810780" y="3550809"/>
            <a:ext cx="90979" cy="106796"/>
            <a:chOff x="4947906" y="3396192"/>
            <a:chExt cx="90979" cy="106796"/>
          </a:xfrm>
        </p:grpSpPr>
        <p:cxnSp>
          <p:nvCxnSpPr>
            <p:cNvPr id="1589" name="직선 연결선 326">
              <a:extLst>
                <a:ext uri="{FF2B5EF4-FFF2-40B4-BE49-F238E27FC236}">
                  <a16:creationId xmlns:a16="http://schemas.microsoft.com/office/drawing/2014/main" id="{678FF0E6-D336-BCD6-FBE1-B6426BA0F017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0" name="타원 1589">
              <a:extLst>
                <a:ext uri="{FF2B5EF4-FFF2-40B4-BE49-F238E27FC236}">
                  <a16:creationId xmlns:a16="http://schemas.microsoft.com/office/drawing/2014/main" id="{EF9D6B5F-080F-5308-50CA-60217BDB76A7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5" name="그룹 1594">
            <a:extLst>
              <a:ext uri="{FF2B5EF4-FFF2-40B4-BE49-F238E27FC236}">
                <a16:creationId xmlns:a16="http://schemas.microsoft.com/office/drawing/2014/main" id="{B99E1D1F-2766-E52D-23A9-8330CD749F06}"/>
              </a:ext>
            </a:extLst>
          </p:cNvPr>
          <p:cNvGrpSpPr/>
          <p:nvPr/>
        </p:nvGrpSpPr>
        <p:grpSpPr>
          <a:xfrm rot="5400000">
            <a:off x="8396340" y="3550430"/>
            <a:ext cx="90979" cy="106796"/>
            <a:chOff x="4947906" y="3396192"/>
            <a:chExt cx="90979" cy="106796"/>
          </a:xfrm>
        </p:grpSpPr>
        <p:cxnSp>
          <p:nvCxnSpPr>
            <p:cNvPr id="1596" name="직선 연결선 326">
              <a:extLst>
                <a:ext uri="{FF2B5EF4-FFF2-40B4-BE49-F238E27FC236}">
                  <a16:creationId xmlns:a16="http://schemas.microsoft.com/office/drawing/2014/main" id="{13276340-6BD3-89F3-0116-AC0920BBD5A4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7" name="타원 1596">
              <a:extLst>
                <a:ext uri="{FF2B5EF4-FFF2-40B4-BE49-F238E27FC236}">
                  <a16:creationId xmlns:a16="http://schemas.microsoft.com/office/drawing/2014/main" id="{7177CFEC-62DD-3CB8-FB8F-F590430E873A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8" name="그룹 1597">
            <a:extLst>
              <a:ext uri="{FF2B5EF4-FFF2-40B4-BE49-F238E27FC236}">
                <a16:creationId xmlns:a16="http://schemas.microsoft.com/office/drawing/2014/main" id="{2686B03E-3225-3E54-864C-53B3A374CD34}"/>
              </a:ext>
            </a:extLst>
          </p:cNvPr>
          <p:cNvGrpSpPr/>
          <p:nvPr/>
        </p:nvGrpSpPr>
        <p:grpSpPr>
          <a:xfrm rot="10800000">
            <a:off x="10633348" y="3876737"/>
            <a:ext cx="90979" cy="106796"/>
            <a:chOff x="4947906" y="3396192"/>
            <a:chExt cx="90979" cy="106796"/>
          </a:xfrm>
        </p:grpSpPr>
        <p:cxnSp>
          <p:nvCxnSpPr>
            <p:cNvPr id="1599" name="직선 연결선 326">
              <a:extLst>
                <a:ext uri="{FF2B5EF4-FFF2-40B4-BE49-F238E27FC236}">
                  <a16:creationId xmlns:a16="http://schemas.microsoft.com/office/drawing/2014/main" id="{278FB942-9F00-F0BA-FC3E-FECA0D283B53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0" name="타원 1599">
              <a:extLst>
                <a:ext uri="{FF2B5EF4-FFF2-40B4-BE49-F238E27FC236}">
                  <a16:creationId xmlns:a16="http://schemas.microsoft.com/office/drawing/2014/main" id="{F6612812-B750-AF07-7636-8EE4F2E70AEC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01" name="그룹 1600">
            <a:extLst>
              <a:ext uri="{FF2B5EF4-FFF2-40B4-BE49-F238E27FC236}">
                <a16:creationId xmlns:a16="http://schemas.microsoft.com/office/drawing/2014/main" id="{3B4614E8-019D-A4EB-FCC5-80D110B2EDF8}"/>
              </a:ext>
            </a:extLst>
          </p:cNvPr>
          <p:cNvGrpSpPr>
            <a:grpSpLocks noChangeAspect="1"/>
          </p:cNvGrpSpPr>
          <p:nvPr/>
        </p:nvGrpSpPr>
        <p:grpSpPr>
          <a:xfrm>
            <a:off x="9707482" y="2973943"/>
            <a:ext cx="148067" cy="108000"/>
            <a:chOff x="7409659" y="2902132"/>
            <a:chExt cx="317047" cy="239471"/>
          </a:xfrm>
        </p:grpSpPr>
        <p:grpSp>
          <p:nvGrpSpPr>
            <p:cNvPr id="1602" name="그룹 1601">
              <a:extLst>
                <a:ext uri="{FF2B5EF4-FFF2-40B4-BE49-F238E27FC236}">
                  <a16:creationId xmlns:a16="http://schemas.microsoft.com/office/drawing/2014/main" id="{237895B3-A041-200A-3DBA-15B2157D0C7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05" name="직선 연결선 322">
                <a:extLst>
                  <a:ext uri="{FF2B5EF4-FFF2-40B4-BE49-F238E27FC236}">
                    <a16:creationId xmlns:a16="http://schemas.microsoft.com/office/drawing/2014/main" id="{B594E8DC-4B78-9693-161D-81C41B67777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6" name="직선 연결선 323">
                <a:extLst>
                  <a:ext uri="{FF2B5EF4-FFF2-40B4-BE49-F238E27FC236}">
                    <a16:creationId xmlns:a16="http://schemas.microsoft.com/office/drawing/2014/main" id="{03B24EE8-2FCF-4547-8543-37261DD2D82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7" name="직선 연결선 324">
                <a:extLst>
                  <a:ext uri="{FF2B5EF4-FFF2-40B4-BE49-F238E27FC236}">
                    <a16:creationId xmlns:a16="http://schemas.microsoft.com/office/drawing/2014/main" id="{AA8EB9B7-718C-4E2D-12BE-2E6CBACE77E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03" name="직선 연결선 326">
              <a:extLst>
                <a:ext uri="{FF2B5EF4-FFF2-40B4-BE49-F238E27FC236}">
                  <a16:creationId xmlns:a16="http://schemas.microsoft.com/office/drawing/2014/main" id="{9F929674-3E74-CC35-4B8F-CBD5E9CDE1F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4" name="타원 1603">
              <a:extLst>
                <a:ext uri="{FF2B5EF4-FFF2-40B4-BE49-F238E27FC236}">
                  <a16:creationId xmlns:a16="http://schemas.microsoft.com/office/drawing/2014/main" id="{2A29473D-A880-B35D-3B01-BC2BF6C34CC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10" name="그룹 1609">
            <a:extLst>
              <a:ext uri="{FF2B5EF4-FFF2-40B4-BE49-F238E27FC236}">
                <a16:creationId xmlns:a16="http://schemas.microsoft.com/office/drawing/2014/main" id="{9A0B0AC7-7D90-0953-12C2-178C1A919E5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0145378" y="3271461"/>
            <a:ext cx="148067" cy="108000"/>
            <a:chOff x="7409659" y="2902132"/>
            <a:chExt cx="317047" cy="239471"/>
          </a:xfrm>
        </p:grpSpPr>
        <p:grpSp>
          <p:nvGrpSpPr>
            <p:cNvPr id="1611" name="그룹 1610">
              <a:extLst>
                <a:ext uri="{FF2B5EF4-FFF2-40B4-BE49-F238E27FC236}">
                  <a16:creationId xmlns:a16="http://schemas.microsoft.com/office/drawing/2014/main" id="{D212096E-7139-D8B0-2D8E-CAE4B0A7A46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14" name="직선 연결선 322">
                <a:extLst>
                  <a:ext uri="{FF2B5EF4-FFF2-40B4-BE49-F238E27FC236}">
                    <a16:creationId xmlns:a16="http://schemas.microsoft.com/office/drawing/2014/main" id="{487D3479-3D83-5438-A639-7B5413DA16E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5" name="직선 연결선 323">
                <a:extLst>
                  <a:ext uri="{FF2B5EF4-FFF2-40B4-BE49-F238E27FC236}">
                    <a16:creationId xmlns:a16="http://schemas.microsoft.com/office/drawing/2014/main" id="{A9F8E6AF-BC19-6059-1FF9-279165F2E15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6" name="직선 연결선 324">
                <a:extLst>
                  <a:ext uri="{FF2B5EF4-FFF2-40B4-BE49-F238E27FC236}">
                    <a16:creationId xmlns:a16="http://schemas.microsoft.com/office/drawing/2014/main" id="{694A4932-ED76-7EE4-3DBB-5638EAEA20D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12" name="직선 연결선 326">
              <a:extLst>
                <a:ext uri="{FF2B5EF4-FFF2-40B4-BE49-F238E27FC236}">
                  <a16:creationId xmlns:a16="http://schemas.microsoft.com/office/drawing/2014/main" id="{52449193-AB80-1C44-DF93-AA4E5A23790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13" name="타원 1612">
              <a:extLst>
                <a:ext uri="{FF2B5EF4-FFF2-40B4-BE49-F238E27FC236}">
                  <a16:creationId xmlns:a16="http://schemas.microsoft.com/office/drawing/2014/main" id="{EFCA2FE1-5C9B-D3C5-2C36-FECAF607177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618" name="직선 연결선[R] 1617">
            <a:extLst>
              <a:ext uri="{FF2B5EF4-FFF2-40B4-BE49-F238E27FC236}">
                <a16:creationId xmlns:a16="http://schemas.microsoft.com/office/drawing/2014/main" id="{B1C209A6-25FC-010D-961A-402BA4A5C0F5}"/>
              </a:ext>
            </a:extLst>
          </p:cNvPr>
          <p:cNvCxnSpPr>
            <a:cxnSpLocks/>
            <a:endCxn id="793" idx="3"/>
          </p:cNvCxnSpPr>
          <p:nvPr/>
        </p:nvCxnSpPr>
        <p:spPr>
          <a:xfrm flipH="1">
            <a:off x="10579411" y="3031397"/>
            <a:ext cx="910939" cy="14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1" name="직선 연결선[R] 1620">
            <a:extLst>
              <a:ext uri="{FF2B5EF4-FFF2-40B4-BE49-F238E27FC236}">
                <a16:creationId xmlns:a16="http://schemas.microsoft.com/office/drawing/2014/main" id="{2E3EBC6E-01A7-3B25-16A1-86D0A3EEB7B8}"/>
              </a:ext>
            </a:extLst>
          </p:cNvPr>
          <p:cNvCxnSpPr>
            <a:cxnSpLocks/>
            <a:stCxn id="872" idx="0"/>
          </p:cNvCxnSpPr>
          <p:nvPr/>
        </p:nvCxnSpPr>
        <p:spPr>
          <a:xfrm flipV="1">
            <a:off x="11499142" y="3032833"/>
            <a:ext cx="0" cy="25535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23" name="그룹 1622">
            <a:extLst>
              <a:ext uri="{FF2B5EF4-FFF2-40B4-BE49-F238E27FC236}">
                <a16:creationId xmlns:a16="http://schemas.microsoft.com/office/drawing/2014/main" id="{BE86B3BB-AB2D-FEB9-8AD1-84BF6334A1A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0579411" y="2981329"/>
            <a:ext cx="148067" cy="108000"/>
            <a:chOff x="7409659" y="2902132"/>
            <a:chExt cx="317047" cy="239471"/>
          </a:xfrm>
        </p:grpSpPr>
        <p:grpSp>
          <p:nvGrpSpPr>
            <p:cNvPr id="1624" name="그룹 1623">
              <a:extLst>
                <a:ext uri="{FF2B5EF4-FFF2-40B4-BE49-F238E27FC236}">
                  <a16:creationId xmlns:a16="http://schemas.microsoft.com/office/drawing/2014/main" id="{5EF3225F-0267-E7A1-199A-E52933EE993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27" name="직선 연결선 322">
                <a:extLst>
                  <a:ext uri="{FF2B5EF4-FFF2-40B4-BE49-F238E27FC236}">
                    <a16:creationId xmlns:a16="http://schemas.microsoft.com/office/drawing/2014/main" id="{AA2ADBDF-7169-3827-445F-0AC275B993A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8" name="직선 연결선 323">
                <a:extLst>
                  <a:ext uri="{FF2B5EF4-FFF2-40B4-BE49-F238E27FC236}">
                    <a16:creationId xmlns:a16="http://schemas.microsoft.com/office/drawing/2014/main" id="{3B0BD204-746C-8BAB-2478-FA93E7547AD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9" name="직선 연결선 324">
                <a:extLst>
                  <a:ext uri="{FF2B5EF4-FFF2-40B4-BE49-F238E27FC236}">
                    <a16:creationId xmlns:a16="http://schemas.microsoft.com/office/drawing/2014/main" id="{0C9F2C2C-C4A5-043F-BC60-DF0730F8752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25" name="직선 연결선 326">
              <a:extLst>
                <a:ext uri="{FF2B5EF4-FFF2-40B4-BE49-F238E27FC236}">
                  <a16:creationId xmlns:a16="http://schemas.microsoft.com/office/drawing/2014/main" id="{3C5BD0AF-BC15-F36D-4A5E-659572D7F8B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26" name="타원 1625">
              <a:extLst>
                <a:ext uri="{FF2B5EF4-FFF2-40B4-BE49-F238E27FC236}">
                  <a16:creationId xmlns:a16="http://schemas.microsoft.com/office/drawing/2014/main" id="{46C8A74D-C32B-715E-C2F0-54629426B14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0" name="그룹 1629">
            <a:extLst>
              <a:ext uri="{FF2B5EF4-FFF2-40B4-BE49-F238E27FC236}">
                <a16:creationId xmlns:a16="http://schemas.microsoft.com/office/drawing/2014/main" id="{A1F909B8-30BF-323E-F39F-564898C3D550}"/>
              </a:ext>
            </a:extLst>
          </p:cNvPr>
          <p:cNvGrpSpPr/>
          <p:nvPr/>
        </p:nvGrpSpPr>
        <p:grpSpPr>
          <a:xfrm rot="5400000">
            <a:off x="11453652" y="3136844"/>
            <a:ext cx="90979" cy="106796"/>
            <a:chOff x="4947906" y="3396192"/>
            <a:chExt cx="90979" cy="106796"/>
          </a:xfrm>
        </p:grpSpPr>
        <p:cxnSp>
          <p:nvCxnSpPr>
            <p:cNvPr id="1631" name="직선 연결선 326">
              <a:extLst>
                <a:ext uri="{FF2B5EF4-FFF2-40B4-BE49-F238E27FC236}">
                  <a16:creationId xmlns:a16="http://schemas.microsoft.com/office/drawing/2014/main" id="{CE2259C0-8CD5-01FC-31F9-5177122E7792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2" name="타원 1631">
              <a:extLst>
                <a:ext uri="{FF2B5EF4-FFF2-40B4-BE49-F238E27FC236}">
                  <a16:creationId xmlns:a16="http://schemas.microsoft.com/office/drawing/2014/main" id="{E64B7A26-CB4D-CBF0-FDBE-448E45CF6FAA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3" name="그룹 1632">
            <a:extLst>
              <a:ext uri="{FF2B5EF4-FFF2-40B4-BE49-F238E27FC236}">
                <a16:creationId xmlns:a16="http://schemas.microsoft.com/office/drawing/2014/main" id="{F101018F-2FA9-0646-E12B-2610475FA453}"/>
              </a:ext>
            </a:extLst>
          </p:cNvPr>
          <p:cNvGrpSpPr/>
          <p:nvPr/>
        </p:nvGrpSpPr>
        <p:grpSpPr>
          <a:xfrm>
            <a:off x="5162781" y="6068181"/>
            <a:ext cx="90979" cy="106796"/>
            <a:chOff x="4947906" y="3396192"/>
            <a:chExt cx="90979" cy="106796"/>
          </a:xfrm>
        </p:grpSpPr>
        <p:cxnSp>
          <p:nvCxnSpPr>
            <p:cNvPr id="1634" name="직선 연결선 326">
              <a:extLst>
                <a:ext uri="{FF2B5EF4-FFF2-40B4-BE49-F238E27FC236}">
                  <a16:creationId xmlns:a16="http://schemas.microsoft.com/office/drawing/2014/main" id="{F7194902-70D4-740A-4A13-C46881A3EF1C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5" name="타원 1634">
              <a:extLst>
                <a:ext uri="{FF2B5EF4-FFF2-40B4-BE49-F238E27FC236}">
                  <a16:creationId xmlns:a16="http://schemas.microsoft.com/office/drawing/2014/main" id="{72BA67E4-73F1-C033-C0B2-3A15C2A2BD20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43" name="그룹 1642">
            <a:extLst>
              <a:ext uri="{FF2B5EF4-FFF2-40B4-BE49-F238E27FC236}">
                <a16:creationId xmlns:a16="http://schemas.microsoft.com/office/drawing/2014/main" id="{4BA64767-7F82-EF24-E64A-F9BAAA155479}"/>
              </a:ext>
            </a:extLst>
          </p:cNvPr>
          <p:cNvGrpSpPr>
            <a:grpSpLocks noChangeAspect="1"/>
          </p:cNvGrpSpPr>
          <p:nvPr/>
        </p:nvGrpSpPr>
        <p:grpSpPr>
          <a:xfrm>
            <a:off x="6440121" y="5663535"/>
            <a:ext cx="148067" cy="108000"/>
            <a:chOff x="7409659" y="2902132"/>
            <a:chExt cx="317047" cy="239471"/>
          </a:xfrm>
        </p:grpSpPr>
        <p:grpSp>
          <p:nvGrpSpPr>
            <p:cNvPr id="1644" name="그룹 1643">
              <a:extLst>
                <a:ext uri="{FF2B5EF4-FFF2-40B4-BE49-F238E27FC236}">
                  <a16:creationId xmlns:a16="http://schemas.microsoft.com/office/drawing/2014/main" id="{20F6F3AE-18EF-793B-2D3D-07FB5B6896B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47" name="직선 연결선 322">
                <a:extLst>
                  <a:ext uri="{FF2B5EF4-FFF2-40B4-BE49-F238E27FC236}">
                    <a16:creationId xmlns:a16="http://schemas.microsoft.com/office/drawing/2014/main" id="{BDD9C806-6A00-F966-8DD2-6272D796F97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8" name="직선 연결선 323">
                <a:extLst>
                  <a:ext uri="{FF2B5EF4-FFF2-40B4-BE49-F238E27FC236}">
                    <a16:creationId xmlns:a16="http://schemas.microsoft.com/office/drawing/2014/main" id="{D0F99A63-F10B-78E1-5378-D01F1D06D49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9" name="직선 연결선 324">
                <a:extLst>
                  <a:ext uri="{FF2B5EF4-FFF2-40B4-BE49-F238E27FC236}">
                    <a16:creationId xmlns:a16="http://schemas.microsoft.com/office/drawing/2014/main" id="{685598F3-19B1-D9BB-C137-487EA468AE6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45" name="직선 연결선 326">
              <a:extLst>
                <a:ext uri="{FF2B5EF4-FFF2-40B4-BE49-F238E27FC236}">
                  <a16:creationId xmlns:a16="http://schemas.microsoft.com/office/drawing/2014/main" id="{B2EC6F38-DEA5-EEA8-DF0B-6A7B758B2E8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6" name="타원 1645">
              <a:extLst>
                <a:ext uri="{FF2B5EF4-FFF2-40B4-BE49-F238E27FC236}">
                  <a16:creationId xmlns:a16="http://schemas.microsoft.com/office/drawing/2014/main" id="{8B1250DA-6F0A-1522-49E7-FA86FCFEB61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0" name="그룹 1649">
            <a:extLst>
              <a:ext uri="{FF2B5EF4-FFF2-40B4-BE49-F238E27FC236}">
                <a16:creationId xmlns:a16="http://schemas.microsoft.com/office/drawing/2014/main" id="{141A6ED4-1A2E-8EFC-6D9C-4A8CB840974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8188" y="5527249"/>
            <a:ext cx="148067" cy="108000"/>
            <a:chOff x="7409659" y="2902132"/>
            <a:chExt cx="317047" cy="239471"/>
          </a:xfrm>
        </p:grpSpPr>
        <p:grpSp>
          <p:nvGrpSpPr>
            <p:cNvPr id="1651" name="그룹 1650">
              <a:extLst>
                <a:ext uri="{FF2B5EF4-FFF2-40B4-BE49-F238E27FC236}">
                  <a16:creationId xmlns:a16="http://schemas.microsoft.com/office/drawing/2014/main" id="{34343D29-1C5A-5264-E203-F9726185EC8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54" name="직선 연결선 322">
                <a:extLst>
                  <a:ext uri="{FF2B5EF4-FFF2-40B4-BE49-F238E27FC236}">
                    <a16:creationId xmlns:a16="http://schemas.microsoft.com/office/drawing/2014/main" id="{5C7710FF-AF21-194D-979F-7C62EE0357B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5" name="직선 연결선 323">
                <a:extLst>
                  <a:ext uri="{FF2B5EF4-FFF2-40B4-BE49-F238E27FC236}">
                    <a16:creationId xmlns:a16="http://schemas.microsoft.com/office/drawing/2014/main" id="{9348B55D-81DD-2A8D-9559-C7B19DFEE88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6" name="직선 연결선 324">
                <a:extLst>
                  <a:ext uri="{FF2B5EF4-FFF2-40B4-BE49-F238E27FC236}">
                    <a16:creationId xmlns:a16="http://schemas.microsoft.com/office/drawing/2014/main" id="{397F0F9A-C8D3-3084-3A98-C873A65F7CB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52" name="직선 연결선 326">
              <a:extLst>
                <a:ext uri="{FF2B5EF4-FFF2-40B4-BE49-F238E27FC236}">
                  <a16:creationId xmlns:a16="http://schemas.microsoft.com/office/drawing/2014/main" id="{64A155EE-4089-7AE6-1956-FE1B79A816A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53" name="타원 1652">
              <a:extLst>
                <a:ext uri="{FF2B5EF4-FFF2-40B4-BE49-F238E27FC236}">
                  <a16:creationId xmlns:a16="http://schemas.microsoft.com/office/drawing/2014/main" id="{078B42D1-BB18-9B4C-618B-A6CCE30A450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9" name="그룹 1658">
            <a:extLst>
              <a:ext uri="{FF2B5EF4-FFF2-40B4-BE49-F238E27FC236}">
                <a16:creationId xmlns:a16="http://schemas.microsoft.com/office/drawing/2014/main" id="{BCEBF1F1-6F43-0295-040B-2A52B224F36B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7698" y="5666242"/>
            <a:ext cx="148067" cy="108000"/>
            <a:chOff x="7409659" y="2902132"/>
            <a:chExt cx="317047" cy="239471"/>
          </a:xfrm>
        </p:grpSpPr>
        <p:grpSp>
          <p:nvGrpSpPr>
            <p:cNvPr id="1660" name="그룹 1659">
              <a:extLst>
                <a:ext uri="{FF2B5EF4-FFF2-40B4-BE49-F238E27FC236}">
                  <a16:creationId xmlns:a16="http://schemas.microsoft.com/office/drawing/2014/main" id="{129918A2-DA22-82AE-B8B2-697933267C7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63" name="직선 연결선 322">
                <a:extLst>
                  <a:ext uri="{FF2B5EF4-FFF2-40B4-BE49-F238E27FC236}">
                    <a16:creationId xmlns:a16="http://schemas.microsoft.com/office/drawing/2014/main" id="{C8AC61E7-F6D9-A273-3F48-D46F0EFF9E6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4" name="직선 연결선 323">
                <a:extLst>
                  <a:ext uri="{FF2B5EF4-FFF2-40B4-BE49-F238E27FC236}">
                    <a16:creationId xmlns:a16="http://schemas.microsoft.com/office/drawing/2014/main" id="{BFC32DB0-AD67-CDEC-7455-24AAF70F859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5" name="직선 연결선 324">
                <a:extLst>
                  <a:ext uri="{FF2B5EF4-FFF2-40B4-BE49-F238E27FC236}">
                    <a16:creationId xmlns:a16="http://schemas.microsoft.com/office/drawing/2014/main" id="{A1673F9D-97F1-DBF3-96DC-E4B8BBCF97A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1" name="직선 연결선 326">
              <a:extLst>
                <a:ext uri="{FF2B5EF4-FFF2-40B4-BE49-F238E27FC236}">
                  <a16:creationId xmlns:a16="http://schemas.microsoft.com/office/drawing/2014/main" id="{A2EB6D60-5CC7-2052-EA57-1A9D39FB847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2" name="타원 1661">
              <a:extLst>
                <a:ext uri="{FF2B5EF4-FFF2-40B4-BE49-F238E27FC236}">
                  <a16:creationId xmlns:a16="http://schemas.microsoft.com/office/drawing/2014/main" id="{77E685D4-C91A-7E81-5DE2-4D60BBD6292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66" name="그룹 1665">
            <a:extLst>
              <a:ext uri="{FF2B5EF4-FFF2-40B4-BE49-F238E27FC236}">
                <a16:creationId xmlns:a16="http://schemas.microsoft.com/office/drawing/2014/main" id="{2BEAEF2F-3B4F-5B92-51B8-1ABF4EB380CF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40272" y="2791543"/>
            <a:ext cx="148067" cy="108000"/>
            <a:chOff x="7409659" y="2902132"/>
            <a:chExt cx="317047" cy="239471"/>
          </a:xfrm>
        </p:grpSpPr>
        <p:grpSp>
          <p:nvGrpSpPr>
            <p:cNvPr id="1667" name="그룹 1666">
              <a:extLst>
                <a:ext uri="{FF2B5EF4-FFF2-40B4-BE49-F238E27FC236}">
                  <a16:creationId xmlns:a16="http://schemas.microsoft.com/office/drawing/2014/main" id="{5CF614B2-0863-C44B-3D7A-7256799C45A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70" name="직선 연결선 322">
                <a:extLst>
                  <a:ext uri="{FF2B5EF4-FFF2-40B4-BE49-F238E27FC236}">
                    <a16:creationId xmlns:a16="http://schemas.microsoft.com/office/drawing/2014/main" id="{4D5A2EC8-10B2-9807-E0AC-C6CA26127C3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1" name="직선 연결선 323">
                <a:extLst>
                  <a:ext uri="{FF2B5EF4-FFF2-40B4-BE49-F238E27FC236}">
                    <a16:creationId xmlns:a16="http://schemas.microsoft.com/office/drawing/2014/main" id="{1B65AFFE-2651-B193-4959-76EA8D20AAE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2" name="직선 연결선 324">
                <a:extLst>
                  <a:ext uri="{FF2B5EF4-FFF2-40B4-BE49-F238E27FC236}">
                    <a16:creationId xmlns:a16="http://schemas.microsoft.com/office/drawing/2014/main" id="{0DBA8112-824E-976B-7FD3-6A56077517B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8" name="직선 연결선 326">
              <a:extLst>
                <a:ext uri="{FF2B5EF4-FFF2-40B4-BE49-F238E27FC236}">
                  <a16:creationId xmlns:a16="http://schemas.microsoft.com/office/drawing/2014/main" id="{C7FBEB4E-A843-4627-A03F-D963E31BCCD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9" name="타원 1668">
              <a:extLst>
                <a:ext uri="{FF2B5EF4-FFF2-40B4-BE49-F238E27FC236}">
                  <a16:creationId xmlns:a16="http://schemas.microsoft.com/office/drawing/2014/main" id="{1D57B070-395D-C3E8-672A-F476404D327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76" name="그룹 1675">
            <a:extLst>
              <a:ext uri="{FF2B5EF4-FFF2-40B4-BE49-F238E27FC236}">
                <a16:creationId xmlns:a16="http://schemas.microsoft.com/office/drawing/2014/main" id="{05C87774-F418-1B46-FEBE-6EB1C580893B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587906" y="2503450"/>
            <a:ext cx="148067" cy="108000"/>
            <a:chOff x="7409659" y="2902132"/>
            <a:chExt cx="317047" cy="239471"/>
          </a:xfrm>
        </p:grpSpPr>
        <p:grpSp>
          <p:nvGrpSpPr>
            <p:cNvPr id="1677" name="그룹 1676">
              <a:extLst>
                <a:ext uri="{FF2B5EF4-FFF2-40B4-BE49-F238E27FC236}">
                  <a16:creationId xmlns:a16="http://schemas.microsoft.com/office/drawing/2014/main" id="{4A6E355A-8901-6224-B085-745BDFCEF5C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0" name="직선 연결선 322">
                <a:extLst>
                  <a:ext uri="{FF2B5EF4-FFF2-40B4-BE49-F238E27FC236}">
                    <a16:creationId xmlns:a16="http://schemas.microsoft.com/office/drawing/2014/main" id="{790DF0E2-E590-CA83-8D1B-B666C2FA9A6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1" name="직선 연결선 323">
                <a:extLst>
                  <a:ext uri="{FF2B5EF4-FFF2-40B4-BE49-F238E27FC236}">
                    <a16:creationId xmlns:a16="http://schemas.microsoft.com/office/drawing/2014/main" id="{8A401EE3-FBF4-EEFD-859B-64737497876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2" name="직선 연결선 324">
                <a:extLst>
                  <a:ext uri="{FF2B5EF4-FFF2-40B4-BE49-F238E27FC236}">
                    <a16:creationId xmlns:a16="http://schemas.microsoft.com/office/drawing/2014/main" id="{CE2DCD32-5370-EBE4-BAB9-FDC39EB3D52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78" name="직선 연결선 326">
              <a:extLst>
                <a:ext uri="{FF2B5EF4-FFF2-40B4-BE49-F238E27FC236}">
                  <a16:creationId xmlns:a16="http://schemas.microsoft.com/office/drawing/2014/main" id="{27C295FB-8CF2-8970-F5CC-622AF873337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79" name="타원 1678">
              <a:extLst>
                <a:ext uri="{FF2B5EF4-FFF2-40B4-BE49-F238E27FC236}">
                  <a16:creationId xmlns:a16="http://schemas.microsoft.com/office/drawing/2014/main" id="{9B3B176D-B8A4-3C7B-095F-F0D5C60B67B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83" name="그룹 1682">
            <a:extLst>
              <a:ext uri="{FF2B5EF4-FFF2-40B4-BE49-F238E27FC236}">
                <a16:creationId xmlns:a16="http://schemas.microsoft.com/office/drawing/2014/main" id="{7B419525-C277-56E6-0CCE-118EA5040123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6874155" y="5068900"/>
            <a:ext cx="148067" cy="108000"/>
            <a:chOff x="7409659" y="2902132"/>
            <a:chExt cx="317047" cy="239471"/>
          </a:xfrm>
        </p:grpSpPr>
        <p:grpSp>
          <p:nvGrpSpPr>
            <p:cNvPr id="1684" name="그룹 1683">
              <a:extLst>
                <a:ext uri="{FF2B5EF4-FFF2-40B4-BE49-F238E27FC236}">
                  <a16:creationId xmlns:a16="http://schemas.microsoft.com/office/drawing/2014/main" id="{834025C4-1899-A0C0-063B-023D7D00EED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7" name="직선 연결선 322">
                <a:extLst>
                  <a:ext uri="{FF2B5EF4-FFF2-40B4-BE49-F238E27FC236}">
                    <a16:creationId xmlns:a16="http://schemas.microsoft.com/office/drawing/2014/main" id="{0190E6D3-3F2E-0A3E-9336-C0856120F17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8" name="직선 연결선 323">
                <a:extLst>
                  <a:ext uri="{FF2B5EF4-FFF2-40B4-BE49-F238E27FC236}">
                    <a16:creationId xmlns:a16="http://schemas.microsoft.com/office/drawing/2014/main" id="{E0EDCAB0-796A-9BA9-AE1E-27F8E6E2F1C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9" name="직선 연결선 324">
                <a:extLst>
                  <a:ext uri="{FF2B5EF4-FFF2-40B4-BE49-F238E27FC236}">
                    <a16:creationId xmlns:a16="http://schemas.microsoft.com/office/drawing/2014/main" id="{A6E1AD2B-688E-F659-B9FF-B68AE24A159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85" name="직선 연결선 326">
              <a:extLst>
                <a:ext uri="{FF2B5EF4-FFF2-40B4-BE49-F238E27FC236}">
                  <a16:creationId xmlns:a16="http://schemas.microsoft.com/office/drawing/2014/main" id="{43683AF0-1046-BA2D-CCEC-FD6CECFE115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86" name="타원 1685">
              <a:extLst>
                <a:ext uri="{FF2B5EF4-FFF2-40B4-BE49-F238E27FC236}">
                  <a16:creationId xmlns:a16="http://schemas.microsoft.com/office/drawing/2014/main" id="{D265CC3B-9ACE-DFE5-84B5-C7BB5488173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92" name="그룹 1691">
            <a:extLst>
              <a:ext uri="{FF2B5EF4-FFF2-40B4-BE49-F238E27FC236}">
                <a16:creationId xmlns:a16="http://schemas.microsoft.com/office/drawing/2014/main" id="{21CB468D-BCE6-3497-0E1F-D9C1D68A841E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041082" y="4482009"/>
            <a:ext cx="148067" cy="108000"/>
            <a:chOff x="7409659" y="2902132"/>
            <a:chExt cx="317047" cy="239471"/>
          </a:xfrm>
        </p:grpSpPr>
        <p:grpSp>
          <p:nvGrpSpPr>
            <p:cNvPr id="1693" name="그룹 1692">
              <a:extLst>
                <a:ext uri="{FF2B5EF4-FFF2-40B4-BE49-F238E27FC236}">
                  <a16:creationId xmlns:a16="http://schemas.microsoft.com/office/drawing/2014/main" id="{08BB86EE-633B-02C0-3CD1-D63373C13EE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96" name="직선 연결선 322">
                <a:extLst>
                  <a:ext uri="{FF2B5EF4-FFF2-40B4-BE49-F238E27FC236}">
                    <a16:creationId xmlns:a16="http://schemas.microsoft.com/office/drawing/2014/main" id="{69A3EFB0-E121-ED4C-3AEB-F61DEEF376C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7" name="직선 연결선 323">
                <a:extLst>
                  <a:ext uri="{FF2B5EF4-FFF2-40B4-BE49-F238E27FC236}">
                    <a16:creationId xmlns:a16="http://schemas.microsoft.com/office/drawing/2014/main" id="{48C653E4-5F30-9694-CDC4-7017FB5EC1C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8" name="직선 연결선 324">
                <a:extLst>
                  <a:ext uri="{FF2B5EF4-FFF2-40B4-BE49-F238E27FC236}">
                    <a16:creationId xmlns:a16="http://schemas.microsoft.com/office/drawing/2014/main" id="{DCF1BAFD-A523-CD2C-93D1-A6C5EAEE97F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94" name="직선 연결선 326">
              <a:extLst>
                <a:ext uri="{FF2B5EF4-FFF2-40B4-BE49-F238E27FC236}">
                  <a16:creationId xmlns:a16="http://schemas.microsoft.com/office/drawing/2014/main" id="{265268E4-77C6-A566-1221-E525EC68879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95" name="타원 1694">
              <a:extLst>
                <a:ext uri="{FF2B5EF4-FFF2-40B4-BE49-F238E27FC236}">
                  <a16:creationId xmlns:a16="http://schemas.microsoft.com/office/drawing/2014/main" id="{C40071C2-646E-8C36-05E5-EBD6A72FFEC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2" name="그룹 1701">
            <a:extLst>
              <a:ext uri="{FF2B5EF4-FFF2-40B4-BE49-F238E27FC236}">
                <a16:creationId xmlns:a16="http://schemas.microsoft.com/office/drawing/2014/main" id="{762A1B19-B056-7A9A-ED67-D9CCF2DFE29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800274" y="2792513"/>
            <a:ext cx="148067" cy="108000"/>
            <a:chOff x="7409659" y="2902132"/>
            <a:chExt cx="317047" cy="239471"/>
          </a:xfrm>
        </p:grpSpPr>
        <p:grpSp>
          <p:nvGrpSpPr>
            <p:cNvPr id="1703" name="그룹 1702">
              <a:extLst>
                <a:ext uri="{FF2B5EF4-FFF2-40B4-BE49-F238E27FC236}">
                  <a16:creationId xmlns:a16="http://schemas.microsoft.com/office/drawing/2014/main" id="{CA239CCB-DAD4-6E5D-BF5A-E5402BFFA79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06" name="직선 연결선 322">
                <a:extLst>
                  <a:ext uri="{FF2B5EF4-FFF2-40B4-BE49-F238E27FC236}">
                    <a16:creationId xmlns:a16="http://schemas.microsoft.com/office/drawing/2014/main" id="{068D984B-CE19-62AB-FFC2-C412BE3AC6C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7" name="직선 연결선 323">
                <a:extLst>
                  <a:ext uri="{FF2B5EF4-FFF2-40B4-BE49-F238E27FC236}">
                    <a16:creationId xmlns:a16="http://schemas.microsoft.com/office/drawing/2014/main" id="{58F5E792-5F93-527C-756A-C4E3B8115C2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8" name="직선 연결선 324">
                <a:extLst>
                  <a:ext uri="{FF2B5EF4-FFF2-40B4-BE49-F238E27FC236}">
                    <a16:creationId xmlns:a16="http://schemas.microsoft.com/office/drawing/2014/main" id="{F54AA976-F2AA-2536-38C6-770E092531D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04" name="직선 연결선 326">
              <a:extLst>
                <a:ext uri="{FF2B5EF4-FFF2-40B4-BE49-F238E27FC236}">
                  <a16:creationId xmlns:a16="http://schemas.microsoft.com/office/drawing/2014/main" id="{E963400B-778E-7CDC-ED9B-E0E83D79554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05" name="타원 1704">
              <a:extLst>
                <a:ext uri="{FF2B5EF4-FFF2-40B4-BE49-F238E27FC236}">
                  <a16:creationId xmlns:a16="http://schemas.microsoft.com/office/drawing/2014/main" id="{0F8D6DE5-20DC-416F-0CF3-FBA90F0E32C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9" name="그룹 1708">
            <a:extLst>
              <a:ext uri="{FF2B5EF4-FFF2-40B4-BE49-F238E27FC236}">
                <a16:creationId xmlns:a16="http://schemas.microsoft.com/office/drawing/2014/main" id="{94199B51-66E3-C6D2-49C4-88BFE37CBDE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2503450"/>
            <a:ext cx="148067" cy="108000"/>
            <a:chOff x="7409659" y="2902132"/>
            <a:chExt cx="317047" cy="239471"/>
          </a:xfrm>
        </p:grpSpPr>
        <p:grpSp>
          <p:nvGrpSpPr>
            <p:cNvPr id="1710" name="그룹 1709">
              <a:extLst>
                <a:ext uri="{FF2B5EF4-FFF2-40B4-BE49-F238E27FC236}">
                  <a16:creationId xmlns:a16="http://schemas.microsoft.com/office/drawing/2014/main" id="{6A41B6ED-71D2-E93A-98F8-47C2EB5925D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13" name="직선 연결선 322">
                <a:extLst>
                  <a:ext uri="{FF2B5EF4-FFF2-40B4-BE49-F238E27FC236}">
                    <a16:creationId xmlns:a16="http://schemas.microsoft.com/office/drawing/2014/main" id="{FBD2708B-C771-ACAB-008F-3A4641B4ADC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4" name="직선 연결선 323">
                <a:extLst>
                  <a:ext uri="{FF2B5EF4-FFF2-40B4-BE49-F238E27FC236}">
                    <a16:creationId xmlns:a16="http://schemas.microsoft.com/office/drawing/2014/main" id="{D46F792C-6D2B-2075-7779-116AA62DA8D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5" name="직선 연결선 324">
                <a:extLst>
                  <a:ext uri="{FF2B5EF4-FFF2-40B4-BE49-F238E27FC236}">
                    <a16:creationId xmlns:a16="http://schemas.microsoft.com/office/drawing/2014/main" id="{0E4E7905-EB17-AF6B-3373-A47B3DC31F3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1" name="직선 연결선 326">
              <a:extLst>
                <a:ext uri="{FF2B5EF4-FFF2-40B4-BE49-F238E27FC236}">
                  <a16:creationId xmlns:a16="http://schemas.microsoft.com/office/drawing/2014/main" id="{F52CB050-3D53-3EAC-64A4-FA3FA2557C6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2" name="타원 1711">
              <a:extLst>
                <a:ext uri="{FF2B5EF4-FFF2-40B4-BE49-F238E27FC236}">
                  <a16:creationId xmlns:a16="http://schemas.microsoft.com/office/drawing/2014/main" id="{EBD29D30-82DD-5ACD-DA82-181CFF1D1DD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16" name="그룹 1715">
            <a:extLst>
              <a:ext uri="{FF2B5EF4-FFF2-40B4-BE49-F238E27FC236}">
                <a16:creationId xmlns:a16="http://schemas.microsoft.com/office/drawing/2014/main" id="{E6B27FB9-2031-0690-BE26-BCC0F6B639EA}"/>
              </a:ext>
            </a:extLst>
          </p:cNvPr>
          <p:cNvGrpSpPr>
            <a:grpSpLocks noChangeAspect="1"/>
          </p:cNvGrpSpPr>
          <p:nvPr/>
        </p:nvGrpSpPr>
        <p:grpSpPr>
          <a:xfrm>
            <a:off x="2359423" y="1948443"/>
            <a:ext cx="148067" cy="108000"/>
            <a:chOff x="7409659" y="2902132"/>
            <a:chExt cx="317047" cy="239471"/>
          </a:xfrm>
        </p:grpSpPr>
        <p:grpSp>
          <p:nvGrpSpPr>
            <p:cNvPr id="1717" name="그룹 1716">
              <a:extLst>
                <a:ext uri="{FF2B5EF4-FFF2-40B4-BE49-F238E27FC236}">
                  <a16:creationId xmlns:a16="http://schemas.microsoft.com/office/drawing/2014/main" id="{B775035E-3942-8CE3-6D2E-E5FCFACDECB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0" name="직선 연결선 322">
                <a:extLst>
                  <a:ext uri="{FF2B5EF4-FFF2-40B4-BE49-F238E27FC236}">
                    <a16:creationId xmlns:a16="http://schemas.microsoft.com/office/drawing/2014/main" id="{00EE80BE-F4B3-F2AB-A171-21534F50E90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1" name="직선 연결선 323">
                <a:extLst>
                  <a:ext uri="{FF2B5EF4-FFF2-40B4-BE49-F238E27FC236}">
                    <a16:creationId xmlns:a16="http://schemas.microsoft.com/office/drawing/2014/main" id="{BCDDD338-4A4D-5A50-3790-D848B6F319F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2" name="직선 연결선 324">
                <a:extLst>
                  <a:ext uri="{FF2B5EF4-FFF2-40B4-BE49-F238E27FC236}">
                    <a16:creationId xmlns:a16="http://schemas.microsoft.com/office/drawing/2014/main" id="{C3BEEFD7-3526-5612-7988-733CB610476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8" name="직선 연결선 326">
              <a:extLst>
                <a:ext uri="{FF2B5EF4-FFF2-40B4-BE49-F238E27FC236}">
                  <a16:creationId xmlns:a16="http://schemas.microsoft.com/office/drawing/2014/main" id="{67488C69-EBCF-7F92-1D49-1ED6FADC29D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9" name="타원 1718">
              <a:extLst>
                <a:ext uri="{FF2B5EF4-FFF2-40B4-BE49-F238E27FC236}">
                  <a16:creationId xmlns:a16="http://schemas.microsoft.com/office/drawing/2014/main" id="{F6702F8D-DABF-6BBF-4953-C45CBAD3588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23" name="그룹 1722">
            <a:extLst>
              <a:ext uri="{FF2B5EF4-FFF2-40B4-BE49-F238E27FC236}">
                <a16:creationId xmlns:a16="http://schemas.microsoft.com/office/drawing/2014/main" id="{17DEC7E4-4E59-1D5B-5464-93B7C9911A9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1959431"/>
            <a:ext cx="148067" cy="108000"/>
            <a:chOff x="7409659" y="2902132"/>
            <a:chExt cx="317047" cy="239471"/>
          </a:xfrm>
        </p:grpSpPr>
        <p:grpSp>
          <p:nvGrpSpPr>
            <p:cNvPr id="1724" name="그룹 1723">
              <a:extLst>
                <a:ext uri="{FF2B5EF4-FFF2-40B4-BE49-F238E27FC236}">
                  <a16:creationId xmlns:a16="http://schemas.microsoft.com/office/drawing/2014/main" id="{3B144027-B77E-207D-9E64-7FA451878F7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7" name="직선 연결선 322">
                <a:extLst>
                  <a:ext uri="{FF2B5EF4-FFF2-40B4-BE49-F238E27FC236}">
                    <a16:creationId xmlns:a16="http://schemas.microsoft.com/office/drawing/2014/main" id="{092C06EA-F5A8-AEA5-B79F-4F892412DE8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8" name="직선 연결선 323">
                <a:extLst>
                  <a:ext uri="{FF2B5EF4-FFF2-40B4-BE49-F238E27FC236}">
                    <a16:creationId xmlns:a16="http://schemas.microsoft.com/office/drawing/2014/main" id="{4FB7FBB6-D0D9-0E1D-8BFC-F26235D198F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9" name="직선 연결선 324">
                <a:extLst>
                  <a:ext uri="{FF2B5EF4-FFF2-40B4-BE49-F238E27FC236}">
                    <a16:creationId xmlns:a16="http://schemas.microsoft.com/office/drawing/2014/main" id="{B5FF8423-22A0-4A6C-A2FC-DA48C78710B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25" name="직선 연결선 326">
              <a:extLst>
                <a:ext uri="{FF2B5EF4-FFF2-40B4-BE49-F238E27FC236}">
                  <a16:creationId xmlns:a16="http://schemas.microsoft.com/office/drawing/2014/main" id="{7B8923A1-D194-0CE2-816C-33A05C142FB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26" name="타원 1725">
              <a:extLst>
                <a:ext uri="{FF2B5EF4-FFF2-40B4-BE49-F238E27FC236}">
                  <a16:creationId xmlns:a16="http://schemas.microsoft.com/office/drawing/2014/main" id="{1041940C-A832-9231-C08B-59E1F1F718D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32" name="직선 연결선[R] 1731">
            <a:extLst>
              <a:ext uri="{FF2B5EF4-FFF2-40B4-BE49-F238E27FC236}">
                <a16:creationId xmlns:a16="http://schemas.microsoft.com/office/drawing/2014/main" id="{EE6364EC-A956-589C-9870-EC62D3597823}"/>
              </a:ext>
            </a:extLst>
          </p:cNvPr>
          <p:cNvCxnSpPr>
            <a:cxnSpLocks/>
            <a:stCxn id="1387" idx="1"/>
          </p:cNvCxnSpPr>
          <p:nvPr/>
        </p:nvCxnSpPr>
        <p:spPr>
          <a:xfrm flipH="1">
            <a:off x="879231" y="1502765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7" name="직선 연결선[R] 1736">
            <a:extLst>
              <a:ext uri="{FF2B5EF4-FFF2-40B4-BE49-F238E27FC236}">
                <a16:creationId xmlns:a16="http://schemas.microsoft.com/office/drawing/2014/main" id="{C8CD200E-490E-8AFB-FDEE-801112A9F1A2}"/>
              </a:ext>
            </a:extLst>
          </p:cNvPr>
          <p:cNvCxnSpPr>
            <a:cxnSpLocks/>
          </p:cNvCxnSpPr>
          <p:nvPr/>
        </p:nvCxnSpPr>
        <p:spPr>
          <a:xfrm flipH="1">
            <a:off x="879231" y="2921257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8" name="직선 연결선[R] 1737">
            <a:extLst>
              <a:ext uri="{FF2B5EF4-FFF2-40B4-BE49-F238E27FC236}">
                <a16:creationId xmlns:a16="http://schemas.microsoft.com/office/drawing/2014/main" id="{40A89D81-55E9-27A8-653A-8A1B888254C4}"/>
              </a:ext>
            </a:extLst>
          </p:cNvPr>
          <p:cNvCxnSpPr>
            <a:cxnSpLocks/>
          </p:cNvCxnSpPr>
          <p:nvPr/>
        </p:nvCxnSpPr>
        <p:spPr>
          <a:xfrm flipV="1">
            <a:off x="885704" y="1506415"/>
            <a:ext cx="0" cy="141849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1" name="그룹 1740">
            <a:extLst>
              <a:ext uri="{FF2B5EF4-FFF2-40B4-BE49-F238E27FC236}">
                <a16:creationId xmlns:a16="http://schemas.microsoft.com/office/drawing/2014/main" id="{3C08A91C-4FF9-EB51-F834-C1998FCB9A5D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1453377"/>
            <a:ext cx="148067" cy="108000"/>
            <a:chOff x="7409659" y="2902132"/>
            <a:chExt cx="317047" cy="239471"/>
          </a:xfrm>
        </p:grpSpPr>
        <p:grpSp>
          <p:nvGrpSpPr>
            <p:cNvPr id="1742" name="그룹 1741">
              <a:extLst>
                <a:ext uri="{FF2B5EF4-FFF2-40B4-BE49-F238E27FC236}">
                  <a16:creationId xmlns:a16="http://schemas.microsoft.com/office/drawing/2014/main" id="{D4E03AD3-ABB3-2F4A-27B4-4C6E5C33B93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45" name="직선 연결선 322">
                <a:extLst>
                  <a:ext uri="{FF2B5EF4-FFF2-40B4-BE49-F238E27FC236}">
                    <a16:creationId xmlns:a16="http://schemas.microsoft.com/office/drawing/2014/main" id="{9C6A604D-820F-D298-9F9C-B5AAAAFC76B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6" name="직선 연결선 323">
                <a:extLst>
                  <a:ext uri="{FF2B5EF4-FFF2-40B4-BE49-F238E27FC236}">
                    <a16:creationId xmlns:a16="http://schemas.microsoft.com/office/drawing/2014/main" id="{C73B0FFF-CB12-06B9-1202-89C950819B2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7" name="직선 연결선 324">
                <a:extLst>
                  <a:ext uri="{FF2B5EF4-FFF2-40B4-BE49-F238E27FC236}">
                    <a16:creationId xmlns:a16="http://schemas.microsoft.com/office/drawing/2014/main" id="{6BC54FB4-5A64-235E-6FBB-1DE266F8E78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43" name="직선 연결선 326">
              <a:extLst>
                <a:ext uri="{FF2B5EF4-FFF2-40B4-BE49-F238E27FC236}">
                  <a16:creationId xmlns:a16="http://schemas.microsoft.com/office/drawing/2014/main" id="{34429230-BD64-13E5-9BA1-30F7E092446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44" name="타원 1743">
              <a:extLst>
                <a:ext uri="{FF2B5EF4-FFF2-40B4-BE49-F238E27FC236}">
                  <a16:creationId xmlns:a16="http://schemas.microsoft.com/office/drawing/2014/main" id="{F549B5FD-5619-D0F5-6E19-B50956FF72D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48" name="직선 연결선 351">
            <a:extLst>
              <a:ext uri="{FF2B5EF4-FFF2-40B4-BE49-F238E27FC236}">
                <a16:creationId xmlns:a16="http://schemas.microsoft.com/office/drawing/2014/main" id="{503A8FA9-E1B0-C046-9733-09889096DE47}"/>
              </a:ext>
            </a:extLst>
          </p:cNvPr>
          <p:cNvCxnSpPr>
            <a:cxnSpLocks/>
          </p:cNvCxnSpPr>
          <p:nvPr/>
        </p:nvCxnSpPr>
        <p:spPr>
          <a:xfrm>
            <a:off x="1082227" y="2868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749" name="그룹 1748">
            <a:extLst>
              <a:ext uri="{FF2B5EF4-FFF2-40B4-BE49-F238E27FC236}">
                <a16:creationId xmlns:a16="http://schemas.microsoft.com/office/drawing/2014/main" id="{1C3D4705-5824-F93E-2324-0AD35C9B8FD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544830"/>
            <a:ext cx="148067" cy="108000"/>
            <a:chOff x="7409659" y="2902132"/>
            <a:chExt cx="317047" cy="239471"/>
          </a:xfrm>
        </p:grpSpPr>
        <p:grpSp>
          <p:nvGrpSpPr>
            <p:cNvPr id="1750" name="그룹 1749">
              <a:extLst>
                <a:ext uri="{FF2B5EF4-FFF2-40B4-BE49-F238E27FC236}">
                  <a16:creationId xmlns:a16="http://schemas.microsoft.com/office/drawing/2014/main" id="{A4478321-386D-A229-82B0-026CD08AFBC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53" name="직선 연결선 322">
                <a:extLst>
                  <a:ext uri="{FF2B5EF4-FFF2-40B4-BE49-F238E27FC236}">
                    <a16:creationId xmlns:a16="http://schemas.microsoft.com/office/drawing/2014/main" id="{B941D5AA-650B-FBFC-06CB-900CA935FEE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4" name="직선 연결선 323">
                <a:extLst>
                  <a:ext uri="{FF2B5EF4-FFF2-40B4-BE49-F238E27FC236}">
                    <a16:creationId xmlns:a16="http://schemas.microsoft.com/office/drawing/2014/main" id="{B5E56CA8-8A3C-DAA8-5F85-7F1FBDEDE9A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5" name="직선 연결선 324">
                <a:extLst>
                  <a:ext uri="{FF2B5EF4-FFF2-40B4-BE49-F238E27FC236}">
                    <a16:creationId xmlns:a16="http://schemas.microsoft.com/office/drawing/2014/main" id="{D4292861-B112-CF79-099F-4F6FB909172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51" name="직선 연결선 326">
              <a:extLst>
                <a:ext uri="{FF2B5EF4-FFF2-40B4-BE49-F238E27FC236}">
                  <a16:creationId xmlns:a16="http://schemas.microsoft.com/office/drawing/2014/main" id="{F862A4CB-2A47-E7BC-B3EA-73EB191CE62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2" name="타원 1751">
              <a:extLst>
                <a:ext uri="{FF2B5EF4-FFF2-40B4-BE49-F238E27FC236}">
                  <a16:creationId xmlns:a16="http://schemas.microsoft.com/office/drawing/2014/main" id="{A652AEEF-60BB-3619-E5F3-A0D57CCFE3D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6" name="그룹 1755">
            <a:extLst>
              <a:ext uri="{FF2B5EF4-FFF2-40B4-BE49-F238E27FC236}">
                <a16:creationId xmlns:a16="http://schemas.microsoft.com/office/drawing/2014/main" id="{C4A67FFD-D412-A21A-F9E1-EB2561A58AA9}"/>
              </a:ext>
            </a:extLst>
          </p:cNvPr>
          <p:cNvGrpSpPr/>
          <p:nvPr/>
        </p:nvGrpSpPr>
        <p:grpSpPr>
          <a:xfrm rot="5400000">
            <a:off x="2822000" y="1644696"/>
            <a:ext cx="90979" cy="106796"/>
            <a:chOff x="4947906" y="3396192"/>
            <a:chExt cx="90979" cy="106796"/>
          </a:xfrm>
        </p:grpSpPr>
        <p:cxnSp>
          <p:nvCxnSpPr>
            <p:cNvPr id="1757" name="직선 연결선 326">
              <a:extLst>
                <a:ext uri="{FF2B5EF4-FFF2-40B4-BE49-F238E27FC236}">
                  <a16:creationId xmlns:a16="http://schemas.microsoft.com/office/drawing/2014/main" id="{E5FD2023-71D6-CD92-E269-587B6EE60F82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8" name="타원 1757">
              <a:extLst>
                <a:ext uri="{FF2B5EF4-FFF2-40B4-BE49-F238E27FC236}">
                  <a16:creationId xmlns:a16="http://schemas.microsoft.com/office/drawing/2014/main" id="{8A54D6CD-F711-4BF6-4BD4-F0D2F0737D0D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9" name="그룹 1758">
            <a:extLst>
              <a:ext uri="{FF2B5EF4-FFF2-40B4-BE49-F238E27FC236}">
                <a16:creationId xmlns:a16="http://schemas.microsoft.com/office/drawing/2014/main" id="{4478917D-C8FF-4CFC-6BB9-DBD17696519E}"/>
              </a:ext>
            </a:extLst>
          </p:cNvPr>
          <p:cNvGrpSpPr/>
          <p:nvPr/>
        </p:nvGrpSpPr>
        <p:grpSpPr>
          <a:xfrm rot="5400000">
            <a:off x="1462134" y="1136243"/>
            <a:ext cx="90979" cy="106796"/>
            <a:chOff x="4947906" y="3396192"/>
            <a:chExt cx="90979" cy="106796"/>
          </a:xfrm>
        </p:grpSpPr>
        <p:cxnSp>
          <p:nvCxnSpPr>
            <p:cNvPr id="1760" name="직선 연결선 326">
              <a:extLst>
                <a:ext uri="{FF2B5EF4-FFF2-40B4-BE49-F238E27FC236}">
                  <a16:creationId xmlns:a16="http://schemas.microsoft.com/office/drawing/2014/main" id="{C3F1ADDE-4BD9-B77E-DD12-6F140CE2FE37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1" name="타원 1760">
              <a:extLst>
                <a:ext uri="{FF2B5EF4-FFF2-40B4-BE49-F238E27FC236}">
                  <a16:creationId xmlns:a16="http://schemas.microsoft.com/office/drawing/2014/main" id="{9E07AE12-51DD-BF86-BB74-D864A4CD9EF0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2" name="그룹 1761">
            <a:extLst>
              <a:ext uri="{FF2B5EF4-FFF2-40B4-BE49-F238E27FC236}">
                <a16:creationId xmlns:a16="http://schemas.microsoft.com/office/drawing/2014/main" id="{7442F9F9-19C5-2B5A-062B-F7B9DCCC63BE}"/>
              </a:ext>
            </a:extLst>
          </p:cNvPr>
          <p:cNvGrpSpPr/>
          <p:nvPr/>
        </p:nvGrpSpPr>
        <p:grpSpPr>
          <a:xfrm rot="5400000">
            <a:off x="5622416" y="861248"/>
            <a:ext cx="90979" cy="106796"/>
            <a:chOff x="4947906" y="3396192"/>
            <a:chExt cx="90979" cy="106796"/>
          </a:xfrm>
        </p:grpSpPr>
        <p:cxnSp>
          <p:nvCxnSpPr>
            <p:cNvPr id="1763" name="직선 연결선 326">
              <a:extLst>
                <a:ext uri="{FF2B5EF4-FFF2-40B4-BE49-F238E27FC236}">
                  <a16:creationId xmlns:a16="http://schemas.microsoft.com/office/drawing/2014/main" id="{B316A757-6F10-2ED3-8B16-62DB224BE6ED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4" name="타원 1763">
              <a:extLst>
                <a:ext uri="{FF2B5EF4-FFF2-40B4-BE49-F238E27FC236}">
                  <a16:creationId xmlns:a16="http://schemas.microsoft.com/office/drawing/2014/main" id="{FDDAEA92-BA12-4B78-BA23-F8FA780035EA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7" name="그룹 1766">
            <a:extLst>
              <a:ext uri="{FF2B5EF4-FFF2-40B4-BE49-F238E27FC236}">
                <a16:creationId xmlns:a16="http://schemas.microsoft.com/office/drawing/2014/main" id="{C8F19827-2F79-6C34-92A9-771BBBFE6E3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875343" y="266461"/>
            <a:ext cx="148067" cy="108000"/>
            <a:chOff x="7409659" y="2902132"/>
            <a:chExt cx="317047" cy="239471"/>
          </a:xfrm>
        </p:grpSpPr>
        <p:grpSp>
          <p:nvGrpSpPr>
            <p:cNvPr id="1768" name="그룹 1767">
              <a:extLst>
                <a:ext uri="{FF2B5EF4-FFF2-40B4-BE49-F238E27FC236}">
                  <a16:creationId xmlns:a16="http://schemas.microsoft.com/office/drawing/2014/main" id="{A52F4423-27F6-F1AB-0534-179ACC86BD2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1" name="직선 연결선 322">
                <a:extLst>
                  <a:ext uri="{FF2B5EF4-FFF2-40B4-BE49-F238E27FC236}">
                    <a16:creationId xmlns:a16="http://schemas.microsoft.com/office/drawing/2014/main" id="{A47ADA0E-929F-527A-12E3-C11C1816358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2" name="직선 연결선 323">
                <a:extLst>
                  <a:ext uri="{FF2B5EF4-FFF2-40B4-BE49-F238E27FC236}">
                    <a16:creationId xmlns:a16="http://schemas.microsoft.com/office/drawing/2014/main" id="{26D90B4A-0C02-BC94-0D92-6DC694661F9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3" name="직선 연결선 324">
                <a:extLst>
                  <a:ext uri="{FF2B5EF4-FFF2-40B4-BE49-F238E27FC236}">
                    <a16:creationId xmlns:a16="http://schemas.microsoft.com/office/drawing/2014/main" id="{37D68FFC-F2AC-2EE1-6C86-FB4760EC03A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69" name="직선 연결선 326">
              <a:extLst>
                <a:ext uri="{FF2B5EF4-FFF2-40B4-BE49-F238E27FC236}">
                  <a16:creationId xmlns:a16="http://schemas.microsoft.com/office/drawing/2014/main" id="{9EC89D7E-0DAC-CFB8-7A95-8BB43E4FB51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0" name="타원 1769">
              <a:extLst>
                <a:ext uri="{FF2B5EF4-FFF2-40B4-BE49-F238E27FC236}">
                  <a16:creationId xmlns:a16="http://schemas.microsoft.com/office/drawing/2014/main" id="{9403CC64-555C-CDE9-32B0-AF8C86BF5D1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74" name="그룹 1773">
            <a:extLst>
              <a:ext uri="{FF2B5EF4-FFF2-40B4-BE49-F238E27FC236}">
                <a16:creationId xmlns:a16="http://schemas.microsoft.com/office/drawing/2014/main" id="{808A3439-E59E-5005-CFF4-886AA8BEB496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35813" y="556494"/>
            <a:ext cx="148067" cy="108000"/>
            <a:chOff x="7409659" y="2902132"/>
            <a:chExt cx="317047" cy="239471"/>
          </a:xfrm>
        </p:grpSpPr>
        <p:grpSp>
          <p:nvGrpSpPr>
            <p:cNvPr id="1775" name="그룹 1774">
              <a:extLst>
                <a:ext uri="{FF2B5EF4-FFF2-40B4-BE49-F238E27FC236}">
                  <a16:creationId xmlns:a16="http://schemas.microsoft.com/office/drawing/2014/main" id="{543CF27D-162E-D7BA-4DB8-22D48055533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8" name="직선 연결선 322">
                <a:extLst>
                  <a:ext uri="{FF2B5EF4-FFF2-40B4-BE49-F238E27FC236}">
                    <a16:creationId xmlns:a16="http://schemas.microsoft.com/office/drawing/2014/main" id="{4B2255BC-5817-50D4-38A8-7214694868D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9" name="직선 연결선 323">
                <a:extLst>
                  <a:ext uri="{FF2B5EF4-FFF2-40B4-BE49-F238E27FC236}">
                    <a16:creationId xmlns:a16="http://schemas.microsoft.com/office/drawing/2014/main" id="{D6C61C4E-E283-AF1F-A154-DE44BF11A12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0" name="직선 연결선 324">
                <a:extLst>
                  <a:ext uri="{FF2B5EF4-FFF2-40B4-BE49-F238E27FC236}">
                    <a16:creationId xmlns:a16="http://schemas.microsoft.com/office/drawing/2014/main" id="{F23B7AD5-6FC8-1F1C-3162-94C130956EF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76" name="직선 연결선 326">
              <a:extLst>
                <a:ext uri="{FF2B5EF4-FFF2-40B4-BE49-F238E27FC236}">
                  <a16:creationId xmlns:a16="http://schemas.microsoft.com/office/drawing/2014/main" id="{BF56EA75-9240-14CD-7214-9C45EA4068A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7" name="타원 1776">
              <a:extLst>
                <a:ext uri="{FF2B5EF4-FFF2-40B4-BE49-F238E27FC236}">
                  <a16:creationId xmlns:a16="http://schemas.microsoft.com/office/drawing/2014/main" id="{AFA8BE2B-73EB-CF54-56A0-3C1C2DAA931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1" name="그룹 1780">
            <a:extLst>
              <a:ext uri="{FF2B5EF4-FFF2-40B4-BE49-F238E27FC236}">
                <a16:creationId xmlns:a16="http://schemas.microsoft.com/office/drawing/2014/main" id="{1F958A01-86CF-0AA4-58B6-9F04C17329F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91607" y="1461750"/>
            <a:ext cx="148067" cy="108000"/>
            <a:chOff x="7409659" y="2902132"/>
            <a:chExt cx="317047" cy="239471"/>
          </a:xfrm>
        </p:grpSpPr>
        <p:grpSp>
          <p:nvGrpSpPr>
            <p:cNvPr id="1782" name="그룹 1781">
              <a:extLst>
                <a:ext uri="{FF2B5EF4-FFF2-40B4-BE49-F238E27FC236}">
                  <a16:creationId xmlns:a16="http://schemas.microsoft.com/office/drawing/2014/main" id="{73DD26B0-865B-9B3E-4E11-AB4A7868359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85" name="직선 연결선 322">
                <a:extLst>
                  <a:ext uri="{FF2B5EF4-FFF2-40B4-BE49-F238E27FC236}">
                    <a16:creationId xmlns:a16="http://schemas.microsoft.com/office/drawing/2014/main" id="{4DF70373-BB75-191D-901C-A6CE2EB32D4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6" name="직선 연결선 323">
                <a:extLst>
                  <a:ext uri="{FF2B5EF4-FFF2-40B4-BE49-F238E27FC236}">
                    <a16:creationId xmlns:a16="http://schemas.microsoft.com/office/drawing/2014/main" id="{4BA12DD7-4F66-A3D5-DDFE-468DDEA508D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7" name="직선 연결선 324">
                <a:extLst>
                  <a:ext uri="{FF2B5EF4-FFF2-40B4-BE49-F238E27FC236}">
                    <a16:creationId xmlns:a16="http://schemas.microsoft.com/office/drawing/2014/main" id="{B2D2782D-6BA7-9B8D-7282-C9E54AE1D3C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83" name="직선 연결선 326">
              <a:extLst>
                <a:ext uri="{FF2B5EF4-FFF2-40B4-BE49-F238E27FC236}">
                  <a16:creationId xmlns:a16="http://schemas.microsoft.com/office/drawing/2014/main" id="{79DB4F48-FF7E-4C21-4946-234EF39ABC3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84" name="타원 1783">
              <a:extLst>
                <a:ext uri="{FF2B5EF4-FFF2-40B4-BE49-F238E27FC236}">
                  <a16:creationId xmlns:a16="http://schemas.microsoft.com/office/drawing/2014/main" id="{8948BEC2-D184-47A9-ED5E-09EAD710166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8" name="그룹 1787">
            <a:extLst>
              <a:ext uri="{FF2B5EF4-FFF2-40B4-BE49-F238E27FC236}">
                <a16:creationId xmlns:a16="http://schemas.microsoft.com/office/drawing/2014/main" id="{7D8C1D53-477C-5891-C6BC-35BE43CD0E1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8499" y="5658592"/>
            <a:ext cx="148067" cy="108000"/>
            <a:chOff x="7409659" y="2902132"/>
            <a:chExt cx="317047" cy="239471"/>
          </a:xfrm>
        </p:grpSpPr>
        <p:grpSp>
          <p:nvGrpSpPr>
            <p:cNvPr id="1789" name="그룹 1788">
              <a:extLst>
                <a:ext uri="{FF2B5EF4-FFF2-40B4-BE49-F238E27FC236}">
                  <a16:creationId xmlns:a16="http://schemas.microsoft.com/office/drawing/2014/main" id="{0FA76FC1-0E79-2E30-8CE8-51FE9BB4880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2" name="직선 연결선 322">
                <a:extLst>
                  <a:ext uri="{FF2B5EF4-FFF2-40B4-BE49-F238E27FC236}">
                    <a16:creationId xmlns:a16="http://schemas.microsoft.com/office/drawing/2014/main" id="{F776E126-C6BF-253F-E09D-0E293E00648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3" name="직선 연결선 323">
                <a:extLst>
                  <a:ext uri="{FF2B5EF4-FFF2-40B4-BE49-F238E27FC236}">
                    <a16:creationId xmlns:a16="http://schemas.microsoft.com/office/drawing/2014/main" id="{8C1ABF51-4CA7-97DF-D684-12E3907E45E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4" name="직선 연결선 324">
                <a:extLst>
                  <a:ext uri="{FF2B5EF4-FFF2-40B4-BE49-F238E27FC236}">
                    <a16:creationId xmlns:a16="http://schemas.microsoft.com/office/drawing/2014/main" id="{25175CBD-5691-7298-EFF3-ADA90B436B0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0" name="직선 연결선 326">
              <a:extLst>
                <a:ext uri="{FF2B5EF4-FFF2-40B4-BE49-F238E27FC236}">
                  <a16:creationId xmlns:a16="http://schemas.microsoft.com/office/drawing/2014/main" id="{7F4DE618-E764-C027-DDA7-020129D5185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1" name="타원 1790">
              <a:extLst>
                <a:ext uri="{FF2B5EF4-FFF2-40B4-BE49-F238E27FC236}">
                  <a16:creationId xmlns:a16="http://schemas.microsoft.com/office/drawing/2014/main" id="{28B61D66-F3FF-B538-B837-E48C6873C2E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95" name="그룹 1794">
            <a:extLst>
              <a:ext uri="{FF2B5EF4-FFF2-40B4-BE49-F238E27FC236}">
                <a16:creationId xmlns:a16="http://schemas.microsoft.com/office/drawing/2014/main" id="{0D1416B0-AD62-4F6B-9AD1-B233CE168265}"/>
              </a:ext>
            </a:extLst>
          </p:cNvPr>
          <p:cNvGrpSpPr>
            <a:grpSpLocks noChangeAspect="1"/>
          </p:cNvGrpSpPr>
          <p:nvPr/>
        </p:nvGrpSpPr>
        <p:grpSpPr>
          <a:xfrm>
            <a:off x="5590097" y="4759125"/>
            <a:ext cx="148067" cy="108000"/>
            <a:chOff x="7409659" y="2902132"/>
            <a:chExt cx="317047" cy="239471"/>
          </a:xfrm>
        </p:grpSpPr>
        <p:grpSp>
          <p:nvGrpSpPr>
            <p:cNvPr id="1796" name="그룹 1795">
              <a:extLst>
                <a:ext uri="{FF2B5EF4-FFF2-40B4-BE49-F238E27FC236}">
                  <a16:creationId xmlns:a16="http://schemas.microsoft.com/office/drawing/2014/main" id="{FC1F3B3F-3817-1B93-B1C5-0BCC0CABC42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9" name="직선 연결선 322">
                <a:extLst>
                  <a:ext uri="{FF2B5EF4-FFF2-40B4-BE49-F238E27FC236}">
                    <a16:creationId xmlns:a16="http://schemas.microsoft.com/office/drawing/2014/main" id="{7610B67D-95AE-F241-FD12-C7CA33B507B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0" name="직선 연결선 323">
                <a:extLst>
                  <a:ext uri="{FF2B5EF4-FFF2-40B4-BE49-F238E27FC236}">
                    <a16:creationId xmlns:a16="http://schemas.microsoft.com/office/drawing/2014/main" id="{8D4B79E6-58B9-7751-ACD5-57161B5B65E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1" name="직선 연결선 324">
                <a:extLst>
                  <a:ext uri="{FF2B5EF4-FFF2-40B4-BE49-F238E27FC236}">
                    <a16:creationId xmlns:a16="http://schemas.microsoft.com/office/drawing/2014/main" id="{EFC24B9A-56CB-BFF5-47AC-7064D1880DB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7" name="직선 연결선 326">
              <a:extLst>
                <a:ext uri="{FF2B5EF4-FFF2-40B4-BE49-F238E27FC236}">
                  <a16:creationId xmlns:a16="http://schemas.microsoft.com/office/drawing/2014/main" id="{04764C4E-63D0-3EA4-C668-9E6930D5B5C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8" name="타원 1797">
              <a:extLst>
                <a:ext uri="{FF2B5EF4-FFF2-40B4-BE49-F238E27FC236}">
                  <a16:creationId xmlns:a16="http://schemas.microsoft.com/office/drawing/2014/main" id="{7684F41D-2511-F88E-384D-5CD6B3B21A6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2" name="그룹 1801">
            <a:extLst>
              <a:ext uri="{FF2B5EF4-FFF2-40B4-BE49-F238E27FC236}">
                <a16:creationId xmlns:a16="http://schemas.microsoft.com/office/drawing/2014/main" id="{93C9F4B8-3403-3B41-4587-97DDC79583D9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143906" y="4468826"/>
            <a:ext cx="148067" cy="108000"/>
            <a:chOff x="7409659" y="2902132"/>
            <a:chExt cx="317047" cy="239471"/>
          </a:xfrm>
        </p:grpSpPr>
        <p:grpSp>
          <p:nvGrpSpPr>
            <p:cNvPr id="1803" name="그룹 1802">
              <a:extLst>
                <a:ext uri="{FF2B5EF4-FFF2-40B4-BE49-F238E27FC236}">
                  <a16:creationId xmlns:a16="http://schemas.microsoft.com/office/drawing/2014/main" id="{C4424CD7-52E6-2B48-E86E-7C5CB9ADF1F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06" name="직선 연결선 322">
                <a:extLst>
                  <a:ext uri="{FF2B5EF4-FFF2-40B4-BE49-F238E27FC236}">
                    <a16:creationId xmlns:a16="http://schemas.microsoft.com/office/drawing/2014/main" id="{215DEA2B-1ED8-BB80-B914-E18744309F3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7" name="직선 연결선 323">
                <a:extLst>
                  <a:ext uri="{FF2B5EF4-FFF2-40B4-BE49-F238E27FC236}">
                    <a16:creationId xmlns:a16="http://schemas.microsoft.com/office/drawing/2014/main" id="{BDCAC59B-74CA-FF6F-A318-A9DBF5480C1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8" name="직선 연결선 324">
                <a:extLst>
                  <a:ext uri="{FF2B5EF4-FFF2-40B4-BE49-F238E27FC236}">
                    <a16:creationId xmlns:a16="http://schemas.microsoft.com/office/drawing/2014/main" id="{B178B2C5-66EA-1BE4-0F3B-502F236FBE9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04" name="직선 연결선 326">
              <a:extLst>
                <a:ext uri="{FF2B5EF4-FFF2-40B4-BE49-F238E27FC236}">
                  <a16:creationId xmlns:a16="http://schemas.microsoft.com/office/drawing/2014/main" id="{E5B09C42-9502-F397-12FF-C4E53F8FAED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05" name="타원 1804">
              <a:extLst>
                <a:ext uri="{FF2B5EF4-FFF2-40B4-BE49-F238E27FC236}">
                  <a16:creationId xmlns:a16="http://schemas.microsoft.com/office/drawing/2014/main" id="{184ABD7F-8E15-4456-9BA1-5187E191928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9" name="그룹 1808">
            <a:extLst>
              <a:ext uri="{FF2B5EF4-FFF2-40B4-BE49-F238E27FC236}">
                <a16:creationId xmlns:a16="http://schemas.microsoft.com/office/drawing/2014/main" id="{BAD721A2-9126-139C-BDEA-B83836BE27F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20071" y="5332821"/>
            <a:ext cx="148067" cy="108000"/>
            <a:chOff x="7409659" y="2902132"/>
            <a:chExt cx="317047" cy="239471"/>
          </a:xfrm>
        </p:grpSpPr>
        <p:grpSp>
          <p:nvGrpSpPr>
            <p:cNvPr id="1810" name="그룹 1809">
              <a:extLst>
                <a:ext uri="{FF2B5EF4-FFF2-40B4-BE49-F238E27FC236}">
                  <a16:creationId xmlns:a16="http://schemas.microsoft.com/office/drawing/2014/main" id="{E2C150C8-8DB6-1E97-B706-2440FD21C77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13" name="직선 연결선 322">
                <a:extLst>
                  <a:ext uri="{FF2B5EF4-FFF2-40B4-BE49-F238E27FC236}">
                    <a16:creationId xmlns:a16="http://schemas.microsoft.com/office/drawing/2014/main" id="{2EA2FE1B-91B9-A886-0EC3-8B664540E6C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4" name="직선 연결선 323">
                <a:extLst>
                  <a:ext uri="{FF2B5EF4-FFF2-40B4-BE49-F238E27FC236}">
                    <a16:creationId xmlns:a16="http://schemas.microsoft.com/office/drawing/2014/main" id="{DBD74124-F4E7-EB87-1905-F0E92C9EB34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5" name="직선 연결선 324">
                <a:extLst>
                  <a:ext uri="{FF2B5EF4-FFF2-40B4-BE49-F238E27FC236}">
                    <a16:creationId xmlns:a16="http://schemas.microsoft.com/office/drawing/2014/main" id="{E105859C-4B39-91CC-955A-4831C5660DF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1" name="직선 연결선 326">
              <a:extLst>
                <a:ext uri="{FF2B5EF4-FFF2-40B4-BE49-F238E27FC236}">
                  <a16:creationId xmlns:a16="http://schemas.microsoft.com/office/drawing/2014/main" id="{B3BAA18F-E37E-10E2-78B7-9BC907C7AF0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2" name="타원 1811">
              <a:extLst>
                <a:ext uri="{FF2B5EF4-FFF2-40B4-BE49-F238E27FC236}">
                  <a16:creationId xmlns:a16="http://schemas.microsoft.com/office/drawing/2014/main" id="{52504C48-2FA9-CE33-35D9-6A5DD16E193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16" name="그룹 1815">
            <a:extLst>
              <a:ext uri="{FF2B5EF4-FFF2-40B4-BE49-F238E27FC236}">
                <a16:creationId xmlns:a16="http://schemas.microsoft.com/office/drawing/2014/main" id="{FB27236D-08E2-4C82-9C91-980A204B8B7C}"/>
              </a:ext>
            </a:extLst>
          </p:cNvPr>
          <p:cNvGrpSpPr>
            <a:grpSpLocks noChangeAspect="1"/>
          </p:cNvGrpSpPr>
          <p:nvPr/>
        </p:nvGrpSpPr>
        <p:grpSpPr>
          <a:xfrm>
            <a:off x="4843039" y="5500842"/>
            <a:ext cx="148067" cy="108000"/>
            <a:chOff x="7409659" y="2902132"/>
            <a:chExt cx="317047" cy="239471"/>
          </a:xfrm>
        </p:grpSpPr>
        <p:grpSp>
          <p:nvGrpSpPr>
            <p:cNvPr id="1817" name="그룹 1816">
              <a:extLst>
                <a:ext uri="{FF2B5EF4-FFF2-40B4-BE49-F238E27FC236}">
                  <a16:creationId xmlns:a16="http://schemas.microsoft.com/office/drawing/2014/main" id="{F9E7CEC0-ADC1-28EA-5491-D1C4ABD0FBB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0" name="직선 연결선 322">
                <a:extLst>
                  <a:ext uri="{FF2B5EF4-FFF2-40B4-BE49-F238E27FC236}">
                    <a16:creationId xmlns:a16="http://schemas.microsoft.com/office/drawing/2014/main" id="{C5F2159E-8874-2417-F5EF-7D9A49EB1A5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1" name="직선 연결선 323">
                <a:extLst>
                  <a:ext uri="{FF2B5EF4-FFF2-40B4-BE49-F238E27FC236}">
                    <a16:creationId xmlns:a16="http://schemas.microsoft.com/office/drawing/2014/main" id="{5D69C733-5441-45B0-0F91-18CF99090BD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2" name="직선 연결선 324">
                <a:extLst>
                  <a:ext uri="{FF2B5EF4-FFF2-40B4-BE49-F238E27FC236}">
                    <a16:creationId xmlns:a16="http://schemas.microsoft.com/office/drawing/2014/main" id="{078A6741-D3D9-35D8-C7C8-7D6C7D0536E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8" name="직선 연결선 326">
              <a:extLst>
                <a:ext uri="{FF2B5EF4-FFF2-40B4-BE49-F238E27FC236}">
                  <a16:creationId xmlns:a16="http://schemas.microsoft.com/office/drawing/2014/main" id="{3231B67B-0510-2151-7966-80099DC8E44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9" name="타원 1818">
              <a:extLst>
                <a:ext uri="{FF2B5EF4-FFF2-40B4-BE49-F238E27FC236}">
                  <a16:creationId xmlns:a16="http://schemas.microsoft.com/office/drawing/2014/main" id="{E2212793-E2CC-487D-08CD-0F2B1924E89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23" name="그룹 1822">
            <a:extLst>
              <a:ext uri="{FF2B5EF4-FFF2-40B4-BE49-F238E27FC236}">
                <a16:creationId xmlns:a16="http://schemas.microsoft.com/office/drawing/2014/main" id="{923CFBB2-890E-B028-CAC3-70BA18B5BAE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19239" y="4155496"/>
            <a:ext cx="148067" cy="108000"/>
            <a:chOff x="7409659" y="2902132"/>
            <a:chExt cx="317047" cy="239471"/>
          </a:xfrm>
        </p:grpSpPr>
        <p:grpSp>
          <p:nvGrpSpPr>
            <p:cNvPr id="1824" name="그룹 1823">
              <a:extLst>
                <a:ext uri="{FF2B5EF4-FFF2-40B4-BE49-F238E27FC236}">
                  <a16:creationId xmlns:a16="http://schemas.microsoft.com/office/drawing/2014/main" id="{3BB70773-54CD-10AA-5153-0005DD2429A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7" name="직선 연결선 322">
                <a:extLst>
                  <a:ext uri="{FF2B5EF4-FFF2-40B4-BE49-F238E27FC236}">
                    <a16:creationId xmlns:a16="http://schemas.microsoft.com/office/drawing/2014/main" id="{DCE77BED-EF36-A46F-1CCD-BC4EB2E1F18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8" name="직선 연결선 323">
                <a:extLst>
                  <a:ext uri="{FF2B5EF4-FFF2-40B4-BE49-F238E27FC236}">
                    <a16:creationId xmlns:a16="http://schemas.microsoft.com/office/drawing/2014/main" id="{B68BA0AF-CE90-DFC3-C371-4286C901CA3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9" name="직선 연결선 324">
                <a:extLst>
                  <a:ext uri="{FF2B5EF4-FFF2-40B4-BE49-F238E27FC236}">
                    <a16:creationId xmlns:a16="http://schemas.microsoft.com/office/drawing/2014/main" id="{A50679CF-7310-46ED-4A6D-F221566A9BC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25" name="직선 연결선 326">
              <a:extLst>
                <a:ext uri="{FF2B5EF4-FFF2-40B4-BE49-F238E27FC236}">
                  <a16:creationId xmlns:a16="http://schemas.microsoft.com/office/drawing/2014/main" id="{FC6D4B70-9D08-8F26-E4FC-18FAABF4B06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26" name="타원 1825">
              <a:extLst>
                <a:ext uri="{FF2B5EF4-FFF2-40B4-BE49-F238E27FC236}">
                  <a16:creationId xmlns:a16="http://schemas.microsoft.com/office/drawing/2014/main" id="{AC36CDFD-E3AD-22BB-69B3-545FBFE5F15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0" name="그룹 1829">
            <a:extLst>
              <a:ext uri="{FF2B5EF4-FFF2-40B4-BE49-F238E27FC236}">
                <a16:creationId xmlns:a16="http://schemas.microsoft.com/office/drawing/2014/main" id="{6BD5DF0D-EDF6-CD4B-1F5A-2F51569161CE}"/>
              </a:ext>
            </a:extLst>
          </p:cNvPr>
          <p:cNvGrpSpPr>
            <a:grpSpLocks noChangeAspect="1"/>
          </p:cNvGrpSpPr>
          <p:nvPr/>
        </p:nvGrpSpPr>
        <p:grpSpPr>
          <a:xfrm>
            <a:off x="9004861" y="1086714"/>
            <a:ext cx="148067" cy="108000"/>
            <a:chOff x="7409659" y="2902132"/>
            <a:chExt cx="317047" cy="239471"/>
          </a:xfrm>
        </p:grpSpPr>
        <p:grpSp>
          <p:nvGrpSpPr>
            <p:cNvPr id="1831" name="그룹 1830">
              <a:extLst>
                <a:ext uri="{FF2B5EF4-FFF2-40B4-BE49-F238E27FC236}">
                  <a16:creationId xmlns:a16="http://schemas.microsoft.com/office/drawing/2014/main" id="{5124F746-6FC7-15FC-C453-1527395766D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34" name="직선 연결선 322">
                <a:extLst>
                  <a:ext uri="{FF2B5EF4-FFF2-40B4-BE49-F238E27FC236}">
                    <a16:creationId xmlns:a16="http://schemas.microsoft.com/office/drawing/2014/main" id="{305679FB-D4C2-005A-7FBE-7CE31007E6A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5" name="직선 연결선 323">
                <a:extLst>
                  <a:ext uri="{FF2B5EF4-FFF2-40B4-BE49-F238E27FC236}">
                    <a16:creationId xmlns:a16="http://schemas.microsoft.com/office/drawing/2014/main" id="{558514EB-4DBB-E862-80A9-3C5F8144399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6" name="직선 연결선 324">
                <a:extLst>
                  <a:ext uri="{FF2B5EF4-FFF2-40B4-BE49-F238E27FC236}">
                    <a16:creationId xmlns:a16="http://schemas.microsoft.com/office/drawing/2014/main" id="{C8BAA222-6A75-57BA-8639-A90B641B90B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2" name="직선 연결선 326">
              <a:extLst>
                <a:ext uri="{FF2B5EF4-FFF2-40B4-BE49-F238E27FC236}">
                  <a16:creationId xmlns:a16="http://schemas.microsoft.com/office/drawing/2014/main" id="{017B4182-550A-034A-D0CF-9C8C81FFF4E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33" name="타원 1832">
              <a:extLst>
                <a:ext uri="{FF2B5EF4-FFF2-40B4-BE49-F238E27FC236}">
                  <a16:creationId xmlns:a16="http://schemas.microsoft.com/office/drawing/2014/main" id="{5101A0BE-6CBB-843A-02D3-8E1F7A9CE98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7" name="그룹 1836">
            <a:extLst>
              <a:ext uri="{FF2B5EF4-FFF2-40B4-BE49-F238E27FC236}">
                <a16:creationId xmlns:a16="http://schemas.microsoft.com/office/drawing/2014/main" id="{65399C93-05D0-66F4-0188-901B794F8408}"/>
              </a:ext>
            </a:extLst>
          </p:cNvPr>
          <p:cNvGrpSpPr>
            <a:grpSpLocks noChangeAspect="1"/>
          </p:cNvGrpSpPr>
          <p:nvPr/>
        </p:nvGrpSpPr>
        <p:grpSpPr>
          <a:xfrm>
            <a:off x="9000094" y="1243877"/>
            <a:ext cx="148067" cy="108000"/>
            <a:chOff x="7409659" y="2902132"/>
            <a:chExt cx="317047" cy="239471"/>
          </a:xfrm>
        </p:grpSpPr>
        <p:grpSp>
          <p:nvGrpSpPr>
            <p:cNvPr id="1838" name="그룹 1837">
              <a:extLst>
                <a:ext uri="{FF2B5EF4-FFF2-40B4-BE49-F238E27FC236}">
                  <a16:creationId xmlns:a16="http://schemas.microsoft.com/office/drawing/2014/main" id="{24865B0F-5A1B-8092-FCD9-CC122F11C4D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1" name="직선 연결선 322">
                <a:extLst>
                  <a:ext uri="{FF2B5EF4-FFF2-40B4-BE49-F238E27FC236}">
                    <a16:creationId xmlns:a16="http://schemas.microsoft.com/office/drawing/2014/main" id="{32BD801C-A30A-D014-9305-3A33CD94F00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2" name="직선 연결선 323">
                <a:extLst>
                  <a:ext uri="{FF2B5EF4-FFF2-40B4-BE49-F238E27FC236}">
                    <a16:creationId xmlns:a16="http://schemas.microsoft.com/office/drawing/2014/main" id="{6BF4055B-6A35-0754-3A4E-1890D3180E7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3" name="직선 연결선 324">
                <a:extLst>
                  <a:ext uri="{FF2B5EF4-FFF2-40B4-BE49-F238E27FC236}">
                    <a16:creationId xmlns:a16="http://schemas.microsoft.com/office/drawing/2014/main" id="{75BB5D88-12BF-AC90-20AC-81A4E9F501E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9" name="직선 연결선 326">
              <a:extLst>
                <a:ext uri="{FF2B5EF4-FFF2-40B4-BE49-F238E27FC236}">
                  <a16:creationId xmlns:a16="http://schemas.microsoft.com/office/drawing/2014/main" id="{2B935A63-E639-0E48-9CCA-D89FB8F0FFF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0" name="타원 1839">
              <a:extLst>
                <a:ext uri="{FF2B5EF4-FFF2-40B4-BE49-F238E27FC236}">
                  <a16:creationId xmlns:a16="http://schemas.microsoft.com/office/drawing/2014/main" id="{CC72B504-7773-655D-784D-C5CCBACAF94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44" name="그룹 1843">
            <a:extLst>
              <a:ext uri="{FF2B5EF4-FFF2-40B4-BE49-F238E27FC236}">
                <a16:creationId xmlns:a16="http://schemas.microsoft.com/office/drawing/2014/main" id="{3F8D0338-BCB8-23A1-DA8A-ABD689A63A52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747310" y="2361483"/>
            <a:ext cx="148067" cy="108000"/>
            <a:chOff x="7409659" y="2902132"/>
            <a:chExt cx="317047" cy="239471"/>
          </a:xfrm>
        </p:grpSpPr>
        <p:grpSp>
          <p:nvGrpSpPr>
            <p:cNvPr id="1845" name="그룹 1844">
              <a:extLst>
                <a:ext uri="{FF2B5EF4-FFF2-40B4-BE49-F238E27FC236}">
                  <a16:creationId xmlns:a16="http://schemas.microsoft.com/office/drawing/2014/main" id="{4DE25E59-2AEC-F023-1F15-6D05E0A5AFD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8" name="직선 연결선 322">
                <a:extLst>
                  <a:ext uri="{FF2B5EF4-FFF2-40B4-BE49-F238E27FC236}">
                    <a16:creationId xmlns:a16="http://schemas.microsoft.com/office/drawing/2014/main" id="{BDC6B070-42EE-E17B-5AF3-F58009DC164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9" name="직선 연결선 323">
                <a:extLst>
                  <a:ext uri="{FF2B5EF4-FFF2-40B4-BE49-F238E27FC236}">
                    <a16:creationId xmlns:a16="http://schemas.microsoft.com/office/drawing/2014/main" id="{A2B1988D-B443-5DF0-1573-6B7BEF2ADA8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0" name="직선 연결선 324">
                <a:extLst>
                  <a:ext uri="{FF2B5EF4-FFF2-40B4-BE49-F238E27FC236}">
                    <a16:creationId xmlns:a16="http://schemas.microsoft.com/office/drawing/2014/main" id="{44C10667-7CC1-93FC-E655-5E7F9D3ADAB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46" name="직선 연결선 326">
              <a:extLst>
                <a:ext uri="{FF2B5EF4-FFF2-40B4-BE49-F238E27FC236}">
                  <a16:creationId xmlns:a16="http://schemas.microsoft.com/office/drawing/2014/main" id="{0B552683-FCE8-169A-E5D6-1624DF65350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7" name="타원 1846">
              <a:extLst>
                <a:ext uri="{FF2B5EF4-FFF2-40B4-BE49-F238E27FC236}">
                  <a16:creationId xmlns:a16="http://schemas.microsoft.com/office/drawing/2014/main" id="{9947489B-A750-FF86-4579-A3A210D4341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1" name="그룹 1850">
            <a:extLst>
              <a:ext uri="{FF2B5EF4-FFF2-40B4-BE49-F238E27FC236}">
                <a16:creationId xmlns:a16="http://schemas.microsoft.com/office/drawing/2014/main" id="{73877EC7-0E68-7730-3024-9CD069B0B199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934856" y="1781417"/>
            <a:ext cx="148067" cy="108000"/>
            <a:chOff x="7409659" y="2902132"/>
            <a:chExt cx="317047" cy="239471"/>
          </a:xfrm>
        </p:grpSpPr>
        <p:grpSp>
          <p:nvGrpSpPr>
            <p:cNvPr id="1852" name="그룹 1851">
              <a:extLst>
                <a:ext uri="{FF2B5EF4-FFF2-40B4-BE49-F238E27FC236}">
                  <a16:creationId xmlns:a16="http://schemas.microsoft.com/office/drawing/2014/main" id="{D3184F8E-2D65-8604-BBDC-2566355C334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55" name="직선 연결선 322">
                <a:extLst>
                  <a:ext uri="{FF2B5EF4-FFF2-40B4-BE49-F238E27FC236}">
                    <a16:creationId xmlns:a16="http://schemas.microsoft.com/office/drawing/2014/main" id="{027C1D87-719D-144E-6084-4C7C0679FA1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6" name="직선 연결선 323">
                <a:extLst>
                  <a:ext uri="{FF2B5EF4-FFF2-40B4-BE49-F238E27FC236}">
                    <a16:creationId xmlns:a16="http://schemas.microsoft.com/office/drawing/2014/main" id="{AD7627E6-5FD4-C911-6E70-45C7473A1B8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7" name="직선 연결선 324">
                <a:extLst>
                  <a:ext uri="{FF2B5EF4-FFF2-40B4-BE49-F238E27FC236}">
                    <a16:creationId xmlns:a16="http://schemas.microsoft.com/office/drawing/2014/main" id="{956C2AD9-E9C0-8AE2-1139-4BDF21A0382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53" name="직선 연결선 326">
              <a:extLst>
                <a:ext uri="{FF2B5EF4-FFF2-40B4-BE49-F238E27FC236}">
                  <a16:creationId xmlns:a16="http://schemas.microsoft.com/office/drawing/2014/main" id="{04B33EC5-B053-4969-C94C-23CFD392238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54" name="타원 1853">
              <a:extLst>
                <a:ext uri="{FF2B5EF4-FFF2-40B4-BE49-F238E27FC236}">
                  <a16:creationId xmlns:a16="http://schemas.microsoft.com/office/drawing/2014/main" id="{29F6FB9B-3CDA-7A9B-75BC-EF3BC100A40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8" name="그룹 1857">
            <a:extLst>
              <a:ext uri="{FF2B5EF4-FFF2-40B4-BE49-F238E27FC236}">
                <a16:creationId xmlns:a16="http://schemas.microsoft.com/office/drawing/2014/main" id="{006D7935-5CB0-3CBE-9E01-9A97507EDDBE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153872" y="6207475"/>
            <a:ext cx="148067" cy="108000"/>
            <a:chOff x="7409659" y="2902132"/>
            <a:chExt cx="317047" cy="239471"/>
          </a:xfrm>
        </p:grpSpPr>
        <p:grpSp>
          <p:nvGrpSpPr>
            <p:cNvPr id="1859" name="그룹 1858">
              <a:extLst>
                <a:ext uri="{FF2B5EF4-FFF2-40B4-BE49-F238E27FC236}">
                  <a16:creationId xmlns:a16="http://schemas.microsoft.com/office/drawing/2014/main" id="{5848A98D-C28E-8266-1EB0-11A9245F0C1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2" name="직선 연결선 322">
                <a:extLst>
                  <a:ext uri="{FF2B5EF4-FFF2-40B4-BE49-F238E27FC236}">
                    <a16:creationId xmlns:a16="http://schemas.microsoft.com/office/drawing/2014/main" id="{23E5AB02-C41E-2248-4602-B578D26FE14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3" name="직선 연결선 323">
                <a:extLst>
                  <a:ext uri="{FF2B5EF4-FFF2-40B4-BE49-F238E27FC236}">
                    <a16:creationId xmlns:a16="http://schemas.microsoft.com/office/drawing/2014/main" id="{C4084D93-D473-453B-D2C5-6DAFA9FD7BC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4" name="직선 연결선 324">
                <a:extLst>
                  <a:ext uri="{FF2B5EF4-FFF2-40B4-BE49-F238E27FC236}">
                    <a16:creationId xmlns:a16="http://schemas.microsoft.com/office/drawing/2014/main" id="{C073EAF6-5B94-FA1F-4F3C-84234D8845F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0" name="직선 연결선 326">
              <a:extLst>
                <a:ext uri="{FF2B5EF4-FFF2-40B4-BE49-F238E27FC236}">
                  <a16:creationId xmlns:a16="http://schemas.microsoft.com/office/drawing/2014/main" id="{5465F7E4-8064-A6E1-1687-BBB6882A0A0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1" name="타원 1860">
              <a:extLst>
                <a:ext uri="{FF2B5EF4-FFF2-40B4-BE49-F238E27FC236}">
                  <a16:creationId xmlns:a16="http://schemas.microsoft.com/office/drawing/2014/main" id="{4A97CBDA-AE43-1D90-B16D-D2B8361D133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65" name="그룹 1864">
            <a:extLst>
              <a:ext uri="{FF2B5EF4-FFF2-40B4-BE49-F238E27FC236}">
                <a16:creationId xmlns:a16="http://schemas.microsoft.com/office/drawing/2014/main" id="{A7805CCF-F3D3-FBFF-E142-2E5DE0C97D13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6019" y="6073546"/>
            <a:ext cx="148067" cy="108000"/>
            <a:chOff x="7409659" y="2902132"/>
            <a:chExt cx="317047" cy="239471"/>
          </a:xfrm>
        </p:grpSpPr>
        <p:grpSp>
          <p:nvGrpSpPr>
            <p:cNvPr id="1866" name="그룹 1865">
              <a:extLst>
                <a:ext uri="{FF2B5EF4-FFF2-40B4-BE49-F238E27FC236}">
                  <a16:creationId xmlns:a16="http://schemas.microsoft.com/office/drawing/2014/main" id="{DAAA7A0D-C45F-2851-137C-D1A81036F84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9" name="직선 연결선 322">
                <a:extLst>
                  <a:ext uri="{FF2B5EF4-FFF2-40B4-BE49-F238E27FC236}">
                    <a16:creationId xmlns:a16="http://schemas.microsoft.com/office/drawing/2014/main" id="{E6B26780-15B2-4B6D-C6E0-B819CB6B4FE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0" name="직선 연결선 323">
                <a:extLst>
                  <a:ext uri="{FF2B5EF4-FFF2-40B4-BE49-F238E27FC236}">
                    <a16:creationId xmlns:a16="http://schemas.microsoft.com/office/drawing/2014/main" id="{1FA32ABB-537D-8831-3BF9-DD8F0EF12E9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1" name="직선 연결선 324">
                <a:extLst>
                  <a:ext uri="{FF2B5EF4-FFF2-40B4-BE49-F238E27FC236}">
                    <a16:creationId xmlns:a16="http://schemas.microsoft.com/office/drawing/2014/main" id="{70905C25-05BA-FCAA-E944-CB3433EAACB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7" name="직선 연결선 326">
              <a:extLst>
                <a:ext uri="{FF2B5EF4-FFF2-40B4-BE49-F238E27FC236}">
                  <a16:creationId xmlns:a16="http://schemas.microsoft.com/office/drawing/2014/main" id="{92D6669D-E37F-4CBE-005D-EA28A765145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8" name="타원 1867">
              <a:extLst>
                <a:ext uri="{FF2B5EF4-FFF2-40B4-BE49-F238E27FC236}">
                  <a16:creationId xmlns:a16="http://schemas.microsoft.com/office/drawing/2014/main" id="{60276D23-DCCA-4DB9-B41C-9340DFCB601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2" name="그룹 1871">
            <a:extLst>
              <a:ext uri="{FF2B5EF4-FFF2-40B4-BE49-F238E27FC236}">
                <a16:creationId xmlns:a16="http://schemas.microsoft.com/office/drawing/2014/main" id="{E96B0ED5-7149-1351-58CF-91842C5AAA6C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5506" y="5072535"/>
            <a:ext cx="148067" cy="108000"/>
            <a:chOff x="7409659" y="2902132"/>
            <a:chExt cx="317047" cy="239471"/>
          </a:xfrm>
        </p:grpSpPr>
        <p:grpSp>
          <p:nvGrpSpPr>
            <p:cNvPr id="1873" name="그룹 1872">
              <a:extLst>
                <a:ext uri="{FF2B5EF4-FFF2-40B4-BE49-F238E27FC236}">
                  <a16:creationId xmlns:a16="http://schemas.microsoft.com/office/drawing/2014/main" id="{F7E399A7-AB85-643A-605B-64D55CA5C28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76" name="직선 연결선 322">
                <a:extLst>
                  <a:ext uri="{FF2B5EF4-FFF2-40B4-BE49-F238E27FC236}">
                    <a16:creationId xmlns:a16="http://schemas.microsoft.com/office/drawing/2014/main" id="{098ADD24-1A83-ACBA-05D7-27342CE8D28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7" name="직선 연결선 323">
                <a:extLst>
                  <a:ext uri="{FF2B5EF4-FFF2-40B4-BE49-F238E27FC236}">
                    <a16:creationId xmlns:a16="http://schemas.microsoft.com/office/drawing/2014/main" id="{37FB7ACD-1B30-A2C4-01B9-4E04FB51CE0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8" name="직선 연결선 324">
                <a:extLst>
                  <a:ext uri="{FF2B5EF4-FFF2-40B4-BE49-F238E27FC236}">
                    <a16:creationId xmlns:a16="http://schemas.microsoft.com/office/drawing/2014/main" id="{3C4BA93B-A0FC-C914-41B8-478DB405DE8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74" name="직선 연결선 326">
              <a:extLst>
                <a:ext uri="{FF2B5EF4-FFF2-40B4-BE49-F238E27FC236}">
                  <a16:creationId xmlns:a16="http://schemas.microsoft.com/office/drawing/2014/main" id="{943BC23F-DEDF-4134-943A-7320FE13C67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75" name="타원 1874">
              <a:extLst>
                <a:ext uri="{FF2B5EF4-FFF2-40B4-BE49-F238E27FC236}">
                  <a16:creationId xmlns:a16="http://schemas.microsoft.com/office/drawing/2014/main" id="{29D4A3A6-FD56-2437-8BF2-3A706C48996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9" name="그룹 1878">
            <a:extLst>
              <a:ext uri="{FF2B5EF4-FFF2-40B4-BE49-F238E27FC236}">
                <a16:creationId xmlns:a16="http://schemas.microsoft.com/office/drawing/2014/main" id="{267D7680-8A42-1CC4-3699-58D8B2C07B9B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33590" y="4456295"/>
            <a:ext cx="148067" cy="108000"/>
            <a:chOff x="7409659" y="2902132"/>
            <a:chExt cx="317047" cy="239471"/>
          </a:xfrm>
        </p:grpSpPr>
        <p:grpSp>
          <p:nvGrpSpPr>
            <p:cNvPr id="1880" name="그룹 1879">
              <a:extLst>
                <a:ext uri="{FF2B5EF4-FFF2-40B4-BE49-F238E27FC236}">
                  <a16:creationId xmlns:a16="http://schemas.microsoft.com/office/drawing/2014/main" id="{7F449716-9B6D-4DD1-4F19-9C6F82B9D0C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83" name="직선 연결선 322">
                <a:extLst>
                  <a:ext uri="{FF2B5EF4-FFF2-40B4-BE49-F238E27FC236}">
                    <a16:creationId xmlns:a16="http://schemas.microsoft.com/office/drawing/2014/main" id="{02FE53FF-AE27-E479-CC8A-464996D76D4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4" name="직선 연결선 323">
                <a:extLst>
                  <a:ext uri="{FF2B5EF4-FFF2-40B4-BE49-F238E27FC236}">
                    <a16:creationId xmlns:a16="http://schemas.microsoft.com/office/drawing/2014/main" id="{B80B0EE6-9D0A-BA78-2AC1-6A55DB48AD7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5" name="직선 연결선 324">
                <a:extLst>
                  <a:ext uri="{FF2B5EF4-FFF2-40B4-BE49-F238E27FC236}">
                    <a16:creationId xmlns:a16="http://schemas.microsoft.com/office/drawing/2014/main" id="{B426A9F8-F093-0C03-80BC-ED8127FA5DD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81" name="직선 연결선 326">
              <a:extLst>
                <a:ext uri="{FF2B5EF4-FFF2-40B4-BE49-F238E27FC236}">
                  <a16:creationId xmlns:a16="http://schemas.microsoft.com/office/drawing/2014/main" id="{C33533C0-2FB4-DBA2-A77E-9FAF4907830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2" name="타원 1881">
              <a:extLst>
                <a:ext uri="{FF2B5EF4-FFF2-40B4-BE49-F238E27FC236}">
                  <a16:creationId xmlns:a16="http://schemas.microsoft.com/office/drawing/2014/main" id="{C5D73530-C27F-43A8-0FB9-B6A8D34CE70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6" name="그룹 1885">
            <a:extLst>
              <a:ext uri="{FF2B5EF4-FFF2-40B4-BE49-F238E27FC236}">
                <a16:creationId xmlns:a16="http://schemas.microsoft.com/office/drawing/2014/main" id="{463EC5FB-4EC5-C7DD-94E9-72A35DB91C98}"/>
              </a:ext>
            </a:extLst>
          </p:cNvPr>
          <p:cNvGrpSpPr/>
          <p:nvPr/>
        </p:nvGrpSpPr>
        <p:grpSpPr>
          <a:xfrm rot="5400000">
            <a:off x="3962074" y="5338573"/>
            <a:ext cx="90979" cy="106796"/>
            <a:chOff x="4947906" y="3396192"/>
            <a:chExt cx="90979" cy="106796"/>
          </a:xfrm>
        </p:grpSpPr>
        <p:cxnSp>
          <p:nvCxnSpPr>
            <p:cNvPr id="1887" name="직선 연결선 326">
              <a:extLst>
                <a:ext uri="{FF2B5EF4-FFF2-40B4-BE49-F238E27FC236}">
                  <a16:creationId xmlns:a16="http://schemas.microsoft.com/office/drawing/2014/main" id="{7DC60EB5-38A0-309E-B7AE-83C33C3E6485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8" name="타원 1887">
              <a:extLst>
                <a:ext uri="{FF2B5EF4-FFF2-40B4-BE49-F238E27FC236}">
                  <a16:creationId xmlns:a16="http://schemas.microsoft.com/office/drawing/2014/main" id="{1C2D2B3E-2912-A781-F731-9D7851B730CD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9" name="그룹 1888">
            <a:extLst>
              <a:ext uri="{FF2B5EF4-FFF2-40B4-BE49-F238E27FC236}">
                <a16:creationId xmlns:a16="http://schemas.microsoft.com/office/drawing/2014/main" id="{F304CDF4-FB02-68FB-4001-1BF00EA1233A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041" y="5948625"/>
            <a:ext cx="148067" cy="108000"/>
            <a:chOff x="7409659" y="2902132"/>
            <a:chExt cx="317047" cy="239471"/>
          </a:xfrm>
        </p:grpSpPr>
        <p:grpSp>
          <p:nvGrpSpPr>
            <p:cNvPr id="1890" name="그룹 1889">
              <a:extLst>
                <a:ext uri="{FF2B5EF4-FFF2-40B4-BE49-F238E27FC236}">
                  <a16:creationId xmlns:a16="http://schemas.microsoft.com/office/drawing/2014/main" id="{DAC06200-CFF0-853D-93A1-5E79C752592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93" name="직선 연결선 322">
                <a:extLst>
                  <a:ext uri="{FF2B5EF4-FFF2-40B4-BE49-F238E27FC236}">
                    <a16:creationId xmlns:a16="http://schemas.microsoft.com/office/drawing/2014/main" id="{9EA085B8-992B-A34D-B01B-BFD6E67CA8F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4" name="직선 연결선 323">
                <a:extLst>
                  <a:ext uri="{FF2B5EF4-FFF2-40B4-BE49-F238E27FC236}">
                    <a16:creationId xmlns:a16="http://schemas.microsoft.com/office/drawing/2014/main" id="{D11E9138-9187-00D1-0D44-239847A8FF6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5" name="직선 연결선 324">
                <a:extLst>
                  <a:ext uri="{FF2B5EF4-FFF2-40B4-BE49-F238E27FC236}">
                    <a16:creationId xmlns:a16="http://schemas.microsoft.com/office/drawing/2014/main" id="{987E7DEC-71CB-624C-C4AB-040CCB2036E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91" name="직선 연결선 326">
              <a:extLst>
                <a:ext uri="{FF2B5EF4-FFF2-40B4-BE49-F238E27FC236}">
                  <a16:creationId xmlns:a16="http://schemas.microsoft.com/office/drawing/2014/main" id="{725D90DC-02B3-94E6-6AC4-12940AB78C4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92" name="타원 1891">
              <a:extLst>
                <a:ext uri="{FF2B5EF4-FFF2-40B4-BE49-F238E27FC236}">
                  <a16:creationId xmlns:a16="http://schemas.microsoft.com/office/drawing/2014/main" id="{27354722-3CF4-672A-F4A6-7B8187146AF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3726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9C36-D302-1743-6097-65F110082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직사각형 785">
            <a:extLst>
              <a:ext uri="{FF2B5EF4-FFF2-40B4-BE49-F238E27FC236}">
                <a16:creationId xmlns:a16="http://schemas.microsoft.com/office/drawing/2014/main" id="{D026D124-9B92-61FF-8B1F-0349A4F80CFC}"/>
              </a:ext>
            </a:extLst>
          </p:cNvPr>
          <p:cNvSpPr>
            <a:spLocks noChangeAspect="1"/>
          </p:cNvSpPr>
          <p:nvPr/>
        </p:nvSpPr>
        <p:spPr>
          <a:xfrm>
            <a:off x="7868471" y="1009717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87" name="직사각형 786">
            <a:extLst>
              <a:ext uri="{FF2B5EF4-FFF2-40B4-BE49-F238E27FC236}">
                <a16:creationId xmlns:a16="http://schemas.microsoft.com/office/drawing/2014/main" id="{9DCEB4A5-F3D9-0F19-DE1C-D01F98E54EB5}"/>
              </a:ext>
            </a:extLst>
          </p:cNvPr>
          <p:cNvSpPr>
            <a:spLocks/>
          </p:cNvSpPr>
          <p:nvPr/>
        </p:nvSpPr>
        <p:spPr>
          <a:xfrm>
            <a:off x="7868471" y="1909450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2" name="직사각형 791">
            <a:extLst>
              <a:ext uri="{FF2B5EF4-FFF2-40B4-BE49-F238E27FC236}">
                <a16:creationId xmlns:a16="http://schemas.microsoft.com/office/drawing/2014/main" id="{C4EAADE7-A373-C415-5308-BFFD53132858}"/>
              </a:ext>
            </a:extLst>
          </p:cNvPr>
          <p:cNvSpPr>
            <a:spLocks/>
          </p:cNvSpPr>
          <p:nvPr/>
        </p:nvSpPr>
        <p:spPr>
          <a:xfrm>
            <a:off x="7868471" y="2809183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3" name="직사각형 792">
            <a:extLst>
              <a:ext uri="{FF2B5EF4-FFF2-40B4-BE49-F238E27FC236}">
                <a16:creationId xmlns:a16="http://schemas.microsoft.com/office/drawing/2014/main" id="{DAA7BB7F-8C42-4AE8-1314-16C0C775288D}"/>
              </a:ext>
            </a:extLst>
          </p:cNvPr>
          <p:cNvSpPr>
            <a:spLocks/>
          </p:cNvSpPr>
          <p:nvPr/>
        </p:nvSpPr>
        <p:spPr>
          <a:xfrm>
            <a:off x="9859411" y="2816833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794" name="직사각형 793">
            <a:extLst>
              <a:ext uri="{FF2B5EF4-FFF2-40B4-BE49-F238E27FC236}">
                <a16:creationId xmlns:a16="http://schemas.microsoft.com/office/drawing/2014/main" id="{BCAD4F1F-EE6E-9A36-FEB5-3B19BBA3A5B2}"/>
              </a:ext>
            </a:extLst>
          </p:cNvPr>
          <p:cNvSpPr>
            <a:spLocks/>
          </p:cNvSpPr>
          <p:nvPr/>
        </p:nvSpPr>
        <p:spPr>
          <a:xfrm>
            <a:off x="7868471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5" name="직사각형 794">
            <a:extLst>
              <a:ext uri="{FF2B5EF4-FFF2-40B4-BE49-F238E27FC236}">
                <a16:creationId xmlns:a16="http://schemas.microsoft.com/office/drawing/2014/main" id="{D05CE2B8-49B5-F4A4-6996-B6F18CBAE01E}"/>
              </a:ext>
            </a:extLst>
          </p:cNvPr>
          <p:cNvSpPr>
            <a:spLocks/>
          </p:cNvSpPr>
          <p:nvPr/>
        </p:nvSpPr>
        <p:spPr>
          <a:xfrm>
            <a:off x="7868471" y="550128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6" name="직사각형 795">
            <a:extLst>
              <a:ext uri="{FF2B5EF4-FFF2-40B4-BE49-F238E27FC236}">
                <a16:creationId xmlns:a16="http://schemas.microsoft.com/office/drawing/2014/main" id="{9FBD0953-16F7-8FBD-01C3-261758B7194C}"/>
              </a:ext>
            </a:extLst>
          </p:cNvPr>
          <p:cNvSpPr>
            <a:spLocks/>
          </p:cNvSpPr>
          <p:nvPr/>
        </p:nvSpPr>
        <p:spPr>
          <a:xfrm>
            <a:off x="7868471" y="4605101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8" name="직사각형 797">
            <a:extLst>
              <a:ext uri="{FF2B5EF4-FFF2-40B4-BE49-F238E27FC236}">
                <a16:creationId xmlns:a16="http://schemas.microsoft.com/office/drawing/2014/main" id="{B0C44808-5385-6FA8-C54A-1092C8F86D54}"/>
              </a:ext>
            </a:extLst>
          </p:cNvPr>
          <p:cNvSpPr>
            <a:spLocks/>
          </p:cNvSpPr>
          <p:nvPr/>
        </p:nvSpPr>
        <p:spPr>
          <a:xfrm>
            <a:off x="9859411" y="3716566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799" name="직선 연결선[R] 798">
            <a:extLst>
              <a:ext uri="{FF2B5EF4-FFF2-40B4-BE49-F238E27FC236}">
                <a16:creationId xmlns:a16="http://schemas.microsoft.com/office/drawing/2014/main" id="{6A5EA401-E423-E1E6-EE31-15B1CC1702E9}"/>
              </a:ext>
            </a:extLst>
          </p:cNvPr>
          <p:cNvCxnSpPr>
            <a:cxnSpLocks/>
          </p:cNvCxnSpPr>
          <p:nvPr/>
        </p:nvCxnSpPr>
        <p:spPr>
          <a:xfrm flipV="1">
            <a:off x="8441831" y="144171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직선 연결선[R] 801">
            <a:extLst>
              <a:ext uri="{FF2B5EF4-FFF2-40B4-BE49-F238E27FC236}">
                <a16:creationId xmlns:a16="http://schemas.microsoft.com/office/drawing/2014/main" id="{B26E2571-3717-7F9D-7F20-E758D86B0CE8}"/>
              </a:ext>
            </a:extLst>
          </p:cNvPr>
          <p:cNvCxnSpPr>
            <a:cxnSpLocks/>
          </p:cNvCxnSpPr>
          <p:nvPr/>
        </p:nvCxnSpPr>
        <p:spPr>
          <a:xfrm flipV="1">
            <a:off x="8229573" y="2341450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직선 연결선[R] 802">
            <a:extLst>
              <a:ext uri="{FF2B5EF4-FFF2-40B4-BE49-F238E27FC236}">
                <a16:creationId xmlns:a16="http://schemas.microsoft.com/office/drawing/2014/main" id="{648DB951-20B9-4491-A821-6ACCD8847672}"/>
              </a:ext>
            </a:extLst>
          </p:cNvPr>
          <p:cNvCxnSpPr>
            <a:cxnSpLocks/>
          </p:cNvCxnSpPr>
          <p:nvPr/>
        </p:nvCxnSpPr>
        <p:spPr>
          <a:xfrm flipV="1">
            <a:off x="8228471" y="324118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직선 연결선[R] 803">
            <a:extLst>
              <a:ext uri="{FF2B5EF4-FFF2-40B4-BE49-F238E27FC236}">
                <a16:creationId xmlns:a16="http://schemas.microsoft.com/office/drawing/2014/main" id="{9BA8C384-0559-D31F-82A5-7E0413DEBEF2}"/>
              </a:ext>
            </a:extLst>
          </p:cNvPr>
          <p:cNvCxnSpPr>
            <a:cxnSpLocks/>
          </p:cNvCxnSpPr>
          <p:nvPr/>
        </p:nvCxnSpPr>
        <p:spPr>
          <a:xfrm flipV="1">
            <a:off x="8228471" y="4140916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직선 연결선[R] 804">
            <a:extLst>
              <a:ext uri="{FF2B5EF4-FFF2-40B4-BE49-F238E27FC236}">
                <a16:creationId xmlns:a16="http://schemas.microsoft.com/office/drawing/2014/main" id="{76546BEB-04D6-F9F9-E676-D3B388F3626D}"/>
              </a:ext>
            </a:extLst>
          </p:cNvPr>
          <p:cNvCxnSpPr>
            <a:cxnSpLocks/>
          </p:cNvCxnSpPr>
          <p:nvPr/>
        </p:nvCxnSpPr>
        <p:spPr>
          <a:xfrm flipV="1">
            <a:off x="8228471" y="503710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직선 연결선[R] 805">
            <a:extLst>
              <a:ext uri="{FF2B5EF4-FFF2-40B4-BE49-F238E27FC236}">
                <a16:creationId xmlns:a16="http://schemas.microsoft.com/office/drawing/2014/main" id="{71DD34B6-EFB0-2CA0-C49E-D6EE19184693}"/>
              </a:ext>
            </a:extLst>
          </p:cNvPr>
          <p:cNvCxnSpPr>
            <a:cxnSpLocks/>
            <a:stCxn id="793" idx="1"/>
            <a:endCxn id="792" idx="3"/>
          </p:cNvCxnSpPr>
          <p:nvPr/>
        </p:nvCxnSpPr>
        <p:spPr>
          <a:xfrm flipH="1" flipV="1">
            <a:off x="8588471" y="3025183"/>
            <a:ext cx="1270940" cy="76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직선 연결선[R] 808">
            <a:extLst>
              <a:ext uri="{FF2B5EF4-FFF2-40B4-BE49-F238E27FC236}">
                <a16:creationId xmlns:a16="http://schemas.microsoft.com/office/drawing/2014/main" id="{3F88D55F-E07D-7626-1179-8217500B7552}"/>
              </a:ext>
            </a:extLst>
          </p:cNvPr>
          <p:cNvCxnSpPr>
            <a:cxnSpLocks/>
          </p:cNvCxnSpPr>
          <p:nvPr/>
        </p:nvCxnSpPr>
        <p:spPr>
          <a:xfrm flipH="1">
            <a:off x="8588471" y="5712592"/>
            <a:ext cx="1630940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직선 연결선[R] 809">
            <a:extLst>
              <a:ext uri="{FF2B5EF4-FFF2-40B4-BE49-F238E27FC236}">
                <a16:creationId xmlns:a16="http://schemas.microsoft.com/office/drawing/2014/main" id="{3F2726A9-8269-101F-F228-BF12F293D20E}"/>
              </a:ext>
            </a:extLst>
          </p:cNvPr>
          <p:cNvCxnSpPr>
            <a:cxnSpLocks/>
          </p:cNvCxnSpPr>
          <p:nvPr/>
        </p:nvCxnSpPr>
        <p:spPr>
          <a:xfrm flipV="1">
            <a:off x="10220513" y="324883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직선 연결선[R] 810">
            <a:extLst>
              <a:ext uri="{FF2B5EF4-FFF2-40B4-BE49-F238E27FC236}">
                <a16:creationId xmlns:a16="http://schemas.microsoft.com/office/drawing/2014/main" id="{6706FF31-61A0-646F-FA7F-4528F4625856}"/>
              </a:ext>
            </a:extLst>
          </p:cNvPr>
          <p:cNvCxnSpPr>
            <a:cxnSpLocks/>
            <a:endCxn id="798" idx="2"/>
          </p:cNvCxnSpPr>
          <p:nvPr/>
        </p:nvCxnSpPr>
        <p:spPr>
          <a:xfrm flipV="1">
            <a:off x="10219411" y="4148566"/>
            <a:ext cx="0" cy="157637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5" name="직사각형 814">
            <a:extLst>
              <a:ext uri="{FF2B5EF4-FFF2-40B4-BE49-F238E27FC236}">
                <a16:creationId xmlns:a16="http://schemas.microsoft.com/office/drawing/2014/main" id="{63130DA2-191B-7085-B8C9-F5813E9560C3}"/>
              </a:ext>
            </a:extLst>
          </p:cNvPr>
          <p:cNvSpPr/>
          <p:nvPr/>
        </p:nvSpPr>
        <p:spPr>
          <a:xfrm>
            <a:off x="6588739" y="2809183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status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7" name="직사각형 816">
            <a:extLst>
              <a:ext uri="{FF2B5EF4-FFF2-40B4-BE49-F238E27FC236}">
                <a16:creationId xmlns:a16="http://schemas.microsoft.com/office/drawing/2014/main" id="{1BD8C364-FC97-C175-B319-62CA15A48715}"/>
              </a:ext>
            </a:extLst>
          </p:cNvPr>
          <p:cNvSpPr>
            <a:spLocks/>
          </p:cNvSpPr>
          <p:nvPr/>
        </p:nvSpPr>
        <p:spPr>
          <a:xfrm>
            <a:off x="7435151" y="10446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rating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8" name="직사각형 817">
            <a:extLst>
              <a:ext uri="{FF2B5EF4-FFF2-40B4-BE49-F238E27FC236}">
                <a16:creationId xmlns:a16="http://schemas.microsoft.com/office/drawing/2014/main" id="{7FB6AE55-288A-D678-7C48-EB1FFE6C82DB}"/>
              </a:ext>
            </a:extLst>
          </p:cNvPr>
          <p:cNvSpPr>
            <a:spLocks/>
          </p:cNvSpPr>
          <p:nvPr/>
        </p:nvSpPr>
        <p:spPr>
          <a:xfrm>
            <a:off x="8316939" y="104461"/>
            <a:ext cx="830835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distributor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9" name="직사각형 818">
            <a:extLst>
              <a:ext uri="{FF2B5EF4-FFF2-40B4-BE49-F238E27FC236}">
                <a16:creationId xmlns:a16="http://schemas.microsoft.com/office/drawing/2014/main" id="{317FEEA2-528A-59A3-2B9D-068EBD5A3663}"/>
              </a:ext>
            </a:extLst>
          </p:cNvPr>
          <p:cNvSpPr>
            <a:spLocks/>
          </p:cNvSpPr>
          <p:nvPr/>
        </p:nvSpPr>
        <p:spPr>
          <a:xfrm>
            <a:off x="9859411" y="2154515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language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0" name="직사각형 819">
            <a:extLst>
              <a:ext uri="{FF2B5EF4-FFF2-40B4-BE49-F238E27FC236}">
                <a16:creationId xmlns:a16="http://schemas.microsoft.com/office/drawing/2014/main" id="{EC1CBE01-0CF7-2D35-746C-A22B7FBEE515}"/>
              </a:ext>
            </a:extLst>
          </p:cNvPr>
          <p:cNvSpPr>
            <a:spLocks/>
          </p:cNvSpPr>
          <p:nvPr/>
        </p:nvSpPr>
        <p:spPr>
          <a:xfrm>
            <a:off x="9859411" y="166254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subtitle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5367819F-08D4-2F92-8D98-63CF8CBF8E64}"/>
              </a:ext>
            </a:extLst>
          </p:cNvPr>
          <p:cNvSpPr>
            <a:spLocks/>
          </p:cNvSpPr>
          <p:nvPr/>
        </p:nvSpPr>
        <p:spPr>
          <a:xfrm>
            <a:off x="9147778" y="1003791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similarity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22" name="직선 연결선[R] 821">
            <a:extLst>
              <a:ext uri="{FF2B5EF4-FFF2-40B4-BE49-F238E27FC236}">
                <a16:creationId xmlns:a16="http://schemas.microsoft.com/office/drawing/2014/main" id="{53BAF9DB-9DFB-08ED-491A-57DEFDC865A2}"/>
              </a:ext>
            </a:extLst>
          </p:cNvPr>
          <p:cNvCxnSpPr>
            <a:cxnSpLocks/>
          </p:cNvCxnSpPr>
          <p:nvPr/>
        </p:nvCxnSpPr>
        <p:spPr>
          <a:xfrm flipH="1">
            <a:off x="8588471" y="1995052"/>
            <a:ext cx="12709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직선 연결선[R] 825">
            <a:extLst>
              <a:ext uri="{FF2B5EF4-FFF2-40B4-BE49-F238E27FC236}">
                <a16:creationId xmlns:a16="http://schemas.microsoft.com/office/drawing/2014/main" id="{7BF9B0A6-4E71-2795-B695-6DC618805813}"/>
              </a:ext>
            </a:extLst>
          </p:cNvPr>
          <p:cNvCxnSpPr>
            <a:cxnSpLocks/>
          </p:cNvCxnSpPr>
          <p:nvPr/>
        </p:nvCxnSpPr>
        <p:spPr>
          <a:xfrm flipH="1">
            <a:off x="7308739" y="3024037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직선 연결선[R] 827">
            <a:extLst>
              <a:ext uri="{FF2B5EF4-FFF2-40B4-BE49-F238E27FC236}">
                <a16:creationId xmlns:a16="http://schemas.microsoft.com/office/drawing/2014/main" id="{06BA725B-AF05-BBA7-F70E-0CBADB790115}"/>
              </a:ext>
            </a:extLst>
          </p:cNvPr>
          <p:cNvCxnSpPr>
            <a:cxnSpLocks/>
          </p:cNvCxnSpPr>
          <p:nvPr/>
        </p:nvCxnSpPr>
        <p:spPr>
          <a:xfrm flipH="1">
            <a:off x="8588471" y="2229431"/>
            <a:ext cx="1270940" cy="53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직선 연결선[R] 828">
            <a:extLst>
              <a:ext uri="{FF2B5EF4-FFF2-40B4-BE49-F238E27FC236}">
                <a16:creationId xmlns:a16="http://schemas.microsoft.com/office/drawing/2014/main" id="{E0260D37-3BED-90D7-4E5D-E8B0945C5D52}"/>
              </a:ext>
            </a:extLst>
          </p:cNvPr>
          <p:cNvCxnSpPr>
            <a:cxnSpLocks/>
          </p:cNvCxnSpPr>
          <p:nvPr/>
        </p:nvCxnSpPr>
        <p:spPr>
          <a:xfrm flipH="1">
            <a:off x="8588046" y="1144151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3" name="직사각형 832">
            <a:extLst>
              <a:ext uri="{FF2B5EF4-FFF2-40B4-BE49-F238E27FC236}">
                <a16:creationId xmlns:a16="http://schemas.microsoft.com/office/drawing/2014/main" id="{9C435511-9785-0A9A-0BF0-F46B23C55970}"/>
              </a:ext>
            </a:extLst>
          </p:cNvPr>
          <p:cNvSpPr>
            <a:spLocks/>
          </p:cNvSpPr>
          <p:nvPr/>
        </p:nvSpPr>
        <p:spPr>
          <a:xfrm>
            <a:off x="5307906" y="3704222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4" name="직사각형 833">
            <a:extLst>
              <a:ext uri="{FF2B5EF4-FFF2-40B4-BE49-F238E27FC236}">
                <a16:creationId xmlns:a16="http://schemas.microsoft.com/office/drawing/2014/main" id="{5BB9FAAA-89F5-4811-B805-3037E6F76BAF}"/>
              </a:ext>
            </a:extLst>
          </p:cNvPr>
          <p:cNvSpPr>
            <a:spLocks/>
          </p:cNvSpPr>
          <p:nvPr/>
        </p:nvSpPr>
        <p:spPr>
          <a:xfrm>
            <a:off x="1147624" y="370205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store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7EC80FFD-68F4-EE7C-E45E-4284888F9792}"/>
              </a:ext>
            </a:extLst>
          </p:cNvPr>
          <p:cNvSpPr>
            <a:spLocks/>
          </p:cNvSpPr>
          <p:nvPr/>
        </p:nvSpPr>
        <p:spPr>
          <a:xfrm>
            <a:off x="5307906" y="2808037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city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region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6" name="직사각형 835">
            <a:extLst>
              <a:ext uri="{FF2B5EF4-FFF2-40B4-BE49-F238E27FC236}">
                <a16:creationId xmlns:a16="http://schemas.microsoft.com/office/drawing/2014/main" id="{F4BDA28D-0870-F984-CF6D-FD5946A8BE08}"/>
              </a:ext>
            </a:extLst>
          </p:cNvPr>
          <p:cNvSpPr>
            <a:spLocks/>
          </p:cNvSpPr>
          <p:nvPr/>
        </p:nvSpPr>
        <p:spPr>
          <a:xfrm>
            <a:off x="6588739" y="5501286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B8FD20AC-C28B-2CB9-7586-D593BC6D8746}"/>
              </a:ext>
            </a:extLst>
          </p:cNvPr>
          <p:cNvSpPr>
            <a:spLocks/>
          </p:cNvSpPr>
          <p:nvPr/>
        </p:nvSpPr>
        <p:spPr>
          <a:xfrm>
            <a:off x="3867906" y="5496592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EF9BC5C5-8050-3CE4-024A-E76242429DE8}"/>
              </a:ext>
            </a:extLst>
          </p:cNvPr>
          <p:cNvSpPr>
            <a:spLocks/>
          </p:cNvSpPr>
          <p:nvPr/>
        </p:nvSpPr>
        <p:spPr>
          <a:xfrm>
            <a:off x="11139142" y="5504242"/>
            <a:ext cx="965772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ko-KR" sz="1000" b="1" dirty="0"/>
              <a:t>maintenance</a:t>
            </a:r>
          </a:p>
          <a:p>
            <a:pPr algn="ctr"/>
            <a:r>
              <a:rPr lang="en" altLang="ko-KR" sz="1000" b="1" dirty="0"/>
              <a:t>ticket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43" name="직선 연결선[R] 842">
            <a:extLst>
              <a:ext uri="{FF2B5EF4-FFF2-40B4-BE49-F238E27FC236}">
                <a16:creationId xmlns:a16="http://schemas.microsoft.com/office/drawing/2014/main" id="{191A4703-FC2C-5BD5-C51F-6B569550704A}"/>
              </a:ext>
            </a:extLst>
          </p:cNvPr>
          <p:cNvCxnSpPr>
            <a:cxnSpLocks/>
            <a:stCxn id="833" idx="0"/>
            <a:endCxn id="835" idx="2"/>
          </p:cNvCxnSpPr>
          <p:nvPr/>
        </p:nvCxnSpPr>
        <p:spPr>
          <a:xfrm flipV="1">
            <a:off x="5667906" y="3240037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4" name="직선 연결선[R] 843">
            <a:extLst>
              <a:ext uri="{FF2B5EF4-FFF2-40B4-BE49-F238E27FC236}">
                <a16:creationId xmlns:a16="http://schemas.microsoft.com/office/drawing/2014/main" id="{72CFDB4F-7E47-CA97-CFA7-885605919E72}"/>
              </a:ext>
            </a:extLst>
          </p:cNvPr>
          <p:cNvCxnSpPr>
            <a:cxnSpLocks/>
            <a:stCxn id="834" idx="3"/>
            <a:endCxn id="833" idx="1"/>
          </p:cNvCxnSpPr>
          <p:nvPr/>
        </p:nvCxnSpPr>
        <p:spPr>
          <a:xfrm>
            <a:off x="1867624" y="3918051"/>
            <a:ext cx="3440282" cy="21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9" name="직선 연결선[R] 848">
            <a:extLst>
              <a:ext uri="{FF2B5EF4-FFF2-40B4-BE49-F238E27FC236}">
                <a16:creationId xmlns:a16="http://schemas.microsoft.com/office/drawing/2014/main" id="{3BD19553-3699-5D10-0DE3-85D827E93412}"/>
              </a:ext>
            </a:extLst>
          </p:cNvPr>
          <p:cNvCxnSpPr>
            <a:cxnSpLocks/>
            <a:stCxn id="794" idx="1"/>
            <a:endCxn id="833" idx="3"/>
          </p:cNvCxnSpPr>
          <p:nvPr/>
        </p:nvCxnSpPr>
        <p:spPr>
          <a:xfrm flipH="1" flipV="1">
            <a:off x="6027906" y="3920222"/>
            <a:ext cx="1840565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2" name="직선 연결선[R] 851">
            <a:extLst>
              <a:ext uri="{FF2B5EF4-FFF2-40B4-BE49-F238E27FC236}">
                <a16:creationId xmlns:a16="http://schemas.microsoft.com/office/drawing/2014/main" id="{E48865D6-9F83-4996-66BB-A140D26D4FC0}"/>
              </a:ext>
            </a:extLst>
          </p:cNvPr>
          <p:cNvCxnSpPr>
            <a:cxnSpLocks/>
            <a:stCxn id="836" idx="1"/>
            <a:endCxn id="840" idx="3"/>
          </p:cNvCxnSpPr>
          <p:nvPr/>
        </p:nvCxnSpPr>
        <p:spPr>
          <a:xfrm flipH="1" flipV="1">
            <a:off x="4587906" y="5712592"/>
            <a:ext cx="2000833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5" name="직선 연결선[R] 854">
            <a:extLst>
              <a:ext uri="{FF2B5EF4-FFF2-40B4-BE49-F238E27FC236}">
                <a16:creationId xmlns:a16="http://schemas.microsoft.com/office/drawing/2014/main" id="{43E10E0B-1581-BF34-C702-123FF9A8A942}"/>
              </a:ext>
            </a:extLst>
          </p:cNvPr>
          <p:cNvCxnSpPr>
            <a:cxnSpLocks/>
            <a:stCxn id="795" idx="1"/>
            <a:endCxn id="836" idx="3"/>
          </p:cNvCxnSpPr>
          <p:nvPr/>
        </p:nvCxnSpPr>
        <p:spPr>
          <a:xfrm flipH="1">
            <a:off x="7308739" y="5717286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8" name="직선 연결선[R] 857">
            <a:extLst>
              <a:ext uri="{FF2B5EF4-FFF2-40B4-BE49-F238E27FC236}">
                <a16:creationId xmlns:a16="http://schemas.microsoft.com/office/drawing/2014/main" id="{922A18D8-49CE-1575-13FC-72DB2697144B}"/>
              </a:ext>
            </a:extLst>
          </p:cNvPr>
          <p:cNvCxnSpPr>
            <a:cxnSpLocks/>
          </p:cNvCxnSpPr>
          <p:nvPr/>
        </p:nvCxnSpPr>
        <p:spPr>
          <a:xfrm flipH="1">
            <a:off x="8588471" y="5834852"/>
            <a:ext cx="255067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직선 연결선[R] 860">
            <a:extLst>
              <a:ext uri="{FF2B5EF4-FFF2-40B4-BE49-F238E27FC236}">
                <a16:creationId xmlns:a16="http://schemas.microsoft.com/office/drawing/2014/main" id="{4B25030E-7663-B499-C2F4-80CF2EB009D2}"/>
              </a:ext>
            </a:extLst>
          </p:cNvPr>
          <p:cNvCxnSpPr>
            <a:cxnSpLocks/>
          </p:cNvCxnSpPr>
          <p:nvPr/>
        </p:nvCxnSpPr>
        <p:spPr>
          <a:xfrm flipH="1">
            <a:off x="7588605" y="3126486"/>
            <a:ext cx="2798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직선 연결선[R] 861">
            <a:extLst>
              <a:ext uri="{FF2B5EF4-FFF2-40B4-BE49-F238E27FC236}">
                <a16:creationId xmlns:a16="http://schemas.microsoft.com/office/drawing/2014/main" id="{BFEEFC47-1681-EF97-BB2D-7E55E883AF81}"/>
              </a:ext>
            </a:extLst>
          </p:cNvPr>
          <p:cNvCxnSpPr>
            <a:cxnSpLocks/>
          </p:cNvCxnSpPr>
          <p:nvPr/>
        </p:nvCxnSpPr>
        <p:spPr>
          <a:xfrm flipH="1" flipV="1">
            <a:off x="7588605" y="3126486"/>
            <a:ext cx="0" cy="24547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6" name="직선 연결선[R] 865">
            <a:extLst>
              <a:ext uri="{FF2B5EF4-FFF2-40B4-BE49-F238E27FC236}">
                <a16:creationId xmlns:a16="http://schemas.microsoft.com/office/drawing/2014/main" id="{AD0C02EA-F00B-037E-507C-32015154ADF1}"/>
              </a:ext>
            </a:extLst>
          </p:cNvPr>
          <p:cNvCxnSpPr>
            <a:cxnSpLocks/>
          </p:cNvCxnSpPr>
          <p:nvPr/>
        </p:nvCxnSpPr>
        <p:spPr>
          <a:xfrm flipH="1">
            <a:off x="7319941" y="5581249"/>
            <a:ext cx="2686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9" name="직선 연결선[R] 868">
            <a:extLst>
              <a:ext uri="{FF2B5EF4-FFF2-40B4-BE49-F238E27FC236}">
                <a16:creationId xmlns:a16="http://schemas.microsoft.com/office/drawing/2014/main" id="{E8420A88-C7D7-6423-42BF-B86F0D8D7A32}"/>
              </a:ext>
            </a:extLst>
          </p:cNvPr>
          <p:cNvCxnSpPr>
            <a:cxnSpLocks/>
          </p:cNvCxnSpPr>
          <p:nvPr/>
        </p:nvCxnSpPr>
        <p:spPr>
          <a:xfrm flipV="1">
            <a:off x="8441831" y="541984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0" name="직선 연결선[R] 869">
            <a:extLst>
              <a:ext uri="{FF2B5EF4-FFF2-40B4-BE49-F238E27FC236}">
                <a16:creationId xmlns:a16="http://schemas.microsoft.com/office/drawing/2014/main" id="{90E4D5CC-497C-1524-774E-83B337352B39}"/>
              </a:ext>
            </a:extLst>
          </p:cNvPr>
          <p:cNvCxnSpPr>
            <a:cxnSpLocks/>
          </p:cNvCxnSpPr>
          <p:nvPr/>
        </p:nvCxnSpPr>
        <p:spPr>
          <a:xfrm flipV="1">
            <a:off x="8030465" y="53646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1" name="직사각형 870">
            <a:extLst>
              <a:ext uri="{FF2B5EF4-FFF2-40B4-BE49-F238E27FC236}">
                <a16:creationId xmlns:a16="http://schemas.microsoft.com/office/drawing/2014/main" id="{1CACBEBC-4041-B213-CC31-9845937D3898}"/>
              </a:ext>
            </a:extLst>
          </p:cNvPr>
          <p:cNvSpPr>
            <a:spLocks/>
          </p:cNvSpPr>
          <p:nvPr/>
        </p:nvSpPr>
        <p:spPr>
          <a:xfrm>
            <a:off x="11139142" y="4184377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72" name="직사각형 871">
            <a:extLst>
              <a:ext uri="{FF2B5EF4-FFF2-40B4-BE49-F238E27FC236}">
                <a16:creationId xmlns:a16="http://schemas.microsoft.com/office/drawing/2014/main" id="{D5E3CAB7-1721-DD7E-F312-492886395F92}"/>
              </a:ext>
            </a:extLst>
          </p:cNvPr>
          <p:cNvSpPr>
            <a:spLocks/>
          </p:cNvSpPr>
          <p:nvPr/>
        </p:nvSpPr>
        <p:spPr>
          <a:xfrm>
            <a:off x="11139142" y="3288192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  <a:r>
              <a:rPr lang="ko-KR" altLang="en-US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73" name="직선 연결선[R] 872">
            <a:extLst>
              <a:ext uri="{FF2B5EF4-FFF2-40B4-BE49-F238E27FC236}">
                <a16:creationId xmlns:a16="http://schemas.microsoft.com/office/drawing/2014/main" id="{33F954CC-D94D-D389-6612-6A18EF97308A}"/>
              </a:ext>
            </a:extLst>
          </p:cNvPr>
          <p:cNvCxnSpPr>
            <a:cxnSpLocks/>
            <a:stCxn id="871" idx="0"/>
            <a:endCxn id="872" idx="2"/>
          </p:cNvCxnSpPr>
          <p:nvPr/>
        </p:nvCxnSpPr>
        <p:spPr>
          <a:xfrm flipV="1">
            <a:off x="11499142" y="3720192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직선 연결선[R] 875">
            <a:extLst>
              <a:ext uri="{FF2B5EF4-FFF2-40B4-BE49-F238E27FC236}">
                <a16:creationId xmlns:a16="http://schemas.microsoft.com/office/drawing/2014/main" id="{29F05F44-FFAE-F67B-78AD-8A0F1F75C293}"/>
              </a:ext>
            </a:extLst>
          </p:cNvPr>
          <p:cNvCxnSpPr>
            <a:cxnSpLocks/>
          </p:cNvCxnSpPr>
          <p:nvPr/>
        </p:nvCxnSpPr>
        <p:spPr>
          <a:xfrm flipV="1">
            <a:off x="5856270" y="3450825"/>
            <a:ext cx="0" cy="25339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9" name="직선 연결선[R] 878">
            <a:extLst>
              <a:ext uri="{FF2B5EF4-FFF2-40B4-BE49-F238E27FC236}">
                <a16:creationId xmlns:a16="http://schemas.microsoft.com/office/drawing/2014/main" id="{5BE47D50-28E0-A80D-158E-B66D9BB41C38}"/>
              </a:ext>
            </a:extLst>
          </p:cNvPr>
          <p:cNvCxnSpPr>
            <a:cxnSpLocks/>
          </p:cNvCxnSpPr>
          <p:nvPr/>
        </p:nvCxnSpPr>
        <p:spPr>
          <a:xfrm flipH="1" flipV="1">
            <a:off x="5856270" y="3450825"/>
            <a:ext cx="5282872" cy="232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3" name="직선 연결선[R] 882">
            <a:extLst>
              <a:ext uri="{FF2B5EF4-FFF2-40B4-BE49-F238E27FC236}">
                <a16:creationId xmlns:a16="http://schemas.microsoft.com/office/drawing/2014/main" id="{CFAFC06D-8CA9-1ACE-EC65-773EB8729BA6}"/>
              </a:ext>
            </a:extLst>
          </p:cNvPr>
          <p:cNvCxnSpPr>
            <a:cxnSpLocks/>
          </p:cNvCxnSpPr>
          <p:nvPr/>
        </p:nvCxnSpPr>
        <p:spPr>
          <a:xfrm flipH="1">
            <a:off x="10579411" y="3927582"/>
            <a:ext cx="70843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6" name="직선 연결선[R] 885">
            <a:extLst>
              <a:ext uri="{FF2B5EF4-FFF2-40B4-BE49-F238E27FC236}">
                <a16:creationId xmlns:a16="http://schemas.microsoft.com/office/drawing/2014/main" id="{6930E1ED-AE03-93FF-8406-C234257540B7}"/>
              </a:ext>
            </a:extLst>
          </p:cNvPr>
          <p:cNvCxnSpPr>
            <a:cxnSpLocks/>
          </p:cNvCxnSpPr>
          <p:nvPr/>
        </p:nvCxnSpPr>
        <p:spPr>
          <a:xfrm>
            <a:off x="11300287" y="3726642"/>
            <a:ext cx="0" cy="2009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9" name="직선 연결선[R] 888">
            <a:extLst>
              <a:ext uri="{FF2B5EF4-FFF2-40B4-BE49-F238E27FC236}">
                <a16:creationId xmlns:a16="http://schemas.microsoft.com/office/drawing/2014/main" id="{9CBE22AC-D9D7-6567-A895-3F0AA881D69C}"/>
              </a:ext>
            </a:extLst>
          </p:cNvPr>
          <p:cNvCxnSpPr>
            <a:cxnSpLocks/>
          </p:cNvCxnSpPr>
          <p:nvPr/>
        </p:nvCxnSpPr>
        <p:spPr>
          <a:xfrm flipV="1">
            <a:off x="8441831" y="3576751"/>
            <a:ext cx="0" cy="1197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1" name="직선 연결선[R] 890">
            <a:extLst>
              <a:ext uri="{FF2B5EF4-FFF2-40B4-BE49-F238E27FC236}">
                <a16:creationId xmlns:a16="http://schemas.microsoft.com/office/drawing/2014/main" id="{56CD0FD0-3030-8A85-FEC8-9D4FDDD5C664}"/>
              </a:ext>
            </a:extLst>
          </p:cNvPr>
          <p:cNvCxnSpPr>
            <a:cxnSpLocks/>
          </p:cNvCxnSpPr>
          <p:nvPr/>
        </p:nvCxnSpPr>
        <p:spPr>
          <a:xfrm flipH="1">
            <a:off x="8441831" y="3576751"/>
            <a:ext cx="269731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4" name="직사각형 893">
            <a:extLst>
              <a:ext uri="{FF2B5EF4-FFF2-40B4-BE49-F238E27FC236}">
                <a16:creationId xmlns:a16="http://schemas.microsoft.com/office/drawing/2014/main" id="{689FA0FC-7859-8935-68B1-09E3323B6985}"/>
              </a:ext>
            </a:extLst>
          </p:cNvPr>
          <p:cNvSpPr>
            <a:spLocks/>
          </p:cNvSpPr>
          <p:nvPr/>
        </p:nvSpPr>
        <p:spPr>
          <a:xfrm>
            <a:off x="5307906" y="590533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5" name="직사각형 894">
            <a:extLst>
              <a:ext uri="{FF2B5EF4-FFF2-40B4-BE49-F238E27FC236}">
                <a16:creationId xmlns:a16="http://schemas.microsoft.com/office/drawing/2014/main" id="{2F6DBD50-D749-FCEC-2547-9D0D605F501E}"/>
              </a:ext>
            </a:extLst>
          </p:cNvPr>
          <p:cNvSpPr>
            <a:spLocks/>
          </p:cNvSpPr>
          <p:nvPr/>
        </p:nvSpPr>
        <p:spPr>
          <a:xfrm>
            <a:off x="2507490" y="5903508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 login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history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6" name="직사각형 895">
            <a:extLst>
              <a:ext uri="{FF2B5EF4-FFF2-40B4-BE49-F238E27FC236}">
                <a16:creationId xmlns:a16="http://schemas.microsoft.com/office/drawing/2014/main" id="{4309CD03-31F5-C15E-942B-1C85E2CBC15F}"/>
              </a:ext>
            </a:extLst>
          </p:cNvPr>
          <p:cNvSpPr>
            <a:spLocks/>
          </p:cNvSpPr>
          <p:nvPr/>
        </p:nvSpPr>
        <p:spPr>
          <a:xfrm>
            <a:off x="2323367" y="5365249"/>
            <a:ext cx="904123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7" name="직사각형 896">
            <a:extLst>
              <a:ext uri="{FF2B5EF4-FFF2-40B4-BE49-F238E27FC236}">
                <a16:creationId xmlns:a16="http://schemas.microsoft.com/office/drawing/2014/main" id="{AD23D55E-C494-D0A3-CF5F-D798D42C7B5F}"/>
              </a:ext>
            </a:extLst>
          </p:cNvPr>
          <p:cNvSpPr>
            <a:spLocks/>
          </p:cNvSpPr>
          <p:nvPr/>
        </p:nvSpPr>
        <p:spPr>
          <a:xfrm>
            <a:off x="2507490" y="4826990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block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list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8" name="직사각형 897">
            <a:extLst>
              <a:ext uri="{FF2B5EF4-FFF2-40B4-BE49-F238E27FC236}">
                <a16:creationId xmlns:a16="http://schemas.microsoft.com/office/drawing/2014/main" id="{FDEF3678-C1DA-62C5-73EB-8770894D1395}"/>
              </a:ext>
            </a:extLst>
          </p:cNvPr>
          <p:cNvSpPr>
            <a:spLocks/>
          </p:cNvSpPr>
          <p:nvPr/>
        </p:nvSpPr>
        <p:spPr>
          <a:xfrm>
            <a:off x="2501223" y="3994735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preference</a:t>
            </a:r>
            <a:endParaRPr lang="ko-KR" altLang="en-US" sz="8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99" name="직선 연결선[R] 898">
            <a:extLst>
              <a:ext uri="{FF2B5EF4-FFF2-40B4-BE49-F238E27FC236}">
                <a16:creationId xmlns:a16="http://schemas.microsoft.com/office/drawing/2014/main" id="{E487FE03-D921-EDE2-E4B8-D4AF1BBE060B}"/>
              </a:ext>
            </a:extLst>
          </p:cNvPr>
          <p:cNvCxnSpPr>
            <a:cxnSpLocks/>
            <a:stCxn id="894" idx="1"/>
          </p:cNvCxnSpPr>
          <p:nvPr/>
        </p:nvCxnSpPr>
        <p:spPr>
          <a:xfrm flipH="1">
            <a:off x="4442780" y="6121330"/>
            <a:ext cx="86512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3" name="직선 연결선[R] 902">
            <a:extLst>
              <a:ext uri="{FF2B5EF4-FFF2-40B4-BE49-F238E27FC236}">
                <a16:creationId xmlns:a16="http://schemas.microsoft.com/office/drawing/2014/main" id="{747D2163-5245-175C-D767-3CEBE5EB4FB5}"/>
              </a:ext>
            </a:extLst>
          </p:cNvPr>
          <p:cNvCxnSpPr>
            <a:cxnSpLocks/>
          </p:cNvCxnSpPr>
          <p:nvPr/>
        </p:nvCxnSpPr>
        <p:spPr>
          <a:xfrm flipV="1">
            <a:off x="4442780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6" name="직선 연결선[R] 905">
            <a:extLst>
              <a:ext uri="{FF2B5EF4-FFF2-40B4-BE49-F238E27FC236}">
                <a16:creationId xmlns:a16="http://schemas.microsoft.com/office/drawing/2014/main" id="{38F0C332-FD9F-FBDD-6A0C-17EA0FC7CDAA}"/>
              </a:ext>
            </a:extLst>
          </p:cNvPr>
          <p:cNvCxnSpPr>
            <a:cxnSpLocks/>
          </p:cNvCxnSpPr>
          <p:nvPr/>
        </p:nvCxnSpPr>
        <p:spPr>
          <a:xfrm flipH="1">
            <a:off x="3227490" y="6127546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" name="직선 연결선[R] 906">
            <a:extLst>
              <a:ext uri="{FF2B5EF4-FFF2-40B4-BE49-F238E27FC236}">
                <a16:creationId xmlns:a16="http://schemas.microsoft.com/office/drawing/2014/main" id="{25E4E3A1-C0A1-7CB9-3962-07DB5C162933}"/>
              </a:ext>
            </a:extLst>
          </p:cNvPr>
          <p:cNvCxnSpPr>
            <a:cxnSpLocks/>
          </p:cNvCxnSpPr>
          <p:nvPr/>
        </p:nvCxnSpPr>
        <p:spPr>
          <a:xfrm flipV="1">
            <a:off x="4010066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9" name="직선 연결선[R] 908">
            <a:extLst>
              <a:ext uri="{FF2B5EF4-FFF2-40B4-BE49-F238E27FC236}">
                <a16:creationId xmlns:a16="http://schemas.microsoft.com/office/drawing/2014/main" id="{4A7D8BD9-EF87-78E7-578A-1CD420E2E4E6}"/>
              </a:ext>
            </a:extLst>
          </p:cNvPr>
          <p:cNvCxnSpPr>
            <a:cxnSpLocks/>
          </p:cNvCxnSpPr>
          <p:nvPr/>
        </p:nvCxnSpPr>
        <p:spPr>
          <a:xfrm flipH="1" flipV="1">
            <a:off x="3227490" y="5712592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직선 연결선[R] 910">
            <a:extLst>
              <a:ext uri="{FF2B5EF4-FFF2-40B4-BE49-F238E27FC236}">
                <a16:creationId xmlns:a16="http://schemas.microsoft.com/office/drawing/2014/main" id="{DE6DBC85-1FA5-364A-555A-A84FDB0E3004}"/>
              </a:ext>
            </a:extLst>
          </p:cNvPr>
          <p:cNvCxnSpPr>
            <a:cxnSpLocks/>
          </p:cNvCxnSpPr>
          <p:nvPr/>
        </p:nvCxnSpPr>
        <p:spPr>
          <a:xfrm flipH="1">
            <a:off x="3227490" y="5126535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2" name="직선 연결선[R] 911">
            <a:extLst>
              <a:ext uri="{FF2B5EF4-FFF2-40B4-BE49-F238E27FC236}">
                <a16:creationId xmlns:a16="http://schemas.microsoft.com/office/drawing/2014/main" id="{EC3BCA15-C4A5-755D-B405-515622FD09EA}"/>
              </a:ext>
            </a:extLst>
          </p:cNvPr>
          <p:cNvCxnSpPr>
            <a:cxnSpLocks/>
          </p:cNvCxnSpPr>
          <p:nvPr/>
        </p:nvCxnSpPr>
        <p:spPr>
          <a:xfrm flipV="1">
            <a:off x="3547698" y="5126535"/>
            <a:ext cx="0" cy="4547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9" name="직선 연결선[R] 918">
            <a:extLst>
              <a:ext uri="{FF2B5EF4-FFF2-40B4-BE49-F238E27FC236}">
                <a16:creationId xmlns:a16="http://schemas.microsoft.com/office/drawing/2014/main" id="{F2166999-7720-4792-F49C-0B336093627C}"/>
              </a:ext>
            </a:extLst>
          </p:cNvPr>
          <p:cNvCxnSpPr>
            <a:cxnSpLocks/>
          </p:cNvCxnSpPr>
          <p:nvPr/>
        </p:nvCxnSpPr>
        <p:spPr>
          <a:xfrm flipH="1">
            <a:off x="3547698" y="5581484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1" name="직선 연결선[R] 920">
            <a:extLst>
              <a:ext uri="{FF2B5EF4-FFF2-40B4-BE49-F238E27FC236}">
                <a16:creationId xmlns:a16="http://schemas.microsoft.com/office/drawing/2014/main" id="{8A74B533-F6F8-0CFA-DC57-48734B302053}"/>
              </a:ext>
            </a:extLst>
          </p:cNvPr>
          <p:cNvCxnSpPr>
            <a:cxnSpLocks/>
            <a:endCxn id="898" idx="3"/>
          </p:cNvCxnSpPr>
          <p:nvPr/>
        </p:nvCxnSpPr>
        <p:spPr>
          <a:xfrm flipH="1">
            <a:off x="3221223" y="4210735"/>
            <a:ext cx="92018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4" name="직선 연결선[R] 923">
            <a:extLst>
              <a:ext uri="{FF2B5EF4-FFF2-40B4-BE49-F238E27FC236}">
                <a16:creationId xmlns:a16="http://schemas.microsoft.com/office/drawing/2014/main" id="{D553C4DD-BFE6-7043-DBBB-4BF36185A44D}"/>
              </a:ext>
            </a:extLst>
          </p:cNvPr>
          <p:cNvCxnSpPr>
            <a:cxnSpLocks/>
          </p:cNvCxnSpPr>
          <p:nvPr/>
        </p:nvCxnSpPr>
        <p:spPr>
          <a:xfrm flipH="1" flipV="1">
            <a:off x="4141406" y="4202008"/>
            <a:ext cx="6267" cy="12940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8" name="직사각형 927">
            <a:extLst>
              <a:ext uri="{FF2B5EF4-FFF2-40B4-BE49-F238E27FC236}">
                <a16:creationId xmlns:a16="http://schemas.microsoft.com/office/drawing/2014/main" id="{42434AB3-EFB3-1A67-335D-70BCF3910760}"/>
              </a:ext>
            </a:extLst>
          </p:cNvPr>
          <p:cNvSpPr>
            <a:spLocks/>
          </p:cNvSpPr>
          <p:nvPr/>
        </p:nvSpPr>
        <p:spPr>
          <a:xfrm>
            <a:off x="3867906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29" name="직선 연결선[R] 928">
            <a:extLst>
              <a:ext uri="{FF2B5EF4-FFF2-40B4-BE49-F238E27FC236}">
                <a16:creationId xmlns:a16="http://schemas.microsoft.com/office/drawing/2014/main" id="{A48AA70E-0E84-AAB2-BE80-CDBF50FA7AD3}"/>
              </a:ext>
            </a:extLst>
          </p:cNvPr>
          <p:cNvCxnSpPr>
            <a:cxnSpLocks/>
          </p:cNvCxnSpPr>
          <p:nvPr/>
        </p:nvCxnSpPr>
        <p:spPr>
          <a:xfrm flipV="1">
            <a:off x="4314306" y="2772480"/>
            <a:ext cx="0" cy="27231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2" name="직사각형 931">
            <a:extLst>
              <a:ext uri="{FF2B5EF4-FFF2-40B4-BE49-F238E27FC236}">
                <a16:creationId xmlns:a16="http://schemas.microsoft.com/office/drawing/2014/main" id="{00C83C5C-3B0D-4689-F8CD-74D73A4EB4E5}"/>
              </a:ext>
            </a:extLst>
          </p:cNvPr>
          <p:cNvSpPr>
            <a:spLocks/>
          </p:cNvSpPr>
          <p:nvPr/>
        </p:nvSpPr>
        <p:spPr>
          <a:xfrm>
            <a:off x="2507490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3" name="직사각형 932">
            <a:extLst>
              <a:ext uri="{FF2B5EF4-FFF2-40B4-BE49-F238E27FC236}">
                <a16:creationId xmlns:a16="http://schemas.microsoft.com/office/drawing/2014/main" id="{A994103E-9208-7578-6746-525779DC9A97}"/>
              </a:ext>
            </a:extLst>
          </p:cNvPr>
          <p:cNvSpPr>
            <a:spLocks/>
          </p:cNvSpPr>
          <p:nvPr/>
        </p:nvSpPr>
        <p:spPr>
          <a:xfrm>
            <a:off x="2495572" y="3258117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4" name="직사각형 933">
            <a:extLst>
              <a:ext uri="{FF2B5EF4-FFF2-40B4-BE49-F238E27FC236}">
                <a16:creationId xmlns:a16="http://schemas.microsoft.com/office/drawing/2014/main" id="{0E231160-38E7-1905-7CCC-167490487836}"/>
              </a:ext>
            </a:extLst>
          </p:cNvPr>
          <p:cNvSpPr>
            <a:spLocks/>
          </p:cNvSpPr>
          <p:nvPr/>
        </p:nvSpPr>
        <p:spPr>
          <a:xfrm>
            <a:off x="3867906" y="6336791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role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35" name="직선 연결선[R] 934">
            <a:extLst>
              <a:ext uri="{FF2B5EF4-FFF2-40B4-BE49-F238E27FC236}">
                <a16:creationId xmlns:a16="http://schemas.microsoft.com/office/drawing/2014/main" id="{3C2056FB-3E23-E966-4F46-8406705B901F}"/>
              </a:ext>
            </a:extLst>
          </p:cNvPr>
          <p:cNvCxnSpPr>
            <a:cxnSpLocks/>
            <a:stCxn id="934" idx="0"/>
            <a:endCxn id="840" idx="2"/>
          </p:cNvCxnSpPr>
          <p:nvPr/>
        </p:nvCxnSpPr>
        <p:spPr>
          <a:xfrm flipV="1">
            <a:off x="4227906" y="5928592"/>
            <a:ext cx="0" cy="4081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8" name="직선 연결선[R] 937">
            <a:extLst>
              <a:ext uri="{FF2B5EF4-FFF2-40B4-BE49-F238E27FC236}">
                <a16:creationId xmlns:a16="http://schemas.microsoft.com/office/drawing/2014/main" id="{9B49DD67-9AD5-BDC9-2587-E51F97E48DFA}"/>
              </a:ext>
            </a:extLst>
          </p:cNvPr>
          <p:cNvCxnSpPr>
            <a:cxnSpLocks/>
          </p:cNvCxnSpPr>
          <p:nvPr/>
        </p:nvCxnSpPr>
        <p:spPr>
          <a:xfrm flipV="1">
            <a:off x="2873427" y="279016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9" name="직사각형 938">
            <a:extLst>
              <a:ext uri="{FF2B5EF4-FFF2-40B4-BE49-F238E27FC236}">
                <a16:creationId xmlns:a16="http://schemas.microsoft.com/office/drawing/2014/main" id="{74085FAB-A1C2-C948-DFBF-6E57D3A1E379}"/>
              </a:ext>
            </a:extLst>
          </p:cNvPr>
          <p:cNvSpPr>
            <a:spLocks/>
          </p:cNvSpPr>
          <p:nvPr/>
        </p:nvSpPr>
        <p:spPr>
          <a:xfrm>
            <a:off x="6588188" y="460864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0" name="직사각형 939">
            <a:extLst>
              <a:ext uri="{FF2B5EF4-FFF2-40B4-BE49-F238E27FC236}">
                <a16:creationId xmlns:a16="http://schemas.microsoft.com/office/drawing/2014/main" id="{9FB877EE-D388-DB9D-1A85-4E7571C5C15A}"/>
              </a:ext>
            </a:extLst>
          </p:cNvPr>
          <p:cNvSpPr>
            <a:spLocks/>
          </p:cNvSpPr>
          <p:nvPr/>
        </p:nvSpPr>
        <p:spPr>
          <a:xfrm>
            <a:off x="2507490" y="1797431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1" name="직사각형 940">
            <a:extLst>
              <a:ext uri="{FF2B5EF4-FFF2-40B4-BE49-F238E27FC236}">
                <a16:creationId xmlns:a16="http://schemas.microsoft.com/office/drawing/2014/main" id="{805250C7-6A4E-EA24-883E-157CF4CC09F7}"/>
              </a:ext>
            </a:extLst>
          </p:cNvPr>
          <p:cNvSpPr>
            <a:spLocks/>
          </p:cNvSpPr>
          <p:nvPr/>
        </p:nvSpPr>
        <p:spPr>
          <a:xfrm>
            <a:off x="1147624" y="179743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2" name="직사각형 941">
            <a:extLst>
              <a:ext uri="{FF2B5EF4-FFF2-40B4-BE49-F238E27FC236}">
                <a16:creationId xmlns:a16="http://schemas.microsoft.com/office/drawing/2014/main" id="{2B433FA3-C806-04AD-28A6-992356A42CDA}"/>
              </a:ext>
            </a:extLst>
          </p:cNvPr>
          <p:cNvSpPr>
            <a:spLocks/>
          </p:cNvSpPr>
          <p:nvPr/>
        </p:nvSpPr>
        <p:spPr>
          <a:xfrm>
            <a:off x="2513427" y="38571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3" name="직사각형 942">
            <a:extLst>
              <a:ext uri="{FF2B5EF4-FFF2-40B4-BE49-F238E27FC236}">
                <a16:creationId xmlns:a16="http://schemas.microsoft.com/office/drawing/2014/main" id="{AE2E9BA2-EAEF-74B8-F915-78FB517B8E7A}"/>
              </a:ext>
            </a:extLst>
          </p:cNvPr>
          <p:cNvSpPr>
            <a:spLocks/>
          </p:cNvSpPr>
          <p:nvPr/>
        </p:nvSpPr>
        <p:spPr>
          <a:xfrm>
            <a:off x="4363194" y="1009717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ticket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4" name="직사각형 943">
            <a:extLst>
              <a:ext uri="{FF2B5EF4-FFF2-40B4-BE49-F238E27FC236}">
                <a16:creationId xmlns:a16="http://schemas.microsoft.com/office/drawing/2014/main" id="{AAD5AF07-2C5F-2387-77D4-D2B89FF3DE4C}"/>
              </a:ext>
            </a:extLst>
          </p:cNvPr>
          <p:cNvSpPr>
            <a:spLocks/>
          </p:cNvSpPr>
          <p:nvPr/>
        </p:nvSpPr>
        <p:spPr>
          <a:xfrm>
            <a:off x="4155343" y="105669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5" name="직사각형 944">
            <a:extLst>
              <a:ext uri="{FF2B5EF4-FFF2-40B4-BE49-F238E27FC236}">
                <a16:creationId xmlns:a16="http://schemas.microsoft.com/office/drawing/2014/main" id="{3907146C-03B5-A557-4D40-A56F436B6947}"/>
              </a:ext>
            </a:extLst>
          </p:cNvPr>
          <p:cNvSpPr>
            <a:spLocks/>
          </p:cNvSpPr>
          <p:nvPr/>
        </p:nvSpPr>
        <p:spPr>
          <a:xfrm>
            <a:off x="5307906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6" name="직사각형 945">
            <a:extLst>
              <a:ext uri="{FF2B5EF4-FFF2-40B4-BE49-F238E27FC236}">
                <a16:creationId xmlns:a16="http://schemas.microsoft.com/office/drawing/2014/main" id="{D1E95C77-D5CA-8338-3F2B-575839144611}"/>
              </a:ext>
            </a:extLst>
          </p:cNvPr>
          <p:cNvSpPr>
            <a:spLocks/>
          </p:cNvSpPr>
          <p:nvPr/>
        </p:nvSpPr>
        <p:spPr>
          <a:xfrm>
            <a:off x="5273859" y="1015667"/>
            <a:ext cx="788093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47" name="직선 연결선[R] 946">
            <a:extLst>
              <a:ext uri="{FF2B5EF4-FFF2-40B4-BE49-F238E27FC236}">
                <a16:creationId xmlns:a16="http://schemas.microsoft.com/office/drawing/2014/main" id="{B6D5F744-D696-C86A-B450-027A898162CE}"/>
              </a:ext>
            </a:extLst>
          </p:cNvPr>
          <p:cNvCxnSpPr>
            <a:cxnSpLocks/>
            <a:endCxn id="928" idx="3"/>
          </p:cNvCxnSpPr>
          <p:nvPr/>
        </p:nvCxnSpPr>
        <p:spPr>
          <a:xfrm flipH="1" flipV="1">
            <a:off x="4587906" y="2557450"/>
            <a:ext cx="3442559" cy="5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1" name="직선 연결선[R] 950">
            <a:extLst>
              <a:ext uri="{FF2B5EF4-FFF2-40B4-BE49-F238E27FC236}">
                <a16:creationId xmlns:a16="http://schemas.microsoft.com/office/drawing/2014/main" id="{F28B5A37-84BF-3521-E0D8-0A68F31467DC}"/>
              </a:ext>
            </a:extLst>
          </p:cNvPr>
          <p:cNvCxnSpPr>
            <a:cxnSpLocks/>
          </p:cNvCxnSpPr>
          <p:nvPr/>
        </p:nvCxnSpPr>
        <p:spPr>
          <a:xfrm flipV="1">
            <a:off x="8030465" y="2557450"/>
            <a:ext cx="0" cy="2617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4" name="직선 연결선[R] 953">
            <a:extLst>
              <a:ext uri="{FF2B5EF4-FFF2-40B4-BE49-F238E27FC236}">
                <a16:creationId xmlns:a16="http://schemas.microsoft.com/office/drawing/2014/main" id="{732F8D99-2C30-CA9E-A086-10F9D04F880F}"/>
              </a:ext>
            </a:extLst>
          </p:cNvPr>
          <p:cNvCxnSpPr>
            <a:cxnSpLocks/>
          </p:cNvCxnSpPr>
          <p:nvPr/>
        </p:nvCxnSpPr>
        <p:spPr>
          <a:xfrm flipV="1">
            <a:off x="4491484" y="2775573"/>
            <a:ext cx="1514" cy="159553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7" name="직선 연결선[R] 956">
            <a:extLst>
              <a:ext uri="{FF2B5EF4-FFF2-40B4-BE49-F238E27FC236}">
                <a16:creationId xmlns:a16="http://schemas.microsoft.com/office/drawing/2014/main" id="{E014F752-860B-EAE0-425C-D4892CF5D9A2}"/>
              </a:ext>
            </a:extLst>
          </p:cNvPr>
          <p:cNvCxnSpPr>
            <a:cxnSpLocks/>
          </p:cNvCxnSpPr>
          <p:nvPr/>
        </p:nvCxnSpPr>
        <p:spPr>
          <a:xfrm flipH="1" flipV="1">
            <a:off x="4500263" y="4374782"/>
            <a:ext cx="2236051" cy="1794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0" name="직선 연결선[R] 959">
            <a:extLst>
              <a:ext uri="{FF2B5EF4-FFF2-40B4-BE49-F238E27FC236}">
                <a16:creationId xmlns:a16="http://schemas.microsoft.com/office/drawing/2014/main" id="{7A147E3A-1E4E-B6D0-B1D7-2C8362161E05}"/>
              </a:ext>
            </a:extLst>
          </p:cNvPr>
          <p:cNvCxnSpPr>
            <a:cxnSpLocks/>
          </p:cNvCxnSpPr>
          <p:nvPr/>
        </p:nvCxnSpPr>
        <p:spPr>
          <a:xfrm flipV="1">
            <a:off x="6737138" y="4392727"/>
            <a:ext cx="0" cy="215922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2" name="직선 연결선[R] 961">
            <a:extLst>
              <a:ext uri="{FF2B5EF4-FFF2-40B4-BE49-F238E27FC236}">
                <a16:creationId xmlns:a16="http://schemas.microsoft.com/office/drawing/2014/main" id="{842D532D-6307-5A4E-EEBA-99CAE1C814DF}"/>
              </a:ext>
            </a:extLst>
          </p:cNvPr>
          <p:cNvCxnSpPr>
            <a:cxnSpLocks/>
          </p:cNvCxnSpPr>
          <p:nvPr/>
        </p:nvCxnSpPr>
        <p:spPr>
          <a:xfrm flipV="1">
            <a:off x="7116130" y="3588175"/>
            <a:ext cx="0" cy="10204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5" name="직선 연결선[R] 964">
            <a:extLst>
              <a:ext uri="{FF2B5EF4-FFF2-40B4-BE49-F238E27FC236}">
                <a16:creationId xmlns:a16="http://schemas.microsoft.com/office/drawing/2014/main" id="{31154A3C-3605-6896-A2D8-AE59E86E5862}"/>
              </a:ext>
            </a:extLst>
          </p:cNvPr>
          <p:cNvCxnSpPr>
            <a:cxnSpLocks/>
          </p:cNvCxnSpPr>
          <p:nvPr/>
        </p:nvCxnSpPr>
        <p:spPr>
          <a:xfrm flipH="1">
            <a:off x="7116130" y="3588175"/>
            <a:ext cx="91433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" name="직선 연결선[R] 967">
            <a:extLst>
              <a:ext uri="{FF2B5EF4-FFF2-40B4-BE49-F238E27FC236}">
                <a16:creationId xmlns:a16="http://schemas.microsoft.com/office/drawing/2014/main" id="{E4739066-4977-B999-7362-782DFB24DB1F}"/>
              </a:ext>
            </a:extLst>
          </p:cNvPr>
          <p:cNvCxnSpPr>
            <a:cxnSpLocks/>
          </p:cNvCxnSpPr>
          <p:nvPr/>
        </p:nvCxnSpPr>
        <p:spPr>
          <a:xfrm flipV="1">
            <a:off x="8030465" y="3257900"/>
            <a:ext cx="0" cy="3302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2" name="직선 연결선[R] 971">
            <a:extLst>
              <a:ext uri="{FF2B5EF4-FFF2-40B4-BE49-F238E27FC236}">
                <a16:creationId xmlns:a16="http://schemas.microsoft.com/office/drawing/2014/main" id="{CD6DEC69-8B97-8CD8-7E17-1E35528C67AF}"/>
              </a:ext>
            </a:extLst>
          </p:cNvPr>
          <p:cNvCxnSpPr>
            <a:cxnSpLocks/>
            <a:endCxn id="939" idx="2"/>
          </p:cNvCxnSpPr>
          <p:nvPr/>
        </p:nvCxnSpPr>
        <p:spPr>
          <a:xfrm flipV="1">
            <a:off x="6948188" y="5040649"/>
            <a:ext cx="0" cy="21834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5" name="직선 연결선[R] 974">
            <a:extLst>
              <a:ext uri="{FF2B5EF4-FFF2-40B4-BE49-F238E27FC236}">
                <a16:creationId xmlns:a16="http://schemas.microsoft.com/office/drawing/2014/main" id="{08A533F4-FC4B-66E6-CFC4-6D3F5FE28CE1}"/>
              </a:ext>
            </a:extLst>
          </p:cNvPr>
          <p:cNvCxnSpPr>
            <a:cxnSpLocks/>
          </p:cNvCxnSpPr>
          <p:nvPr/>
        </p:nvCxnSpPr>
        <p:spPr>
          <a:xfrm flipH="1" flipV="1">
            <a:off x="6948188" y="5258990"/>
            <a:ext cx="1082277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8" name="직선 연결선[R] 977">
            <a:extLst>
              <a:ext uri="{FF2B5EF4-FFF2-40B4-BE49-F238E27FC236}">
                <a16:creationId xmlns:a16="http://schemas.microsoft.com/office/drawing/2014/main" id="{47409015-13CC-01A4-1746-75C4AB2078B9}"/>
              </a:ext>
            </a:extLst>
          </p:cNvPr>
          <p:cNvCxnSpPr>
            <a:cxnSpLocks/>
          </p:cNvCxnSpPr>
          <p:nvPr/>
        </p:nvCxnSpPr>
        <p:spPr>
          <a:xfrm flipV="1">
            <a:off x="8030465" y="5262725"/>
            <a:ext cx="0" cy="233867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직선 연결선[R] 981">
            <a:extLst>
              <a:ext uri="{FF2B5EF4-FFF2-40B4-BE49-F238E27FC236}">
                <a16:creationId xmlns:a16="http://schemas.microsoft.com/office/drawing/2014/main" id="{C6FCBA89-C509-45E3-3290-4285A46EBBE5}"/>
              </a:ext>
            </a:extLst>
          </p:cNvPr>
          <p:cNvCxnSpPr>
            <a:cxnSpLocks/>
            <a:stCxn id="928" idx="1"/>
            <a:endCxn id="932" idx="3"/>
          </p:cNvCxnSpPr>
          <p:nvPr/>
        </p:nvCxnSpPr>
        <p:spPr>
          <a:xfrm flipH="1">
            <a:off x="3227490" y="2557450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5" name="직선 연결선[R] 984">
            <a:extLst>
              <a:ext uri="{FF2B5EF4-FFF2-40B4-BE49-F238E27FC236}">
                <a16:creationId xmlns:a16="http://schemas.microsoft.com/office/drawing/2014/main" id="{CD597070-262A-0B3B-1158-B55C56856128}"/>
              </a:ext>
            </a:extLst>
          </p:cNvPr>
          <p:cNvCxnSpPr>
            <a:cxnSpLocks/>
          </p:cNvCxnSpPr>
          <p:nvPr/>
        </p:nvCxnSpPr>
        <p:spPr>
          <a:xfrm flipH="1">
            <a:off x="1867624" y="2002286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6" name="직선 연결선[R] 985">
            <a:extLst>
              <a:ext uri="{FF2B5EF4-FFF2-40B4-BE49-F238E27FC236}">
                <a16:creationId xmlns:a16="http://schemas.microsoft.com/office/drawing/2014/main" id="{DE92CD1C-0F15-65B2-D037-1048ED5805D5}"/>
              </a:ext>
            </a:extLst>
          </p:cNvPr>
          <p:cNvCxnSpPr>
            <a:cxnSpLocks/>
          </p:cNvCxnSpPr>
          <p:nvPr/>
        </p:nvCxnSpPr>
        <p:spPr>
          <a:xfrm flipV="1">
            <a:off x="4141406" y="593452"/>
            <a:ext cx="0" cy="17479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9" name="직선 연결선[R] 988">
            <a:extLst>
              <a:ext uri="{FF2B5EF4-FFF2-40B4-BE49-F238E27FC236}">
                <a16:creationId xmlns:a16="http://schemas.microsoft.com/office/drawing/2014/main" id="{D80F0619-2930-6E41-CD26-CCA5A42A7C58}"/>
              </a:ext>
            </a:extLst>
          </p:cNvPr>
          <p:cNvCxnSpPr>
            <a:cxnSpLocks/>
            <a:endCxn id="942" idx="3"/>
          </p:cNvCxnSpPr>
          <p:nvPr/>
        </p:nvCxnSpPr>
        <p:spPr>
          <a:xfrm flipH="1">
            <a:off x="3233427" y="601719"/>
            <a:ext cx="9079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2" name="직선 연결선[R] 991">
            <a:extLst>
              <a:ext uri="{FF2B5EF4-FFF2-40B4-BE49-F238E27FC236}">
                <a16:creationId xmlns:a16="http://schemas.microsoft.com/office/drawing/2014/main" id="{3B38FC04-7AB4-0BBD-EBE0-C92029DFA425}"/>
              </a:ext>
            </a:extLst>
          </p:cNvPr>
          <p:cNvCxnSpPr>
            <a:cxnSpLocks/>
            <a:stCxn id="940" idx="0"/>
            <a:endCxn id="942" idx="2"/>
          </p:cNvCxnSpPr>
          <p:nvPr/>
        </p:nvCxnSpPr>
        <p:spPr>
          <a:xfrm flipV="1">
            <a:off x="2867490" y="817719"/>
            <a:ext cx="5937" cy="9797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9" name="직선 연결선[R] 998">
            <a:extLst>
              <a:ext uri="{FF2B5EF4-FFF2-40B4-BE49-F238E27FC236}">
                <a16:creationId xmlns:a16="http://schemas.microsoft.com/office/drawing/2014/main" id="{A4E89C7A-65B5-958F-9BF9-22D1D0ADB448}"/>
              </a:ext>
            </a:extLst>
          </p:cNvPr>
          <p:cNvCxnSpPr>
            <a:cxnSpLocks/>
          </p:cNvCxnSpPr>
          <p:nvPr/>
        </p:nvCxnSpPr>
        <p:spPr>
          <a:xfrm flipV="1">
            <a:off x="4309430" y="536461"/>
            <a:ext cx="0" cy="18049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1" name="직선 연결선[R] 1000">
            <a:extLst>
              <a:ext uri="{FF2B5EF4-FFF2-40B4-BE49-F238E27FC236}">
                <a16:creationId xmlns:a16="http://schemas.microsoft.com/office/drawing/2014/main" id="{0EC6069E-01D1-768E-976C-605FB19CDB15}"/>
              </a:ext>
            </a:extLst>
          </p:cNvPr>
          <p:cNvCxnSpPr>
            <a:cxnSpLocks/>
          </p:cNvCxnSpPr>
          <p:nvPr/>
        </p:nvCxnSpPr>
        <p:spPr>
          <a:xfrm flipV="1">
            <a:off x="4468180" y="1441717"/>
            <a:ext cx="0" cy="8996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4" name="직선 연결선[R] 1003">
            <a:extLst>
              <a:ext uri="{FF2B5EF4-FFF2-40B4-BE49-F238E27FC236}">
                <a16:creationId xmlns:a16="http://schemas.microsoft.com/office/drawing/2014/main" id="{23C3C598-D7E5-2017-C320-A979A2227F89}"/>
              </a:ext>
            </a:extLst>
          </p:cNvPr>
          <p:cNvCxnSpPr>
            <a:cxnSpLocks/>
            <a:stCxn id="945" idx="1"/>
            <a:endCxn id="944" idx="3"/>
          </p:cNvCxnSpPr>
          <p:nvPr/>
        </p:nvCxnSpPr>
        <p:spPr>
          <a:xfrm flipH="1">
            <a:off x="4875343" y="320461"/>
            <a:ext cx="432563" cy="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7" name="직선 연결선[R] 1006">
            <a:extLst>
              <a:ext uri="{FF2B5EF4-FFF2-40B4-BE49-F238E27FC236}">
                <a16:creationId xmlns:a16="http://schemas.microsoft.com/office/drawing/2014/main" id="{AB5332BE-0EC7-2B70-F519-7D31002832C7}"/>
              </a:ext>
            </a:extLst>
          </p:cNvPr>
          <p:cNvCxnSpPr>
            <a:cxnSpLocks/>
            <a:stCxn id="945" idx="2"/>
            <a:endCxn id="946" idx="0"/>
          </p:cNvCxnSpPr>
          <p:nvPr/>
        </p:nvCxnSpPr>
        <p:spPr>
          <a:xfrm>
            <a:off x="5667906" y="536461"/>
            <a:ext cx="0" cy="47920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8" name="직사각형 1017">
            <a:extLst>
              <a:ext uri="{FF2B5EF4-FFF2-40B4-BE49-F238E27FC236}">
                <a16:creationId xmlns:a16="http://schemas.microsoft.com/office/drawing/2014/main" id="{2C3C7D24-A45E-BCA6-E287-8639C1A5A633}"/>
              </a:ext>
            </a:extLst>
          </p:cNvPr>
          <p:cNvSpPr>
            <a:spLocks/>
          </p:cNvSpPr>
          <p:nvPr/>
        </p:nvSpPr>
        <p:spPr>
          <a:xfrm>
            <a:off x="1147624" y="458737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1" name="직사각형 1020">
            <a:extLst>
              <a:ext uri="{FF2B5EF4-FFF2-40B4-BE49-F238E27FC236}">
                <a16:creationId xmlns:a16="http://schemas.microsoft.com/office/drawing/2014/main" id="{3A892678-4660-C31B-E5A9-B30A373B5558}"/>
              </a:ext>
            </a:extLst>
          </p:cNvPr>
          <p:cNvSpPr>
            <a:spLocks/>
          </p:cNvSpPr>
          <p:nvPr/>
        </p:nvSpPr>
        <p:spPr>
          <a:xfrm>
            <a:off x="1147074" y="549659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item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2" name="직사각형 1021">
            <a:extLst>
              <a:ext uri="{FF2B5EF4-FFF2-40B4-BE49-F238E27FC236}">
                <a16:creationId xmlns:a16="http://schemas.microsoft.com/office/drawing/2014/main" id="{93D40ADE-189D-9ADE-745A-94A9DA59AFCE}"/>
              </a:ext>
            </a:extLst>
          </p:cNvPr>
          <p:cNvSpPr>
            <a:spLocks/>
          </p:cNvSpPr>
          <p:nvPr/>
        </p:nvSpPr>
        <p:spPr>
          <a:xfrm>
            <a:off x="1147624" y="627919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menu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3" name="직사각형 1022">
            <a:extLst>
              <a:ext uri="{FF2B5EF4-FFF2-40B4-BE49-F238E27FC236}">
                <a16:creationId xmlns:a16="http://schemas.microsoft.com/office/drawing/2014/main" id="{77024A06-6386-F993-1B2B-C4D8C5E5D5C4}"/>
              </a:ext>
            </a:extLst>
          </p:cNvPr>
          <p:cNvSpPr>
            <a:spLocks/>
          </p:cNvSpPr>
          <p:nvPr/>
        </p:nvSpPr>
        <p:spPr>
          <a:xfrm>
            <a:off x="5745306" y="4600407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4" name="직사각형 1023">
            <a:extLst>
              <a:ext uri="{FF2B5EF4-FFF2-40B4-BE49-F238E27FC236}">
                <a16:creationId xmlns:a16="http://schemas.microsoft.com/office/drawing/2014/main" id="{3CEE5348-4B15-7A97-5F0E-7E917972F560}"/>
              </a:ext>
            </a:extLst>
          </p:cNvPr>
          <p:cNvSpPr>
            <a:spLocks/>
          </p:cNvSpPr>
          <p:nvPr/>
        </p:nvSpPr>
        <p:spPr>
          <a:xfrm>
            <a:off x="5001156" y="5172592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like</a:t>
            </a:r>
          </a:p>
        </p:txBody>
      </p:sp>
      <p:sp>
        <p:nvSpPr>
          <p:cNvPr id="1025" name="직사각형 1024">
            <a:extLst>
              <a:ext uri="{FF2B5EF4-FFF2-40B4-BE49-F238E27FC236}">
                <a16:creationId xmlns:a16="http://schemas.microsoft.com/office/drawing/2014/main" id="{7F2DEE38-B2A4-A1DC-0827-DA4F91312B96}"/>
              </a:ext>
            </a:extLst>
          </p:cNvPr>
          <p:cNvSpPr>
            <a:spLocks/>
          </p:cNvSpPr>
          <p:nvPr/>
        </p:nvSpPr>
        <p:spPr>
          <a:xfrm>
            <a:off x="4647980" y="1909450"/>
            <a:ext cx="1099677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recommendation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6" name="직사각형 1025">
            <a:extLst>
              <a:ext uri="{FF2B5EF4-FFF2-40B4-BE49-F238E27FC236}">
                <a16:creationId xmlns:a16="http://schemas.microsoft.com/office/drawing/2014/main" id="{C9ED7DC9-462C-2C5C-4405-D65849A005C3}"/>
              </a:ext>
            </a:extLst>
          </p:cNvPr>
          <p:cNvSpPr>
            <a:spLocks/>
          </p:cNvSpPr>
          <p:nvPr/>
        </p:nvSpPr>
        <p:spPr>
          <a:xfrm>
            <a:off x="11139142" y="2234019"/>
            <a:ext cx="720000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audit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log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027" name="직선 연결선[R] 1026">
            <a:extLst>
              <a:ext uri="{FF2B5EF4-FFF2-40B4-BE49-F238E27FC236}">
                <a16:creationId xmlns:a16="http://schemas.microsoft.com/office/drawing/2014/main" id="{CDF855B1-B144-8A97-871D-9981FF69906C}"/>
              </a:ext>
            </a:extLst>
          </p:cNvPr>
          <p:cNvCxnSpPr>
            <a:cxnSpLocks/>
            <a:stCxn id="1018" idx="0"/>
            <a:endCxn id="834" idx="2"/>
          </p:cNvCxnSpPr>
          <p:nvPr/>
        </p:nvCxnSpPr>
        <p:spPr>
          <a:xfrm flipV="1">
            <a:off x="1507624" y="4134051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직선 연결선[R] 1029">
            <a:extLst>
              <a:ext uri="{FF2B5EF4-FFF2-40B4-BE49-F238E27FC236}">
                <a16:creationId xmlns:a16="http://schemas.microsoft.com/office/drawing/2014/main" id="{63E4A6F3-7D74-B7D2-1069-7A2C3AE1DF2B}"/>
              </a:ext>
            </a:extLst>
          </p:cNvPr>
          <p:cNvCxnSpPr>
            <a:cxnSpLocks/>
          </p:cNvCxnSpPr>
          <p:nvPr/>
        </p:nvCxnSpPr>
        <p:spPr>
          <a:xfrm flipV="1">
            <a:off x="1507624" y="5032329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직선 연결선[R] 1030">
            <a:extLst>
              <a:ext uri="{FF2B5EF4-FFF2-40B4-BE49-F238E27FC236}">
                <a16:creationId xmlns:a16="http://schemas.microsoft.com/office/drawing/2014/main" id="{0F2DB536-9A64-1561-1384-FD43E22B3642}"/>
              </a:ext>
            </a:extLst>
          </p:cNvPr>
          <p:cNvCxnSpPr>
            <a:cxnSpLocks/>
          </p:cNvCxnSpPr>
          <p:nvPr/>
        </p:nvCxnSpPr>
        <p:spPr>
          <a:xfrm flipH="1">
            <a:off x="1867624" y="4669991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직선 연결선[R] 1033">
            <a:extLst>
              <a:ext uri="{FF2B5EF4-FFF2-40B4-BE49-F238E27FC236}">
                <a16:creationId xmlns:a16="http://schemas.microsoft.com/office/drawing/2014/main" id="{70D42CF0-8B8B-7C02-116B-0641414F2B41}"/>
              </a:ext>
            </a:extLst>
          </p:cNvPr>
          <p:cNvCxnSpPr>
            <a:cxnSpLocks/>
          </p:cNvCxnSpPr>
          <p:nvPr/>
        </p:nvCxnSpPr>
        <p:spPr>
          <a:xfrm>
            <a:off x="4008982" y="4678646"/>
            <a:ext cx="0" cy="8169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직선 연결선[R] 1038">
            <a:extLst>
              <a:ext uri="{FF2B5EF4-FFF2-40B4-BE49-F238E27FC236}">
                <a16:creationId xmlns:a16="http://schemas.microsoft.com/office/drawing/2014/main" id="{881964D3-8A63-A98F-6658-464836BE1FBE}"/>
              </a:ext>
            </a:extLst>
          </p:cNvPr>
          <p:cNvCxnSpPr>
            <a:cxnSpLocks/>
            <a:stCxn id="1022" idx="0"/>
            <a:endCxn id="1021" idx="2"/>
          </p:cNvCxnSpPr>
          <p:nvPr/>
        </p:nvCxnSpPr>
        <p:spPr>
          <a:xfrm flipH="1" flipV="1">
            <a:off x="1507074" y="5928592"/>
            <a:ext cx="550" cy="3505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2" name="직선 연결선[R] 1041">
            <a:extLst>
              <a:ext uri="{FF2B5EF4-FFF2-40B4-BE49-F238E27FC236}">
                <a16:creationId xmlns:a16="http://schemas.microsoft.com/office/drawing/2014/main" id="{811CE415-FB41-B6AB-908D-11B3F234A63C}"/>
              </a:ext>
            </a:extLst>
          </p:cNvPr>
          <p:cNvCxnSpPr>
            <a:cxnSpLocks/>
          </p:cNvCxnSpPr>
          <p:nvPr/>
        </p:nvCxnSpPr>
        <p:spPr>
          <a:xfrm flipV="1">
            <a:off x="8218271" y="1441717"/>
            <a:ext cx="0" cy="23386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직선 연결선[R] 1043">
            <a:extLst>
              <a:ext uri="{FF2B5EF4-FFF2-40B4-BE49-F238E27FC236}">
                <a16:creationId xmlns:a16="http://schemas.microsoft.com/office/drawing/2014/main" id="{D5F2B7ED-C9A5-3BF8-067F-6252238D117F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20098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직선 연결선[R] 1046">
            <a:extLst>
              <a:ext uri="{FF2B5EF4-FFF2-40B4-BE49-F238E27FC236}">
                <a16:creationId xmlns:a16="http://schemas.microsoft.com/office/drawing/2014/main" id="{502A0B7A-CB74-55D9-71DD-788982FF417D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0" cy="29211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0" name="직선 연결선[R] 1049">
            <a:extLst>
              <a:ext uri="{FF2B5EF4-FFF2-40B4-BE49-F238E27FC236}">
                <a16:creationId xmlns:a16="http://schemas.microsoft.com/office/drawing/2014/main" id="{0D2A269C-27D2-7F25-73E9-2DFDAFAEC6E5}"/>
              </a:ext>
            </a:extLst>
          </p:cNvPr>
          <p:cNvCxnSpPr>
            <a:cxnSpLocks/>
            <a:stCxn id="1023" idx="1"/>
          </p:cNvCxnSpPr>
          <p:nvPr/>
        </p:nvCxnSpPr>
        <p:spPr>
          <a:xfrm flipH="1">
            <a:off x="4480940" y="4816407"/>
            <a:ext cx="12643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직선 연결선[R] 1052">
            <a:extLst>
              <a:ext uri="{FF2B5EF4-FFF2-40B4-BE49-F238E27FC236}">
                <a16:creationId xmlns:a16="http://schemas.microsoft.com/office/drawing/2014/main" id="{D7FE0CAF-3CAE-36FA-1AD9-D8ED905777A0}"/>
              </a:ext>
            </a:extLst>
          </p:cNvPr>
          <p:cNvCxnSpPr>
            <a:cxnSpLocks/>
          </p:cNvCxnSpPr>
          <p:nvPr/>
        </p:nvCxnSpPr>
        <p:spPr>
          <a:xfrm flipV="1">
            <a:off x="4464380" y="4821101"/>
            <a:ext cx="0" cy="683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직선 연결선[R] 1058">
            <a:extLst>
              <a:ext uri="{FF2B5EF4-FFF2-40B4-BE49-F238E27FC236}">
                <a16:creationId xmlns:a16="http://schemas.microsoft.com/office/drawing/2014/main" id="{75FC0A8B-3653-7282-94C9-5A1E1316F96D}"/>
              </a:ext>
            </a:extLst>
          </p:cNvPr>
          <p:cNvCxnSpPr>
            <a:cxnSpLocks/>
            <a:endCxn id="1024" idx="3"/>
          </p:cNvCxnSpPr>
          <p:nvPr/>
        </p:nvCxnSpPr>
        <p:spPr>
          <a:xfrm flipH="1">
            <a:off x="5721156" y="5388592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직선 연결선[R] 1061">
            <a:extLst>
              <a:ext uri="{FF2B5EF4-FFF2-40B4-BE49-F238E27FC236}">
                <a16:creationId xmlns:a16="http://schemas.microsoft.com/office/drawing/2014/main" id="{384FC1B4-CDE0-47D2-C8D3-38A390F44683}"/>
              </a:ext>
            </a:extLst>
          </p:cNvPr>
          <p:cNvCxnSpPr>
            <a:cxnSpLocks/>
            <a:endCxn id="1023" idx="2"/>
          </p:cNvCxnSpPr>
          <p:nvPr/>
        </p:nvCxnSpPr>
        <p:spPr>
          <a:xfrm flipV="1">
            <a:off x="6105306" y="5032407"/>
            <a:ext cx="0" cy="3328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직선 연결선[R] 1066">
            <a:extLst>
              <a:ext uri="{FF2B5EF4-FFF2-40B4-BE49-F238E27FC236}">
                <a16:creationId xmlns:a16="http://schemas.microsoft.com/office/drawing/2014/main" id="{125CA344-A538-2594-EABE-32FCCF7ABFBD}"/>
              </a:ext>
            </a:extLst>
          </p:cNvPr>
          <p:cNvCxnSpPr>
            <a:cxnSpLocks/>
          </p:cNvCxnSpPr>
          <p:nvPr/>
        </p:nvCxnSpPr>
        <p:spPr>
          <a:xfrm flipH="1">
            <a:off x="4587906" y="5554569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9" name="직선 연결선[R] 1068">
            <a:extLst>
              <a:ext uri="{FF2B5EF4-FFF2-40B4-BE49-F238E27FC236}">
                <a16:creationId xmlns:a16="http://schemas.microsoft.com/office/drawing/2014/main" id="{D6679216-798A-535F-7A05-2FE5494D9BCF}"/>
              </a:ext>
            </a:extLst>
          </p:cNvPr>
          <p:cNvCxnSpPr>
            <a:cxnSpLocks/>
          </p:cNvCxnSpPr>
          <p:nvPr/>
        </p:nvCxnSpPr>
        <p:spPr>
          <a:xfrm flipV="1">
            <a:off x="4822003" y="2355053"/>
            <a:ext cx="0" cy="34797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3" name="직선 연결선[R] 1072">
            <a:extLst>
              <a:ext uri="{FF2B5EF4-FFF2-40B4-BE49-F238E27FC236}">
                <a16:creationId xmlns:a16="http://schemas.microsoft.com/office/drawing/2014/main" id="{55FE6381-1DB7-78F8-2C14-F065921E839F}"/>
              </a:ext>
            </a:extLst>
          </p:cNvPr>
          <p:cNvCxnSpPr>
            <a:cxnSpLocks/>
          </p:cNvCxnSpPr>
          <p:nvPr/>
        </p:nvCxnSpPr>
        <p:spPr>
          <a:xfrm flipH="1">
            <a:off x="4587906" y="5842878"/>
            <a:ext cx="23934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5" name="직사각형 1074">
            <a:extLst>
              <a:ext uri="{FF2B5EF4-FFF2-40B4-BE49-F238E27FC236}">
                <a16:creationId xmlns:a16="http://schemas.microsoft.com/office/drawing/2014/main" id="{34D67ABA-17F5-7F24-BF47-1AABE8B3C23C}"/>
              </a:ext>
            </a:extLst>
          </p:cNvPr>
          <p:cNvSpPr>
            <a:spLocks/>
          </p:cNvSpPr>
          <p:nvPr/>
        </p:nvSpPr>
        <p:spPr>
          <a:xfrm>
            <a:off x="11139142" y="1656062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tax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6" name="직선 연결선 351">
            <a:extLst>
              <a:ext uri="{FF2B5EF4-FFF2-40B4-BE49-F238E27FC236}">
                <a16:creationId xmlns:a16="http://schemas.microsoft.com/office/drawing/2014/main" id="{3F0E618E-7678-82DA-A8B8-11B1A21A7392}"/>
              </a:ext>
            </a:extLst>
          </p:cNvPr>
          <p:cNvCxnSpPr>
            <a:cxnSpLocks/>
          </p:cNvCxnSpPr>
          <p:nvPr/>
        </p:nvCxnSpPr>
        <p:spPr>
          <a:xfrm>
            <a:off x="8386702" y="149591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51">
            <a:extLst>
              <a:ext uri="{FF2B5EF4-FFF2-40B4-BE49-F238E27FC236}">
                <a16:creationId xmlns:a16="http://schemas.microsoft.com/office/drawing/2014/main" id="{7EACCAED-6B93-40FA-FDF9-153618E03B7F}"/>
              </a:ext>
            </a:extLst>
          </p:cNvPr>
          <p:cNvCxnSpPr>
            <a:cxnSpLocks/>
          </p:cNvCxnSpPr>
          <p:nvPr/>
        </p:nvCxnSpPr>
        <p:spPr>
          <a:xfrm>
            <a:off x="8170475" y="36462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351">
            <a:extLst>
              <a:ext uri="{FF2B5EF4-FFF2-40B4-BE49-F238E27FC236}">
                <a16:creationId xmlns:a16="http://schemas.microsoft.com/office/drawing/2014/main" id="{20C457A9-31D4-02D5-BC58-5C98B55A717E}"/>
              </a:ext>
            </a:extLst>
          </p:cNvPr>
          <p:cNvCxnSpPr>
            <a:cxnSpLocks/>
          </p:cNvCxnSpPr>
          <p:nvPr/>
        </p:nvCxnSpPr>
        <p:spPr>
          <a:xfrm>
            <a:off x="7357364" y="29676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351">
            <a:extLst>
              <a:ext uri="{FF2B5EF4-FFF2-40B4-BE49-F238E27FC236}">
                <a16:creationId xmlns:a16="http://schemas.microsoft.com/office/drawing/2014/main" id="{72492327-10C2-383E-B394-545CB0B5BB1B}"/>
              </a:ext>
            </a:extLst>
          </p:cNvPr>
          <p:cNvCxnSpPr>
            <a:cxnSpLocks/>
          </p:cNvCxnSpPr>
          <p:nvPr/>
        </p:nvCxnSpPr>
        <p:spPr>
          <a:xfrm>
            <a:off x="8177195" y="420200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직선 연결선 351">
            <a:extLst>
              <a:ext uri="{FF2B5EF4-FFF2-40B4-BE49-F238E27FC236}">
                <a16:creationId xmlns:a16="http://schemas.microsoft.com/office/drawing/2014/main" id="{A4F2A28A-E902-1BBB-AA74-72826EC112BD}"/>
              </a:ext>
            </a:extLst>
          </p:cNvPr>
          <p:cNvCxnSpPr>
            <a:cxnSpLocks/>
          </p:cNvCxnSpPr>
          <p:nvPr/>
        </p:nvCxnSpPr>
        <p:spPr>
          <a:xfrm>
            <a:off x="8174471" y="507606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0" name="직선 연결선 351">
            <a:extLst>
              <a:ext uri="{FF2B5EF4-FFF2-40B4-BE49-F238E27FC236}">
                <a16:creationId xmlns:a16="http://schemas.microsoft.com/office/drawing/2014/main" id="{904798B5-33D9-077E-936F-6B842C14EE40}"/>
              </a:ext>
            </a:extLst>
          </p:cNvPr>
          <p:cNvCxnSpPr>
            <a:cxnSpLocks/>
          </p:cNvCxnSpPr>
          <p:nvPr/>
        </p:nvCxnSpPr>
        <p:spPr>
          <a:xfrm>
            <a:off x="10164731" y="420095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0" name="직선 연결선 351">
            <a:extLst>
              <a:ext uri="{FF2B5EF4-FFF2-40B4-BE49-F238E27FC236}">
                <a16:creationId xmlns:a16="http://schemas.microsoft.com/office/drawing/2014/main" id="{DC53422B-8873-805E-4D96-81582239593D}"/>
              </a:ext>
            </a:extLst>
          </p:cNvPr>
          <p:cNvCxnSpPr>
            <a:cxnSpLocks/>
          </p:cNvCxnSpPr>
          <p:nvPr/>
        </p:nvCxnSpPr>
        <p:spPr>
          <a:xfrm>
            <a:off x="8174471" y="2397253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4" name="직선 연결선 351">
            <a:extLst>
              <a:ext uri="{FF2B5EF4-FFF2-40B4-BE49-F238E27FC236}">
                <a16:creationId xmlns:a16="http://schemas.microsoft.com/office/drawing/2014/main" id="{66CC5366-6889-98BD-5B24-4032D9402B17}"/>
              </a:ext>
            </a:extLst>
          </p:cNvPr>
          <p:cNvCxnSpPr>
            <a:cxnSpLocks/>
          </p:cNvCxnSpPr>
          <p:nvPr/>
        </p:nvCxnSpPr>
        <p:spPr>
          <a:xfrm>
            <a:off x="8643731" y="296738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4" name="직선 연결선 351">
            <a:extLst>
              <a:ext uri="{FF2B5EF4-FFF2-40B4-BE49-F238E27FC236}">
                <a16:creationId xmlns:a16="http://schemas.microsoft.com/office/drawing/2014/main" id="{106C17E2-3F85-84E7-198A-0A113BF5896E}"/>
              </a:ext>
            </a:extLst>
          </p:cNvPr>
          <p:cNvCxnSpPr>
            <a:cxnSpLocks/>
          </p:cNvCxnSpPr>
          <p:nvPr/>
        </p:nvCxnSpPr>
        <p:spPr>
          <a:xfrm>
            <a:off x="10168042" y="365597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87" name="그룹 986">
            <a:extLst>
              <a:ext uri="{FF2B5EF4-FFF2-40B4-BE49-F238E27FC236}">
                <a16:creationId xmlns:a16="http://schemas.microsoft.com/office/drawing/2014/main" id="{68DC6238-A8E6-9425-F58C-7ECD618096C8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956431" y="876576"/>
            <a:ext cx="148067" cy="108000"/>
            <a:chOff x="7409659" y="2902132"/>
            <a:chExt cx="317047" cy="239471"/>
          </a:xfrm>
        </p:grpSpPr>
        <p:grpSp>
          <p:nvGrpSpPr>
            <p:cNvPr id="988" name="그룹 987">
              <a:extLst>
                <a:ext uri="{FF2B5EF4-FFF2-40B4-BE49-F238E27FC236}">
                  <a16:creationId xmlns:a16="http://schemas.microsoft.com/office/drawing/2014/main" id="{648B245C-CF9C-2B12-3ECB-474393648E8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93" name="직선 연결선 322">
                <a:extLst>
                  <a:ext uri="{FF2B5EF4-FFF2-40B4-BE49-F238E27FC236}">
                    <a16:creationId xmlns:a16="http://schemas.microsoft.com/office/drawing/2014/main" id="{3B4E53D2-F17F-37E2-6F2E-F6E802AA947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4" name="직선 연결선 323">
                <a:extLst>
                  <a:ext uri="{FF2B5EF4-FFF2-40B4-BE49-F238E27FC236}">
                    <a16:creationId xmlns:a16="http://schemas.microsoft.com/office/drawing/2014/main" id="{841AA345-31FA-A338-6A17-A85953DEFB1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5" name="직선 연결선 324">
                <a:extLst>
                  <a:ext uri="{FF2B5EF4-FFF2-40B4-BE49-F238E27FC236}">
                    <a16:creationId xmlns:a16="http://schemas.microsoft.com/office/drawing/2014/main" id="{6A124081-2AF1-91DD-07E7-56D9A938C1D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0" name="직선 연결선 326">
              <a:extLst>
                <a:ext uri="{FF2B5EF4-FFF2-40B4-BE49-F238E27FC236}">
                  <a16:creationId xmlns:a16="http://schemas.microsoft.com/office/drawing/2014/main" id="{021BB2E1-94D3-39BC-6336-F26B55C4EEA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1" name="타원 990">
              <a:extLst>
                <a:ext uri="{FF2B5EF4-FFF2-40B4-BE49-F238E27FC236}">
                  <a16:creationId xmlns:a16="http://schemas.microsoft.com/office/drawing/2014/main" id="{EB6410CF-B17D-5191-63CA-B49117FCD63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996" name="그룹 995">
            <a:extLst>
              <a:ext uri="{FF2B5EF4-FFF2-40B4-BE49-F238E27FC236}">
                <a16:creationId xmlns:a16="http://schemas.microsoft.com/office/drawing/2014/main" id="{05796F78-29F8-D69B-6452-D7CD0A0CC4A9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878922"/>
            <a:ext cx="148067" cy="108000"/>
            <a:chOff x="7409659" y="2902132"/>
            <a:chExt cx="317047" cy="239471"/>
          </a:xfrm>
        </p:grpSpPr>
        <p:grpSp>
          <p:nvGrpSpPr>
            <p:cNvPr id="997" name="그룹 996">
              <a:extLst>
                <a:ext uri="{FF2B5EF4-FFF2-40B4-BE49-F238E27FC236}">
                  <a16:creationId xmlns:a16="http://schemas.microsoft.com/office/drawing/2014/main" id="{00F6FB0F-2AA8-FD95-35BE-DD7C3ACD373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002" name="직선 연결선 322">
                <a:extLst>
                  <a:ext uri="{FF2B5EF4-FFF2-40B4-BE49-F238E27FC236}">
                    <a16:creationId xmlns:a16="http://schemas.microsoft.com/office/drawing/2014/main" id="{1649F397-99D7-88C4-8152-0F399F0F7DD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3" name="직선 연결선 323">
                <a:extLst>
                  <a:ext uri="{FF2B5EF4-FFF2-40B4-BE49-F238E27FC236}">
                    <a16:creationId xmlns:a16="http://schemas.microsoft.com/office/drawing/2014/main" id="{40BC70A9-7033-3BD1-2FC3-A2F9F104354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5" name="직선 연결선 324">
                <a:extLst>
                  <a:ext uri="{FF2B5EF4-FFF2-40B4-BE49-F238E27FC236}">
                    <a16:creationId xmlns:a16="http://schemas.microsoft.com/office/drawing/2014/main" id="{E2A4261A-63A4-6863-3F2F-CED23B377CA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8" name="직선 연결선 326">
              <a:extLst>
                <a:ext uri="{FF2B5EF4-FFF2-40B4-BE49-F238E27FC236}">
                  <a16:creationId xmlns:a16="http://schemas.microsoft.com/office/drawing/2014/main" id="{FECCF06D-AB56-49CC-5518-59F9DB8AAE3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00" name="타원 999">
              <a:extLst>
                <a:ext uri="{FF2B5EF4-FFF2-40B4-BE49-F238E27FC236}">
                  <a16:creationId xmlns:a16="http://schemas.microsoft.com/office/drawing/2014/main" id="{56DA8F0F-30B7-6E21-5E63-C3A762B8FA6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036" name="직선 연결선 351">
            <a:extLst>
              <a:ext uri="{FF2B5EF4-FFF2-40B4-BE49-F238E27FC236}">
                <a16:creationId xmlns:a16="http://schemas.microsoft.com/office/drawing/2014/main" id="{EB6DB5A6-5109-C8D1-7556-2FEC95365881}"/>
              </a:ext>
            </a:extLst>
          </p:cNvPr>
          <p:cNvCxnSpPr>
            <a:cxnSpLocks/>
          </p:cNvCxnSpPr>
          <p:nvPr/>
        </p:nvCxnSpPr>
        <p:spPr>
          <a:xfrm>
            <a:off x="9791251" y="194870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7" name="직선 연결선 351">
            <a:extLst>
              <a:ext uri="{FF2B5EF4-FFF2-40B4-BE49-F238E27FC236}">
                <a16:creationId xmlns:a16="http://schemas.microsoft.com/office/drawing/2014/main" id="{3E50AFE1-3641-8843-E8A1-A6C2AFC588B7}"/>
              </a:ext>
            </a:extLst>
          </p:cNvPr>
          <p:cNvCxnSpPr>
            <a:cxnSpLocks/>
          </p:cNvCxnSpPr>
          <p:nvPr/>
        </p:nvCxnSpPr>
        <p:spPr>
          <a:xfrm>
            <a:off x="9793398" y="2191667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8" name="직선 연결선[R] 1037">
            <a:extLst>
              <a:ext uri="{FF2B5EF4-FFF2-40B4-BE49-F238E27FC236}">
                <a16:creationId xmlns:a16="http://schemas.microsoft.com/office/drawing/2014/main" id="{3377ECD4-0BD3-AEC8-B2E2-1DEFBD2A02C6}"/>
              </a:ext>
            </a:extLst>
          </p:cNvPr>
          <p:cNvCxnSpPr>
            <a:cxnSpLocks/>
          </p:cNvCxnSpPr>
          <p:nvPr/>
        </p:nvCxnSpPr>
        <p:spPr>
          <a:xfrm flipH="1">
            <a:off x="8588046" y="1299699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7" name="직선 연결선 351">
            <a:extLst>
              <a:ext uri="{FF2B5EF4-FFF2-40B4-BE49-F238E27FC236}">
                <a16:creationId xmlns:a16="http://schemas.microsoft.com/office/drawing/2014/main" id="{F9697AB8-0078-43CD-B6F4-03C0603B8C18}"/>
              </a:ext>
            </a:extLst>
          </p:cNvPr>
          <p:cNvCxnSpPr>
            <a:cxnSpLocks/>
          </p:cNvCxnSpPr>
          <p:nvPr/>
        </p:nvCxnSpPr>
        <p:spPr>
          <a:xfrm>
            <a:off x="8639467" y="108422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직선 연결선 351">
            <a:extLst>
              <a:ext uri="{FF2B5EF4-FFF2-40B4-BE49-F238E27FC236}">
                <a16:creationId xmlns:a16="http://schemas.microsoft.com/office/drawing/2014/main" id="{6C535A28-511A-A1CA-1EEA-75D9627B50AA}"/>
              </a:ext>
            </a:extLst>
          </p:cNvPr>
          <p:cNvCxnSpPr>
            <a:cxnSpLocks/>
          </p:cNvCxnSpPr>
          <p:nvPr/>
        </p:nvCxnSpPr>
        <p:spPr>
          <a:xfrm>
            <a:off x="8636460" y="121979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8" name="직선 연결선 351">
            <a:extLst>
              <a:ext uri="{FF2B5EF4-FFF2-40B4-BE49-F238E27FC236}">
                <a16:creationId xmlns:a16="http://schemas.microsoft.com/office/drawing/2014/main" id="{13A4619C-271F-7493-8A9D-F07E49CD7AF1}"/>
              </a:ext>
            </a:extLst>
          </p:cNvPr>
          <p:cNvCxnSpPr>
            <a:cxnSpLocks/>
          </p:cNvCxnSpPr>
          <p:nvPr/>
        </p:nvCxnSpPr>
        <p:spPr>
          <a:xfrm>
            <a:off x="5613906" y="329055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9" name="직선 연결선 351">
            <a:extLst>
              <a:ext uri="{FF2B5EF4-FFF2-40B4-BE49-F238E27FC236}">
                <a16:creationId xmlns:a16="http://schemas.microsoft.com/office/drawing/2014/main" id="{029AD4BB-6311-4DE1-9236-ED48265DA557}"/>
              </a:ext>
            </a:extLst>
          </p:cNvPr>
          <p:cNvCxnSpPr>
            <a:cxnSpLocks/>
          </p:cNvCxnSpPr>
          <p:nvPr/>
        </p:nvCxnSpPr>
        <p:spPr>
          <a:xfrm>
            <a:off x="6086474" y="387041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2" name="직선 연결선 351">
            <a:extLst>
              <a:ext uri="{FF2B5EF4-FFF2-40B4-BE49-F238E27FC236}">
                <a16:creationId xmlns:a16="http://schemas.microsoft.com/office/drawing/2014/main" id="{BE22A36A-C5BD-113A-6549-03427CB7C456}"/>
              </a:ext>
            </a:extLst>
          </p:cNvPr>
          <p:cNvCxnSpPr>
            <a:cxnSpLocks/>
          </p:cNvCxnSpPr>
          <p:nvPr/>
        </p:nvCxnSpPr>
        <p:spPr>
          <a:xfrm>
            <a:off x="7813083" y="3074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3" name="직선 연결선 351">
            <a:extLst>
              <a:ext uri="{FF2B5EF4-FFF2-40B4-BE49-F238E27FC236}">
                <a16:creationId xmlns:a16="http://schemas.microsoft.com/office/drawing/2014/main" id="{42EF302A-D246-A5E9-F117-AB44748C49BC}"/>
              </a:ext>
            </a:extLst>
          </p:cNvPr>
          <p:cNvCxnSpPr>
            <a:cxnSpLocks/>
          </p:cNvCxnSpPr>
          <p:nvPr/>
        </p:nvCxnSpPr>
        <p:spPr>
          <a:xfrm>
            <a:off x="7815022" y="566811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0" name="직선 연결선 351">
            <a:extLst>
              <a:ext uri="{FF2B5EF4-FFF2-40B4-BE49-F238E27FC236}">
                <a16:creationId xmlns:a16="http://schemas.microsoft.com/office/drawing/2014/main" id="{D1D911D1-B0E0-DD50-2BE2-AEFB4C5DD214}"/>
              </a:ext>
            </a:extLst>
          </p:cNvPr>
          <p:cNvCxnSpPr>
            <a:cxnSpLocks/>
          </p:cNvCxnSpPr>
          <p:nvPr/>
        </p:nvCxnSpPr>
        <p:spPr>
          <a:xfrm>
            <a:off x="4637536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9" name="직선 연결선 351">
            <a:extLst>
              <a:ext uri="{FF2B5EF4-FFF2-40B4-BE49-F238E27FC236}">
                <a16:creationId xmlns:a16="http://schemas.microsoft.com/office/drawing/2014/main" id="{B0BAC8E8-BC07-D770-2394-96C392911C41}"/>
              </a:ext>
            </a:extLst>
          </p:cNvPr>
          <p:cNvCxnSpPr>
            <a:cxnSpLocks/>
          </p:cNvCxnSpPr>
          <p:nvPr/>
        </p:nvCxnSpPr>
        <p:spPr>
          <a:xfrm>
            <a:off x="8644508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5" name="직선 연결선 351">
            <a:extLst>
              <a:ext uri="{FF2B5EF4-FFF2-40B4-BE49-F238E27FC236}">
                <a16:creationId xmlns:a16="http://schemas.microsoft.com/office/drawing/2014/main" id="{930F2C5B-CC15-3214-6766-A3B5879195A3}"/>
              </a:ext>
            </a:extLst>
          </p:cNvPr>
          <p:cNvCxnSpPr>
            <a:cxnSpLocks/>
          </p:cNvCxnSpPr>
          <p:nvPr/>
        </p:nvCxnSpPr>
        <p:spPr>
          <a:xfrm>
            <a:off x="11445142" y="413217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27" name="그룹 826">
            <a:extLst>
              <a:ext uri="{FF2B5EF4-FFF2-40B4-BE49-F238E27FC236}">
                <a16:creationId xmlns:a16="http://schemas.microsoft.com/office/drawing/2014/main" id="{655B24D2-0956-134F-FBE0-A1C2F6D55A5D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3415367"/>
            <a:ext cx="148067" cy="108000"/>
            <a:chOff x="7409659" y="2902132"/>
            <a:chExt cx="317047" cy="239471"/>
          </a:xfrm>
        </p:grpSpPr>
        <p:grpSp>
          <p:nvGrpSpPr>
            <p:cNvPr id="830" name="그룹 829">
              <a:extLst>
                <a:ext uri="{FF2B5EF4-FFF2-40B4-BE49-F238E27FC236}">
                  <a16:creationId xmlns:a16="http://schemas.microsoft.com/office/drawing/2014/main" id="{C809BF35-E238-F3D4-F9C8-121C735C6A1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37" name="직선 연결선 322">
                <a:extLst>
                  <a:ext uri="{FF2B5EF4-FFF2-40B4-BE49-F238E27FC236}">
                    <a16:creationId xmlns:a16="http://schemas.microsoft.com/office/drawing/2014/main" id="{030DD297-BA6E-A897-17E7-5848D5A2A66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8" name="직선 연결선 323">
                <a:extLst>
                  <a:ext uri="{FF2B5EF4-FFF2-40B4-BE49-F238E27FC236}">
                    <a16:creationId xmlns:a16="http://schemas.microsoft.com/office/drawing/2014/main" id="{E621D8E7-F21F-9693-913C-BE95C87D5D2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9" name="직선 연결선 324">
                <a:extLst>
                  <a:ext uri="{FF2B5EF4-FFF2-40B4-BE49-F238E27FC236}">
                    <a16:creationId xmlns:a16="http://schemas.microsoft.com/office/drawing/2014/main" id="{521EBD87-0CEF-41BA-B65A-D14A1CC076A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31" name="직선 연결선 326">
              <a:extLst>
                <a:ext uri="{FF2B5EF4-FFF2-40B4-BE49-F238E27FC236}">
                  <a16:creationId xmlns:a16="http://schemas.microsoft.com/office/drawing/2014/main" id="{2FCEE2BD-5AED-70F9-63C5-DEFA098443F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32" name="타원 831">
              <a:extLst>
                <a:ext uri="{FF2B5EF4-FFF2-40B4-BE49-F238E27FC236}">
                  <a16:creationId xmlns:a16="http://schemas.microsoft.com/office/drawing/2014/main" id="{89E32675-3B68-3434-56DD-B987C72C9FC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41" name="그룹 840">
            <a:extLst>
              <a:ext uri="{FF2B5EF4-FFF2-40B4-BE49-F238E27FC236}">
                <a16:creationId xmlns:a16="http://schemas.microsoft.com/office/drawing/2014/main" id="{1CFF02F3-DF9C-EB5F-1069-1807C78A3CEB}"/>
              </a:ext>
            </a:extLst>
          </p:cNvPr>
          <p:cNvGrpSpPr>
            <a:grpSpLocks noChangeAspect="1"/>
          </p:cNvGrpSpPr>
          <p:nvPr/>
        </p:nvGrpSpPr>
        <p:grpSpPr>
          <a:xfrm>
            <a:off x="10992663" y="3530401"/>
            <a:ext cx="148067" cy="108000"/>
            <a:chOff x="7409659" y="2902132"/>
            <a:chExt cx="317047" cy="239471"/>
          </a:xfrm>
        </p:grpSpPr>
        <p:grpSp>
          <p:nvGrpSpPr>
            <p:cNvPr id="845" name="그룹 844">
              <a:extLst>
                <a:ext uri="{FF2B5EF4-FFF2-40B4-BE49-F238E27FC236}">
                  <a16:creationId xmlns:a16="http://schemas.microsoft.com/office/drawing/2014/main" id="{B61977D7-FADA-61D3-9E69-4DD762704A3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48" name="직선 연결선 322">
                <a:extLst>
                  <a:ext uri="{FF2B5EF4-FFF2-40B4-BE49-F238E27FC236}">
                    <a16:creationId xmlns:a16="http://schemas.microsoft.com/office/drawing/2014/main" id="{2C1A3873-79ED-1578-5647-DC2184B450A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0" name="직선 연결선 323">
                <a:extLst>
                  <a:ext uri="{FF2B5EF4-FFF2-40B4-BE49-F238E27FC236}">
                    <a16:creationId xmlns:a16="http://schemas.microsoft.com/office/drawing/2014/main" id="{2FE30BD2-6C97-74B7-421F-5220D4C987A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1" name="직선 연결선 324">
                <a:extLst>
                  <a:ext uri="{FF2B5EF4-FFF2-40B4-BE49-F238E27FC236}">
                    <a16:creationId xmlns:a16="http://schemas.microsoft.com/office/drawing/2014/main" id="{18B38250-6D3A-B555-3394-6C8BBAFBC3F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46" name="직선 연결선 326">
              <a:extLst>
                <a:ext uri="{FF2B5EF4-FFF2-40B4-BE49-F238E27FC236}">
                  <a16:creationId xmlns:a16="http://schemas.microsoft.com/office/drawing/2014/main" id="{A7BCF190-7C54-FEDC-9394-94C1C04F169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7" name="타원 846">
              <a:extLst>
                <a:ext uri="{FF2B5EF4-FFF2-40B4-BE49-F238E27FC236}">
                  <a16:creationId xmlns:a16="http://schemas.microsoft.com/office/drawing/2014/main" id="{A7F3BE26-A40B-54FE-761A-CE299AAA9BE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56" name="그룹 855">
            <a:extLst>
              <a:ext uri="{FF2B5EF4-FFF2-40B4-BE49-F238E27FC236}">
                <a16:creationId xmlns:a16="http://schemas.microsoft.com/office/drawing/2014/main" id="{10FBA45F-8E41-08F1-B903-BA5560CE0CE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226254" y="3747042"/>
            <a:ext cx="148067" cy="108000"/>
            <a:chOff x="7409659" y="2902132"/>
            <a:chExt cx="317047" cy="239471"/>
          </a:xfrm>
        </p:grpSpPr>
        <p:grpSp>
          <p:nvGrpSpPr>
            <p:cNvPr id="857" name="그룹 856">
              <a:extLst>
                <a:ext uri="{FF2B5EF4-FFF2-40B4-BE49-F238E27FC236}">
                  <a16:creationId xmlns:a16="http://schemas.microsoft.com/office/drawing/2014/main" id="{CEEF1C7B-9D97-6BA1-693D-EE04F9D4184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63" name="직선 연결선 322">
                <a:extLst>
                  <a:ext uri="{FF2B5EF4-FFF2-40B4-BE49-F238E27FC236}">
                    <a16:creationId xmlns:a16="http://schemas.microsoft.com/office/drawing/2014/main" id="{FF7A21C6-BE9F-81D3-4AAC-755CF642C62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4" name="직선 연결선 323">
                <a:extLst>
                  <a:ext uri="{FF2B5EF4-FFF2-40B4-BE49-F238E27FC236}">
                    <a16:creationId xmlns:a16="http://schemas.microsoft.com/office/drawing/2014/main" id="{DC60A4EE-79F3-A3C6-D58A-7D3027D0B94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5" name="직선 연결선 324">
                <a:extLst>
                  <a:ext uri="{FF2B5EF4-FFF2-40B4-BE49-F238E27FC236}">
                    <a16:creationId xmlns:a16="http://schemas.microsoft.com/office/drawing/2014/main" id="{3487EF25-9549-2D9A-96D5-1BEE1E25562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59" name="직선 연결선 326">
              <a:extLst>
                <a:ext uri="{FF2B5EF4-FFF2-40B4-BE49-F238E27FC236}">
                  <a16:creationId xmlns:a16="http://schemas.microsoft.com/office/drawing/2014/main" id="{B436E832-BCF9-87D8-4097-D87DFD4BC65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60" name="타원 859">
              <a:extLst>
                <a:ext uri="{FF2B5EF4-FFF2-40B4-BE49-F238E27FC236}">
                  <a16:creationId xmlns:a16="http://schemas.microsoft.com/office/drawing/2014/main" id="{023B09C7-038B-EA2B-1DF0-585CF8F15D4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75" name="그룹 874">
            <a:extLst>
              <a:ext uri="{FF2B5EF4-FFF2-40B4-BE49-F238E27FC236}">
                <a16:creationId xmlns:a16="http://schemas.microsoft.com/office/drawing/2014/main" id="{A4EEDDEE-F955-567D-C380-7F271088D050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68747" y="5955362"/>
            <a:ext cx="148067" cy="108000"/>
            <a:chOff x="7409659" y="2902132"/>
            <a:chExt cx="317047" cy="239471"/>
          </a:xfrm>
        </p:grpSpPr>
        <p:grpSp>
          <p:nvGrpSpPr>
            <p:cNvPr id="877" name="그룹 876">
              <a:extLst>
                <a:ext uri="{FF2B5EF4-FFF2-40B4-BE49-F238E27FC236}">
                  <a16:creationId xmlns:a16="http://schemas.microsoft.com/office/drawing/2014/main" id="{A3E8480C-95AB-D261-3C8A-5DB40C48EA7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81" name="직선 연결선 322">
                <a:extLst>
                  <a:ext uri="{FF2B5EF4-FFF2-40B4-BE49-F238E27FC236}">
                    <a16:creationId xmlns:a16="http://schemas.microsoft.com/office/drawing/2014/main" id="{31DE72B0-7825-8B9F-89E7-47F010002F4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2" name="직선 연결선 323">
                <a:extLst>
                  <a:ext uri="{FF2B5EF4-FFF2-40B4-BE49-F238E27FC236}">
                    <a16:creationId xmlns:a16="http://schemas.microsoft.com/office/drawing/2014/main" id="{BFB8F3C7-DFD6-099C-8277-A5FBEF35A94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4" name="직선 연결선 324">
                <a:extLst>
                  <a:ext uri="{FF2B5EF4-FFF2-40B4-BE49-F238E27FC236}">
                    <a16:creationId xmlns:a16="http://schemas.microsoft.com/office/drawing/2014/main" id="{2A6311DF-F31B-3A41-EF81-72AFFBF95D5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78" name="직선 연결선 326">
              <a:extLst>
                <a:ext uri="{FF2B5EF4-FFF2-40B4-BE49-F238E27FC236}">
                  <a16:creationId xmlns:a16="http://schemas.microsoft.com/office/drawing/2014/main" id="{80C93EC9-50BD-0A76-D5CE-CE24D59F2AA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80" name="타원 879">
              <a:extLst>
                <a:ext uri="{FF2B5EF4-FFF2-40B4-BE49-F238E27FC236}">
                  <a16:creationId xmlns:a16="http://schemas.microsoft.com/office/drawing/2014/main" id="{3D407CA2-F8DE-F063-FFFA-2D1A0D6FF7C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885" name="직선 연결선 351">
            <a:extLst>
              <a:ext uri="{FF2B5EF4-FFF2-40B4-BE49-F238E27FC236}">
                <a16:creationId xmlns:a16="http://schemas.microsoft.com/office/drawing/2014/main" id="{EEE4D5B5-D6CF-C3A7-A9C4-40498911ABA6}"/>
              </a:ext>
            </a:extLst>
          </p:cNvPr>
          <p:cNvCxnSpPr>
            <a:cxnSpLocks/>
          </p:cNvCxnSpPr>
          <p:nvPr/>
        </p:nvCxnSpPr>
        <p:spPr>
          <a:xfrm>
            <a:off x="3955710" y="597732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9" name="직선 연결선 351">
            <a:extLst>
              <a:ext uri="{FF2B5EF4-FFF2-40B4-BE49-F238E27FC236}">
                <a16:creationId xmlns:a16="http://schemas.microsoft.com/office/drawing/2014/main" id="{94831619-412C-D3A0-84EE-ED1488097B15}"/>
              </a:ext>
            </a:extLst>
          </p:cNvPr>
          <p:cNvCxnSpPr>
            <a:cxnSpLocks/>
          </p:cNvCxnSpPr>
          <p:nvPr/>
        </p:nvCxnSpPr>
        <p:spPr>
          <a:xfrm>
            <a:off x="3821190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0" name="직선 연결선 351">
            <a:extLst>
              <a:ext uri="{FF2B5EF4-FFF2-40B4-BE49-F238E27FC236}">
                <a16:creationId xmlns:a16="http://schemas.microsoft.com/office/drawing/2014/main" id="{042C4D67-5956-AE0C-7D18-0B888C2B34D9}"/>
              </a:ext>
            </a:extLst>
          </p:cNvPr>
          <p:cNvCxnSpPr>
            <a:cxnSpLocks/>
          </p:cNvCxnSpPr>
          <p:nvPr/>
        </p:nvCxnSpPr>
        <p:spPr>
          <a:xfrm>
            <a:off x="3821190" y="55272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3" name="직선 연결선 351">
            <a:extLst>
              <a:ext uri="{FF2B5EF4-FFF2-40B4-BE49-F238E27FC236}">
                <a16:creationId xmlns:a16="http://schemas.microsoft.com/office/drawing/2014/main" id="{53C25C5F-983E-3FD7-48EE-87731CB73768}"/>
              </a:ext>
            </a:extLst>
          </p:cNvPr>
          <p:cNvCxnSpPr>
            <a:cxnSpLocks/>
          </p:cNvCxnSpPr>
          <p:nvPr/>
        </p:nvCxnSpPr>
        <p:spPr>
          <a:xfrm>
            <a:off x="4094229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0" name="직선 연결선 351">
            <a:extLst>
              <a:ext uri="{FF2B5EF4-FFF2-40B4-BE49-F238E27FC236}">
                <a16:creationId xmlns:a16="http://schemas.microsoft.com/office/drawing/2014/main" id="{1D675FD1-82DD-BA55-5997-4C9B25AA5DC8}"/>
              </a:ext>
            </a:extLst>
          </p:cNvPr>
          <p:cNvCxnSpPr>
            <a:cxnSpLocks/>
          </p:cNvCxnSpPr>
          <p:nvPr/>
        </p:nvCxnSpPr>
        <p:spPr>
          <a:xfrm>
            <a:off x="4173906" y="598272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1" name="직선 연결선 351">
            <a:extLst>
              <a:ext uri="{FF2B5EF4-FFF2-40B4-BE49-F238E27FC236}">
                <a16:creationId xmlns:a16="http://schemas.microsoft.com/office/drawing/2014/main" id="{18F1C766-2C70-EA75-363D-C52DBADCEC86}"/>
              </a:ext>
            </a:extLst>
          </p:cNvPr>
          <p:cNvCxnSpPr>
            <a:cxnSpLocks/>
          </p:cNvCxnSpPr>
          <p:nvPr/>
        </p:nvCxnSpPr>
        <p:spPr>
          <a:xfrm>
            <a:off x="4263255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4" name="직선 연결선 351">
            <a:extLst>
              <a:ext uri="{FF2B5EF4-FFF2-40B4-BE49-F238E27FC236}">
                <a16:creationId xmlns:a16="http://schemas.microsoft.com/office/drawing/2014/main" id="{3B2F47FF-52FF-1033-D1B4-4B9DFAD0FC49}"/>
              </a:ext>
            </a:extLst>
          </p:cNvPr>
          <p:cNvCxnSpPr>
            <a:cxnSpLocks/>
          </p:cNvCxnSpPr>
          <p:nvPr/>
        </p:nvCxnSpPr>
        <p:spPr>
          <a:xfrm>
            <a:off x="7976465" y="27318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36" name="그룹 1135">
            <a:extLst>
              <a:ext uri="{FF2B5EF4-FFF2-40B4-BE49-F238E27FC236}">
                <a16:creationId xmlns:a16="http://schemas.microsoft.com/office/drawing/2014/main" id="{31D08092-883B-5C45-78A9-B2EF75E67D7E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707718" y="4523273"/>
            <a:ext cx="57088" cy="108000"/>
            <a:chOff x="7604467" y="2108611"/>
            <a:chExt cx="122239" cy="239471"/>
          </a:xfrm>
        </p:grpSpPr>
        <p:grpSp>
          <p:nvGrpSpPr>
            <p:cNvPr id="1137" name="그룹 1136">
              <a:extLst>
                <a:ext uri="{FF2B5EF4-FFF2-40B4-BE49-F238E27FC236}">
                  <a16:creationId xmlns:a16="http://schemas.microsoft.com/office/drawing/2014/main" id="{57FED963-B96B-D56A-788B-138518698929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39" name="직선 연결선 359">
                <a:extLst>
                  <a:ext uri="{FF2B5EF4-FFF2-40B4-BE49-F238E27FC236}">
                    <a16:creationId xmlns:a16="http://schemas.microsoft.com/office/drawing/2014/main" id="{3632D078-46B6-DBF0-63AF-E84C8CBEC8C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0" name="직선 연결선 360">
                <a:extLst>
                  <a:ext uri="{FF2B5EF4-FFF2-40B4-BE49-F238E27FC236}">
                    <a16:creationId xmlns:a16="http://schemas.microsoft.com/office/drawing/2014/main" id="{A3537078-2BCC-8EB6-9C22-439CC978358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1" name="직선 연결선 361">
                <a:extLst>
                  <a:ext uri="{FF2B5EF4-FFF2-40B4-BE49-F238E27FC236}">
                    <a16:creationId xmlns:a16="http://schemas.microsoft.com/office/drawing/2014/main" id="{E163CBF0-6DCC-A0DC-15F6-B90D2E98765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8" name="직선 연결선 363">
              <a:extLst>
                <a:ext uri="{FF2B5EF4-FFF2-40B4-BE49-F238E27FC236}">
                  <a16:creationId xmlns:a16="http://schemas.microsoft.com/office/drawing/2014/main" id="{7B03F3E8-CFD6-92DB-76B6-2609DAEF02AF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42" name="직선 연결선 351">
            <a:extLst>
              <a:ext uri="{FF2B5EF4-FFF2-40B4-BE49-F238E27FC236}">
                <a16:creationId xmlns:a16="http://schemas.microsoft.com/office/drawing/2014/main" id="{0FBB495A-5DD8-3B76-83D2-BE2A53F2A7F2}"/>
              </a:ext>
            </a:extLst>
          </p:cNvPr>
          <p:cNvCxnSpPr>
            <a:cxnSpLocks/>
          </p:cNvCxnSpPr>
          <p:nvPr/>
        </p:nvCxnSpPr>
        <p:spPr>
          <a:xfrm>
            <a:off x="4442780" y="283966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2" name="직선 연결선 351">
            <a:extLst>
              <a:ext uri="{FF2B5EF4-FFF2-40B4-BE49-F238E27FC236}">
                <a16:creationId xmlns:a16="http://schemas.microsoft.com/office/drawing/2014/main" id="{A50EE0B8-9677-ABD3-5137-6B673D40E14C}"/>
              </a:ext>
            </a:extLst>
          </p:cNvPr>
          <p:cNvCxnSpPr>
            <a:cxnSpLocks/>
          </p:cNvCxnSpPr>
          <p:nvPr/>
        </p:nvCxnSpPr>
        <p:spPr>
          <a:xfrm>
            <a:off x="7980416" y="545198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9" name="직선 연결선 351">
            <a:extLst>
              <a:ext uri="{FF2B5EF4-FFF2-40B4-BE49-F238E27FC236}">
                <a16:creationId xmlns:a16="http://schemas.microsoft.com/office/drawing/2014/main" id="{D95BE1F1-F809-B820-3DB1-2758B9AE765B}"/>
              </a:ext>
            </a:extLst>
          </p:cNvPr>
          <p:cNvCxnSpPr>
            <a:cxnSpLocks/>
          </p:cNvCxnSpPr>
          <p:nvPr/>
        </p:nvCxnSpPr>
        <p:spPr>
          <a:xfrm>
            <a:off x="7975450" y="329578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6" name="직선 연결선 351">
            <a:extLst>
              <a:ext uri="{FF2B5EF4-FFF2-40B4-BE49-F238E27FC236}">
                <a16:creationId xmlns:a16="http://schemas.microsoft.com/office/drawing/2014/main" id="{53B104B0-898F-7D94-731E-362B765B9E39}"/>
              </a:ext>
            </a:extLst>
          </p:cNvPr>
          <p:cNvCxnSpPr>
            <a:cxnSpLocks/>
          </p:cNvCxnSpPr>
          <p:nvPr/>
        </p:nvCxnSpPr>
        <p:spPr>
          <a:xfrm>
            <a:off x="2813490" y="31901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3" name="직선 연결선 351">
            <a:extLst>
              <a:ext uri="{FF2B5EF4-FFF2-40B4-BE49-F238E27FC236}">
                <a16:creationId xmlns:a16="http://schemas.microsoft.com/office/drawing/2014/main" id="{CAD6D9D5-56A8-24BC-5553-37871875F760}"/>
              </a:ext>
            </a:extLst>
          </p:cNvPr>
          <p:cNvCxnSpPr>
            <a:cxnSpLocks/>
          </p:cNvCxnSpPr>
          <p:nvPr/>
        </p:nvCxnSpPr>
        <p:spPr>
          <a:xfrm>
            <a:off x="3810317" y="250607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5" name="직선 연결선[R] 1174">
            <a:extLst>
              <a:ext uri="{FF2B5EF4-FFF2-40B4-BE49-F238E27FC236}">
                <a16:creationId xmlns:a16="http://schemas.microsoft.com/office/drawing/2014/main" id="{9003807F-2C99-355F-D651-B0E6BAFB6B4F}"/>
              </a:ext>
            </a:extLst>
          </p:cNvPr>
          <p:cNvCxnSpPr>
            <a:cxnSpLocks/>
            <a:endCxn id="940" idx="3"/>
          </p:cNvCxnSpPr>
          <p:nvPr/>
        </p:nvCxnSpPr>
        <p:spPr>
          <a:xfrm flipH="1">
            <a:off x="3227490" y="2013431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직선 연결선[R] 1178">
            <a:extLst>
              <a:ext uri="{FF2B5EF4-FFF2-40B4-BE49-F238E27FC236}">
                <a16:creationId xmlns:a16="http://schemas.microsoft.com/office/drawing/2014/main" id="{5D7EAEAC-C754-9045-B7FD-8BE1978BA11F}"/>
              </a:ext>
            </a:extLst>
          </p:cNvPr>
          <p:cNvCxnSpPr>
            <a:cxnSpLocks/>
          </p:cNvCxnSpPr>
          <p:nvPr/>
        </p:nvCxnSpPr>
        <p:spPr>
          <a:xfrm flipV="1">
            <a:off x="4004630" y="2013431"/>
            <a:ext cx="0" cy="3280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직선 연결선 351">
            <a:extLst>
              <a:ext uri="{FF2B5EF4-FFF2-40B4-BE49-F238E27FC236}">
                <a16:creationId xmlns:a16="http://schemas.microsoft.com/office/drawing/2014/main" id="{37BD677F-2759-D455-AA27-CBBB38214BED}"/>
              </a:ext>
            </a:extLst>
          </p:cNvPr>
          <p:cNvCxnSpPr>
            <a:cxnSpLocks/>
          </p:cNvCxnSpPr>
          <p:nvPr/>
        </p:nvCxnSpPr>
        <p:spPr>
          <a:xfrm>
            <a:off x="395063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6" name="직선 연결선 351">
            <a:extLst>
              <a:ext uri="{FF2B5EF4-FFF2-40B4-BE49-F238E27FC236}">
                <a16:creationId xmlns:a16="http://schemas.microsoft.com/office/drawing/2014/main" id="{487558DB-CC6B-FADC-CA7F-6CC0B36B92BD}"/>
              </a:ext>
            </a:extLst>
          </p:cNvPr>
          <p:cNvCxnSpPr>
            <a:cxnSpLocks/>
          </p:cNvCxnSpPr>
          <p:nvPr/>
        </p:nvCxnSpPr>
        <p:spPr>
          <a:xfrm>
            <a:off x="1926187" y="194828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7" name="직선 연결선 351">
            <a:extLst>
              <a:ext uri="{FF2B5EF4-FFF2-40B4-BE49-F238E27FC236}">
                <a16:creationId xmlns:a16="http://schemas.microsoft.com/office/drawing/2014/main" id="{8A08640F-BC2E-C0D3-3B10-219B80CBE250}"/>
              </a:ext>
            </a:extLst>
          </p:cNvPr>
          <p:cNvCxnSpPr>
            <a:cxnSpLocks/>
          </p:cNvCxnSpPr>
          <p:nvPr/>
        </p:nvCxnSpPr>
        <p:spPr>
          <a:xfrm>
            <a:off x="408740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04" name="그룹 1203">
            <a:extLst>
              <a:ext uri="{FF2B5EF4-FFF2-40B4-BE49-F238E27FC236}">
                <a16:creationId xmlns:a16="http://schemas.microsoft.com/office/drawing/2014/main" id="{44A4FA9B-735D-A32F-47BA-9C3A5505B0F6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796779" y="842668"/>
            <a:ext cx="148067" cy="108000"/>
            <a:chOff x="7409659" y="2902132"/>
            <a:chExt cx="317047" cy="239471"/>
          </a:xfrm>
        </p:grpSpPr>
        <p:grpSp>
          <p:nvGrpSpPr>
            <p:cNvPr id="1205" name="그룹 1204">
              <a:extLst>
                <a:ext uri="{FF2B5EF4-FFF2-40B4-BE49-F238E27FC236}">
                  <a16:creationId xmlns:a16="http://schemas.microsoft.com/office/drawing/2014/main" id="{37B1FE47-E036-9D99-FF2E-3D15200499C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08" name="직선 연결선 322">
                <a:extLst>
                  <a:ext uri="{FF2B5EF4-FFF2-40B4-BE49-F238E27FC236}">
                    <a16:creationId xmlns:a16="http://schemas.microsoft.com/office/drawing/2014/main" id="{C7A1233C-EAEC-AB37-C00B-44168952872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9" name="직선 연결선 323">
                <a:extLst>
                  <a:ext uri="{FF2B5EF4-FFF2-40B4-BE49-F238E27FC236}">
                    <a16:creationId xmlns:a16="http://schemas.microsoft.com/office/drawing/2014/main" id="{3241C25E-38EA-E938-5D52-9F786FDF67D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0" name="직선 연결선 324">
                <a:extLst>
                  <a:ext uri="{FF2B5EF4-FFF2-40B4-BE49-F238E27FC236}">
                    <a16:creationId xmlns:a16="http://schemas.microsoft.com/office/drawing/2014/main" id="{06B015E2-9533-7D9E-EEC0-0B64DB184A7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06" name="직선 연결선 326">
              <a:extLst>
                <a:ext uri="{FF2B5EF4-FFF2-40B4-BE49-F238E27FC236}">
                  <a16:creationId xmlns:a16="http://schemas.microsoft.com/office/drawing/2014/main" id="{16E081BD-E91E-6FFA-4606-3BE2F23B99C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07" name="타원 1206">
              <a:extLst>
                <a:ext uri="{FF2B5EF4-FFF2-40B4-BE49-F238E27FC236}">
                  <a16:creationId xmlns:a16="http://schemas.microsoft.com/office/drawing/2014/main" id="{334898DE-7EB9-26CC-588D-9B07CEF768D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18" name="직선 연결선 351">
            <a:extLst>
              <a:ext uri="{FF2B5EF4-FFF2-40B4-BE49-F238E27FC236}">
                <a16:creationId xmlns:a16="http://schemas.microsoft.com/office/drawing/2014/main" id="{A7E73CA2-0B3D-30EF-5F3C-CFB864430507}"/>
              </a:ext>
            </a:extLst>
          </p:cNvPr>
          <p:cNvCxnSpPr>
            <a:cxnSpLocks/>
          </p:cNvCxnSpPr>
          <p:nvPr/>
        </p:nvCxnSpPr>
        <p:spPr>
          <a:xfrm>
            <a:off x="441738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20" name="그룹 1219">
            <a:extLst>
              <a:ext uri="{FF2B5EF4-FFF2-40B4-BE49-F238E27FC236}">
                <a16:creationId xmlns:a16="http://schemas.microsoft.com/office/drawing/2014/main" id="{5B976482-970A-5DEB-BCDF-9B2FD9745DFB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5593873" y="556495"/>
            <a:ext cx="148067" cy="108000"/>
            <a:chOff x="7409659" y="2902132"/>
            <a:chExt cx="317047" cy="239471"/>
          </a:xfrm>
        </p:grpSpPr>
        <p:grpSp>
          <p:nvGrpSpPr>
            <p:cNvPr id="1221" name="그룹 1220">
              <a:extLst>
                <a:ext uri="{FF2B5EF4-FFF2-40B4-BE49-F238E27FC236}">
                  <a16:creationId xmlns:a16="http://schemas.microsoft.com/office/drawing/2014/main" id="{161606CD-59AA-2C52-433D-848848C9FE0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24" name="직선 연결선 322">
                <a:extLst>
                  <a:ext uri="{FF2B5EF4-FFF2-40B4-BE49-F238E27FC236}">
                    <a16:creationId xmlns:a16="http://schemas.microsoft.com/office/drawing/2014/main" id="{5EB5F296-4133-2C57-E43A-EB6520E2223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5" name="직선 연결선 323">
                <a:extLst>
                  <a:ext uri="{FF2B5EF4-FFF2-40B4-BE49-F238E27FC236}">
                    <a16:creationId xmlns:a16="http://schemas.microsoft.com/office/drawing/2014/main" id="{5995F221-0811-0ECA-5625-611810E27B7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6" name="직선 연결선 324">
                <a:extLst>
                  <a:ext uri="{FF2B5EF4-FFF2-40B4-BE49-F238E27FC236}">
                    <a16:creationId xmlns:a16="http://schemas.microsoft.com/office/drawing/2014/main" id="{30C5147B-CFFD-C0B9-7819-009665075CC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22" name="직선 연결선 326">
              <a:extLst>
                <a:ext uri="{FF2B5EF4-FFF2-40B4-BE49-F238E27FC236}">
                  <a16:creationId xmlns:a16="http://schemas.microsoft.com/office/drawing/2014/main" id="{D0379829-7357-3B9C-74FE-B0F96E463D5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23" name="타원 1222">
              <a:extLst>
                <a:ext uri="{FF2B5EF4-FFF2-40B4-BE49-F238E27FC236}">
                  <a16:creationId xmlns:a16="http://schemas.microsoft.com/office/drawing/2014/main" id="{6122EF90-DD21-1E91-427F-6F14E271E53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35" name="직선 연결선 351">
            <a:extLst>
              <a:ext uri="{FF2B5EF4-FFF2-40B4-BE49-F238E27FC236}">
                <a16:creationId xmlns:a16="http://schemas.microsoft.com/office/drawing/2014/main" id="{8F2C39AF-05E1-6E1E-D0D6-B5C8B9DB17B9}"/>
              </a:ext>
            </a:extLst>
          </p:cNvPr>
          <p:cNvCxnSpPr>
            <a:cxnSpLocks/>
          </p:cNvCxnSpPr>
          <p:nvPr/>
        </p:nvCxnSpPr>
        <p:spPr>
          <a:xfrm>
            <a:off x="5252067" y="26706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2" name="직선 연결선 351">
            <a:extLst>
              <a:ext uri="{FF2B5EF4-FFF2-40B4-BE49-F238E27FC236}">
                <a16:creationId xmlns:a16="http://schemas.microsoft.com/office/drawing/2014/main" id="{47E3F616-E301-D11F-2C74-6DC4ADC29287}"/>
              </a:ext>
            </a:extLst>
          </p:cNvPr>
          <p:cNvCxnSpPr>
            <a:cxnSpLocks/>
          </p:cNvCxnSpPr>
          <p:nvPr/>
        </p:nvCxnSpPr>
        <p:spPr>
          <a:xfrm>
            <a:off x="425014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43" name="그룹 1242">
            <a:extLst>
              <a:ext uri="{FF2B5EF4-FFF2-40B4-BE49-F238E27FC236}">
                <a16:creationId xmlns:a16="http://schemas.microsoft.com/office/drawing/2014/main" id="{F61465C1-31DB-E2AE-C3D0-ED4C7A0D00F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3864051"/>
            <a:ext cx="148067" cy="108000"/>
            <a:chOff x="7409659" y="2902132"/>
            <a:chExt cx="317047" cy="239471"/>
          </a:xfrm>
        </p:grpSpPr>
        <p:grpSp>
          <p:nvGrpSpPr>
            <p:cNvPr id="1244" name="그룹 1243">
              <a:extLst>
                <a:ext uri="{FF2B5EF4-FFF2-40B4-BE49-F238E27FC236}">
                  <a16:creationId xmlns:a16="http://schemas.microsoft.com/office/drawing/2014/main" id="{B5448CEB-5C85-2AB2-D419-CD52223BA29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47" name="직선 연결선 322">
                <a:extLst>
                  <a:ext uri="{FF2B5EF4-FFF2-40B4-BE49-F238E27FC236}">
                    <a16:creationId xmlns:a16="http://schemas.microsoft.com/office/drawing/2014/main" id="{CAF81EFE-1296-94CE-EC02-85139A556EE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8" name="직선 연결선 323">
                <a:extLst>
                  <a:ext uri="{FF2B5EF4-FFF2-40B4-BE49-F238E27FC236}">
                    <a16:creationId xmlns:a16="http://schemas.microsoft.com/office/drawing/2014/main" id="{D34025D5-665F-B811-6166-8E076964158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9" name="직선 연결선 324">
                <a:extLst>
                  <a:ext uri="{FF2B5EF4-FFF2-40B4-BE49-F238E27FC236}">
                    <a16:creationId xmlns:a16="http://schemas.microsoft.com/office/drawing/2014/main" id="{8FB5D1F9-90E4-C46E-4F8F-C37771E2321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45" name="직선 연결선 326">
              <a:extLst>
                <a:ext uri="{FF2B5EF4-FFF2-40B4-BE49-F238E27FC236}">
                  <a16:creationId xmlns:a16="http://schemas.microsoft.com/office/drawing/2014/main" id="{6C8AE6E0-4974-7031-F4B7-0665695B824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46" name="타원 1245">
              <a:extLst>
                <a:ext uri="{FF2B5EF4-FFF2-40B4-BE49-F238E27FC236}">
                  <a16:creationId xmlns:a16="http://schemas.microsoft.com/office/drawing/2014/main" id="{6DD6F0E9-F1F0-236F-291E-41A68D3D333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56" name="직선 연결선 351">
            <a:extLst>
              <a:ext uri="{FF2B5EF4-FFF2-40B4-BE49-F238E27FC236}">
                <a16:creationId xmlns:a16="http://schemas.microsoft.com/office/drawing/2014/main" id="{79336A9C-A694-FD0E-FB6A-EC41C0B20DE0}"/>
              </a:ext>
            </a:extLst>
          </p:cNvPr>
          <p:cNvCxnSpPr>
            <a:cxnSpLocks/>
          </p:cNvCxnSpPr>
          <p:nvPr/>
        </p:nvCxnSpPr>
        <p:spPr>
          <a:xfrm>
            <a:off x="1453624" y="420443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57" name="그룹 1256">
            <a:extLst>
              <a:ext uri="{FF2B5EF4-FFF2-40B4-BE49-F238E27FC236}">
                <a16:creationId xmlns:a16="http://schemas.microsoft.com/office/drawing/2014/main" id="{756EDDB3-A056-551C-B27A-82143F6E630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2912" y="4619309"/>
            <a:ext cx="148067" cy="108000"/>
            <a:chOff x="7409659" y="2902132"/>
            <a:chExt cx="317047" cy="239471"/>
          </a:xfrm>
        </p:grpSpPr>
        <p:grpSp>
          <p:nvGrpSpPr>
            <p:cNvPr id="1258" name="그룹 1257">
              <a:extLst>
                <a:ext uri="{FF2B5EF4-FFF2-40B4-BE49-F238E27FC236}">
                  <a16:creationId xmlns:a16="http://schemas.microsoft.com/office/drawing/2014/main" id="{D5DD4B92-82C1-0921-6771-79CEE654D95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61" name="직선 연결선 322">
                <a:extLst>
                  <a:ext uri="{FF2B5EF4-FFF2-40B4-BE49-F238E27FC236}">
                    <a16:creationId xmlns:a16="http://schemas.microsoft.com/office/drawing/2014/main" id="{419664F5-BE05-8BC6-ABC3-646BE3F16EC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2" name="직선 연결선 323">
                <a:extLst>
                  <a:ext uri="{FF2B5EF4-FFF2-40B4-BE49-F238E27FC236}">
                    <a16:creationId xmlns:a16="http://schemas.microsoft.com/office/drawing/2014/main" id="{804A92E5-2616-D85E-9391-0A707ED26CF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3" name="직선 연결선 324">
                <a:extLst>
                  <a:ext uri="{FF2B5EF4-FFF2-40B4-BE49-F238E27FC236}">
                    <a16:creationId xmlns:a16="http://schemas.microsoft.com/office/drawing/2014/main" id="{4B502270-7EE8-AAC3-D133-EA5327FECE8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59" name="직선 연결선 326">
              <a:extLst>
                <a:ext uri="{FF2B5EF4-FFF2-40B4-BE49-F238E27FC236}">
                  <a16:creationId xmlns:a16="http://schemas.microsoft.com/office/drawing/2014/main" id="{29DC0748-2801-F036-D5C6-F30E0F9C08E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60" name="타원 1259">
              <a:extLst>
                <a:ext uri="{FF2B5EF4-FFF2-40B4-BE49-F238E27FC236}">
                  <a16:creationId xmlns:a16="http://schemas.microsoft.com/office/drawing/2014/main" id="{9B8B2F1E-6728-6778-9DA8-1A9B777F553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265" name="그룹 1264">
            <a:extLst>
              <a:ext uri="{FF2B5EF4-FFF2-40B4-BE49-F238E27FC236}">
                <a16:creationId xmlns:a16="http://schemas.microsoft.com/office/drawing/2014/main" id="{D48F1293-4602-82FE-EA26-65ECAD85232A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79080" y="5413078"/>
            <a:ext cx="57088" cy="108000"/>
            <a:chOff x="7604467" y="2108611"/>
            <a:chExt cx="122239" cy="239471"/>
          </a:xfrm>
        </p:grpSpPr>
        <p:grpSp>
          <p:nvGrpSpPr>
            <p:cNvPr id="1266" name="그룹 1265">
              <a:extLst>
                <a:ext uri="{FF2B5EF4-FFF2-40B4-BE49-F238E27FC236}">
                  <a16:creationId xmlns:a16="http://schemas.microsoft.com/office/drawing/2014/main" id="{F1201DB0-AF9C-3141-F358-BDF04BD20CE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68" name="직선 연결선 359">
                <a:extLst>
                  <a:ext uri="{FF2B5EF4-FFF2-40B4-BE49-F238E27FC236}">
                    <a16:creationId xmlns:a16="http://schemas.microsoft.com/office/drawing/2014/main" id="{8A8DAD94-F2EA-BEE0-BA42-48EBE54E265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9" name="직선 연결선 360">
                <a:extLst>
                  <a:ext uri="{FF2B5EF4-FFF2-40B4-BE49-F238E27FC236}">
                    <a16:creationId xmlns:a16="http://schemas.microsoft.com/office/drawing/2014/main" id="{FE4C499F-8DE9-42DA-7308-297E2F0F0D8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0" name="직선 연결선 361">
                <a:extLst>
                  <a:ext uri="{FF2B5EF4-FFF2-40B4-BE49-F238E27FC236}">
                    <a16:creationId xmlns:a16="http://schemas.microsoft.com/office/drawing/2014/main" id="{0DD76D33-937B-3185-7E10-C8977B24B0A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67" name="직선 연결선 363">
              <a:extLst>
                <a:ext uri="{FF2B5EF4-FFF2-40B4-BE49-F238E27FC236}">
                  <a16:creationId xmlns:a16="http://schemas.microsoft.com/office/drawing/2014/main" id="{FE7D8E5E-DA49-B8CB-4786-32FF4786BCC0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1" name="직선 연결선 351">
            <a:extLst>
              <a:ext uri="{FF2B5EF4-FFF2-40B4-BE49-F238E27FC236}">
                <a16:creationId xmlns:a16="http://schemas.microsoft.com/office/drawing/2014/main" id="{23923E7C-AFCB-D8FE-E0BB-22E89B3739F9}"/>
              </a:ext>
            </a:extLst>
          </p:cNvPr>
          <p:cNvCxnSpPr>
            <a:cxnSpLocks/>
          </p:cNvCxnSpPr>
          <p:nvPr/>
        </p:nvCxnSpPr>
        <p:spPr>
          <a:xfrm>
            <a:off x="1453624" y="507714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8" name="직선 연결선 351">
            <a:extLst>
              <a:ext uri="{FF2B5EF4-FFF2-40B4-BE49-F238E27FC236}">
                <a16:creationId xmlns:a16="http://schemas.microsoft.com/office/drawing/2014/main" id="{CBEE5D4A-313D-D1ED-329A-0EFFC5D76CBE}"/>
              </a:ext>
            </a:extLst>
          </p:cNvPr>
          <p:cNvCxnSpPr>
            <a:cxnSpLocks/>
          </p:cNvCxnSpPr>
          <p:nvPr/>
        </p:nvCxnSpPr>
        <p:spPr>
          <a:xfrm>
            <a:off x="1453624" y="623020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5" name="직선 연결선 351">
            <a:extLst>
              <a:ext uri="{FF2B5EF4-FFF2-40B4-BE49-F238E27FC236}">
                <a16:creationId xmlns:a16="http://schemas.microsoft.com/office/drawing/2014/main" id="{6E4B5BE3-8729-45EF-C45D-988CCC19EA1E}"/>
              </a:ext>
            </a:extLst>
          </p:cNvPr>
          <p:cNvCxnSpPr>
            <a:cxnSpLocks/>
          </p:cNvCxnSpPr>
          <p:nvPr/>
        </p:nvCxnSpPr>
        <p:spPr>
          <a:xfrm>
            <a:off x="4406032" y="543951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2" name="직선 연결선 351">
            <a:extLst>
              <a:ext uri="{FF2B5EF4-FFF2-40B4-BE49-F238E27FC236}">
                <a16:creationId xmlns:a16="http://schemas.microsoft.com/office/drawing/2014/main" id="{89AF15A9-362B-80DE-AFF2-7FDA1F3C11BC}"/>
              </a:ext>
            </a:extLst>
          </p:cNvPr>
          <p:cNvCxnSpPr>
            <a:cxnSpLocks/>
          </p:cNvCxnSpPr>
          <p:nvPr/>
        </p:nvCxnSpPr>
        <p:spPr>
          <a:xfrm>
            <a:off x="8155151" y="150527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9" name="직선 연결선 351">
            <a:extLst>
              <a:ext uri="{FF2B5EF4-FFF2-40B4-BE49-F238E27FC236}">
                <a16:creationId xmlns:a16="http://schemas.microsoft.com/office/drawing/2014/main" id="{5A19A5AD-AE49-595B-6291-2C465D04619B}"/>
              </a:ext>
            </a:extLst>
          </p:cNvPr>
          <p:cNvCxnSpPr>
            <a:cxnSpLocks/>
          </p:cNvCxnSpPr>
          <p:nvPr/>
        </p:nvCxnSpPr>
        <p:spPr>
          <a:xfrm>
            <a:off x="6046313" y="507649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6" name="직선 연결선 351">
            <a:extLst>
              <a:ext uri="{FF2B5EF4-FFF2-40B4-BE49-F238E27FC236}">
                <a16:creationId xmlns:a16="http://schemas.microsoft.com/office/drawing/2014/main" id="{56E6612F-4FF2-E7CE-C6BE-9975D40193A7}"/>
              </a:ext>
            </a:extLst>
          </p:cNvPr>
          <p:cNvCxnSpPr>
            <a:cxnSpLocks/>
          </p:cNvCxnSpPr>
          <p:nvPr/>
        </p:nvCxnSpPr>
        <p:spPr>
          <a:xfrm>
            <a:off x="4638973" y="5504834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3" name="직선 연결선 351">
            <a:extLst>
              <a:ext uri="{FF2B5EF4-FFF2-40B4-BE49-F238E27FC236}">
                <a16:creationId xmlns:a16="http://schemas.microsoft.com/office/drawing/2014/main" id="{570F2EFC-D3E5-878F-E098-E650D4FDD3F6}"/>
              </a:ext>
            </a:extLst>
          </p:cNvPr>
          <p:cNvCxnSpPr>
            <a:cxnSpLocks/>
          </p:cNvCxnSpPr>
          <p:nvPr/>
        </p:nvCxnSpPr>
        <p:spPr>
          <a:xfrm>
            <a:off x="4634661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5" name="직선 연결선[R] 1314">
            <a:extLst>
              <a:ext uri="{FF2B5EF4-FFF2-40B4-BE49-F238E27FC236}">
                <a16:creationId xmlns:a16="http://schemas.microsoft.com/office/drawing/2014/main" id="{46908D2F-EB03-2F25-4CBB-0CF46E33DBF1}"/>
              </a:ext>
            </a:extLst>
          </p:cNvPr>
          <p:cNvCxnSpPr>
            <a:cxnSpLocks/>
          </p:cNvCxnSpPr>
          <p:nvPr/>
        </p:nvCxnSpPr>
        <p:spPr>
          <a:xfrm flipV="1">
            <a:off x="8030465" y="1441717"/>
            <a:ext cx="0" cy="1218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직선 연결선[R] 1316">
            <a:extLst>
              <a:ext uri="{FF2B5EF4-FFF2-40B4-BE49-F238E27FC236}">
                <a16:creationId xmlns:a16="http://schemas.microsoft.com/office/drawing/2014/main" id="{DCB25ED6-132D-146A-D0FA-3997EC21FF3C}"/>
              </a:ext>
            </a:extLst>
          </p:cNvPr>
          <p:cNvCxnSpPr>
            <a:cxnSpLocks/>
          </p:cNvCxnSpPr>
          <p:nvPr/>
        </p:nvCxnSpPr>
        <p:spPr>
          <a:xfrm>
            <a:off x="5011387" y="1555668"/>
            <a:ext cx="301907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1" name="직선 연결선[R] 1320">
            <a:extLst>
              <a:ext uri="{FF2B5EF4-FFF2-40B4-BE49-F238E27FC236}">
                <a16:creationId xmlns:a16="http://schemas.microsoft.com/office/drawing/2014/main" id="{D8834611-EE7B-D1D9-63DD-16A5BF6EA1C6}"/>
              </a:ext>
            </a:extLst>
          </p:cNvPr>
          <p:cNvCxnSpPr>
            <a:cxnSpLocks/>
          </p:cNvCxnSpPr>
          <p:nvPr/>
        </p:nvCxnSpPr>
        <p:spPr>
          <a:xfrm flipH="1" flipV="1">
            <a:off x="5007981" y="1555668"/>
            <a:ext cx="1" cy="35161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5" name="직선 연결선 351">
            <a:extLst>
              <a:ext uri="{FF2B5EF4-FFF2-40B4-BE49-F238E27FC236}">
                <a16:creationId xmlns:a16="http://schemas.microsoft.com/office/drawing/2014/main" id="{759622B7-E179-9481-3705-1148E3CC3EE7}"/>
              </a:ext>
            </a:extLst>
          </p:cNvPr>
          <p:cNvCxnSpPr>
            <a:cxnSpLocks/>
          </p:cNvCxnSpPr>
          <p:nvPr/>
        </p:nvCxnSpPr>
        <p:spPr>
          <a:xfrm>
            <a:off x="7976465" y="150329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E1FFEB-D5BD-E2D9-150A-D7C354131356}"/>
              </a:ext>
            </a:extLst>
          </p:cNvPr>
          <p:cNvSpPr>
            <a:spLocks/>
          </p:cNvSpPr>
          <p:nvPr/>
        </p:nvSpPr>
        <p:spPr>
          <a:xfrm>
            <a:off x="8958860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87EBB46-7133-1931-6439-9140E12F76CC}"/>
              </a:ext>
            </a:extLst>
          </p:cNvPr>
          <p:cNvSpPr>
            <a:spLocks/>
          </p:cNvSpPr>
          <p:nvPr/>
        </p:nvSpPr>
        <p:spPr>
          <a:xfrm>
            <a:off x="8959411" y="4604040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master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" name="직선 연결선[R] 12">
            <a:extLst>
              <a:ext uri="{FF2B5EF4-FFF2-40B4-BE49-F238E27FC236}">
                <a16:creationId xmlns:a16="http://schemas.microsoft.com/office/drawing/2014/main" id="{24EA563A-11E7-BB25-F65E-2B8F42A2C7ED}"/>
              </a:ext>
            </a:extLst>
          </p:cNvPr>
          <p:cNvCxnSpPr>
            <a:cxnSpLocks/>
            <a:stCxn id="2" idx="1"/>
            <a:endCxn id="794" idx="3"/>
          </p:cNvCxnSpPr>
          <p:nvPr/>
        </p:nvCxnSpPr>
        <p:spPr>
          <a:xfrm flipH="1">
            <a:off x="8588471" y="3924916"/>
            <a:ext cx="37038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[R] 16">
            <a:extLst>
              <a:ext uri="{FF2B5EF4-FFF2-40B4-BE49-F238E27FC236}">
                <a16:creationId xmlns:a16="http://schemas.microsoft.com/office/drawing/2014/main" id="{1091D73D-18F6-E57B-E178-DEE2FA239C13}"/>
              </a:ext>
            </a:extLst>
          </p:cNvPr>
          <p:cNvCxnSpPr>
            <a:cxnSpLocks/>
            <a:stCxn id="12" idx="1"/>
            <a:endCxn id="796" idx="3"/>
          </p:cNvCxnSpPr>
          <p:nvPr/>
        </p:nvCxnSpPr>
        <p:spPr>
          <a:xfrm flipH="1">
            <a:off x="8588471" y="4820040"/>
            <a:ext cx="370940" cy="10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[R] 40">
            <a:extLst>
              <a:ext uri="{FF2B5EF4-FFF2-40B4-BE49-F238E27FC236}">
                <a16:creationId xmlns:a16="http://schemas.microsoft.com/office/drawing/2014/main" id="{A739293A-A17A-6089-CC62-82EEC8DA226E}"/>
              </a:ext>
            </a:extLst>
          </p:cNvPr>
          <p:cNvCxnSpPr>
            <a:cxnSpLocks/>
            <a:stCxn id="12" idx="0"/>
            <a:endCxn id="2" idx="2"/>
          </p:cNvCxnSpPr>
          <p:nvPr/>
        </p:nvCxnSpPr>
        <p:spPr>
          <a:xfrm flipH="1" flipV="1">
            <a:off x="9318860" y="4140916"/>
            <a:ext cx="551" cy="46312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5" name="직선 연결선 351">
            <a:extLst>
              <a:ext uri="{FF2B5EF4-FFF2-40B4-BE49-F238E27FC236}">
                <a16:creationId xmlns:a16="http://schemas.microsoft.com/office/drawing/2014/main" id="{0AB5B44D-F5CE-EBC3-C35F-FA8CDFBE4AB0}"/>
              </a:ext>
            </a:extLst>
          </p:cNvPr>
          <p:cNvCxnSpPr>
            <a:cxnSpLocks/>
          </p:cNvCxnSpPr>
          <p:nvPr/>
        </p:nvCxnSpPr>
        <p:spPr>
          <a:xfrm>
            <a:off x="8901748" y="386987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48" name="그룹 947">
            <a:extLst>
              <a:ext uri="{FF2B5EF4-FFF2-40B4-BE49-F238E27FC236}">
                <a16:creationId xmlns:a16="http://schemas.microsoft.com/office/drawing/2014/main" id="{A49C1D55-5965-C5F0-0027-078D5A8D18F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9347" y="3870916"/>
            <a:ext cx="148067" cy="108000"/>
            <a:chOff x="7409659" y="2902132"/>
            <a:chExt cx="317047" cy="239471"/>
          </a:xfrm>
        </p:grpSpPr>
        <p:grpSp>
          <p:nvGrpSpPr>
            <p:cNvPr id="949" name="그룹 948">
              <a:extLst>
                <a:ext uri="{FF2B5EF4-FFF2-40B4-BE49-F238E27FC236}">
                  <a16:creationId xmlns:a16="http://schemas.microsoft.com/office/drawing/2014/main" id="{07900B9A-6CCF-6FE2-6A2B-738EC7E88DC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53" name="직선 연결선 322">
                <a:extLst>
                  <a:ext uri="{FF2B5EF4-FFF2-40B4-BE49-F238E27FC236}">
                    <a16:creationId xmlns:a16="http://schemas.microsoft.com/office/drawing/2014/main" id="{C657EC57-B8BF-D01F-F3AD-D4BDC61C8AE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5" name="직선 연결선 323">
                <a:extLst>
                  <a:ext uri="{FF2B5EF4-FFF2-40B4-BE49-F238E27FC236}">
                    <a16:creationId xmlns:a16="http://schemas.microsoft.com/office/drawing/2014/main" id="{1D8183B9-2A5C-1AC4-D124-E8A8030E05F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6" name="직선 연결선 324">
                <a:extLst>
                  <a:ext uri="{FF2B5EF4-FFF2-40B4-BE49-F238E27FC236}">
                    <a16:creationId xmlns:a16="http://schemas.microsoft.com/office/drawing/2014/main" id="{AA30430C-5553-B6FF-67A7-D100AFE908A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50" name="직선 연결선 326">
              <a:extLst>
                <a:ext uri="{FF2B5EF4-FFF2-40B4-BE49-F238E27FC236}">
                  <a16:creationId xmlns:a16="http://schemas.microsoft.com/office/drawing/2014/main" id="{08550BAE-FA45-A09E-EBE7-81CFADF7C48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2" name="타원 951">
              <a:extLst>
                <a:ext uri="{FF2B5EF4-FFF2-40B4-BE49-F238E27FC236}">
                  <a16:creationId xmlns:a16="http://schemas.microsoft.com/office/drawing/2014/main" id="{CF50E84D-57B9-99F8-BE7E-71012F8BCAC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959" name="직선 연결선 351">
            <a:extLst>
              <a:ext uri="{FF2B5EF4-FFF2-40B4-BE49-F238E27FC236}">
                <a16:creationId xmlns:a16="http://schemas.microsoft.com/office/drawing/2014/main" id="{12C5737A-2916-321D-0091-BF9C5E89E033}"/>
              </a:ext>
            </a:extLst>
          </p:cNvPr>
          <p:cNvCxnSpPr>
            <a:cxnSpLocks/>
          </p:cNvCxnSpPr>
          <p:nvPr/>
        </p:nvCxnSpPr>
        <p:spPr>
          <a:xfrm>
            <a:off x="9265772" y="419395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71" name="그룹 970">
            <a:extLst>
              <a:ext uri="{FF2B5EF4-FFF2-40B4-BE49-F238E27FC236}">
                <a16:creationId xmlns:a16="http://schemas.microsoft.com/office/drawing/2014/main" id="{46DB25C1-941A-3975-289A-8749790CC3CE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9292396" y="4515904"/>
            <a:ext cx="57088" cy="108000"/>
            <a:chOff x="7604467" y="2108611"/>
            <a:chExt cx="122239" cy="239471"/>
          </a:xfrm>
        </p:grpSpPr>
        <p:grpSp>
          <p:nvGrpSpPr>
            <p:cNvPr id="973" name="그룹 972">
              <a:extLst>
                <a:ext uri="{FF2B5EF4-FFF2-40B4-BE49-F238E27FC236}">
                  <a16:creationId xmlns:a16="http://schemas.microsoft.com/office/drawing/2014/main" id="{C0DD2150-7295-59EA-34A3-FB7A44B6F751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08" name="직선 연결선 359">
                <a:extLst>
                  <a:ext uri="{FF2B5EF4-FFF2-40B4-BE49-F238E27FC236}">
                    <a16:creationId xmlns:a16="http://schemas.microsoft.com/office/drawing/2014/main" id="{A2AE6CC9-543A-0DC8-C9C2-0EC02F9B1F3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9" name="직선 연결선 360">
                <a:extLst>
                  <a:ext uri="{FF2B5EF4-FFF2-40B4-BE49-F238E27FC236}">
                    <a16:creationId xmlns:a16="http://schemas.microsoft.com/office/drawing/2014/main" id="{F65A921E-F513-B51B-DC25-98F0E44FDEF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0" name="직선 연결선 361">
                <a:extLst>
                  <a:ext uri="{FF2B5EF4-FFF2-40B4-BE49-F238E27FC236}">
                    <a16:creationId xmlns:a16="http://schemas.microsoft.com/office/drawing/2014/main" id="{C4F0C0C1-1CCA-3A6B-31F0-B58984B157A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06" name="직선 연결선 363">
              <a:extLst>
                <a:ext uri="{FF2B5EF4-FFF2-40B4-BE49-F238E27FC236}">
                  <a16:creationId xmlns:a16="http://schemas.microsoft.com/office/drawing/2014/main" id="{03614F0B-827D-F626-CB59-7FF6C0290FC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44" name="그룹 1143">
            <a:extLst>
              <a:ext uri="{FF2B5EF4-FFF2-40B4-BE49-F238E27FC236}">
                <a16:creationId xmlns:a16="http://schemas.microsoft.com/office/drawing/2014/main" id="{F069E1A2-E15C-8133-27DC-8A3F0546D71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471" y="4767101"/>
            <a:ext cx="148067" cy="108000"/>
            <a:chOff x="7409659" y="2902132"/>
            <a:chExt cx="317047" cy="239471"/>
          </a:xfrm>
        </p:grpSpPr>
        <p:grpSp>
          <p:nvGrpSpPr>
            <p:cNvPr id="1145" name="그룹 1144">
              <a:extLst>
                <a:ext uri="{FF2B5EF4-FFF2-40B4-BE49-F238E27FC236}">
                  <a16:creationId xmlns:a16="http://schemas.microsoft.com/office/drawing/2014/main" id="{F2353F61-46C5-EBDE-165F-72158F0166C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177" name="직선 연결선 322">
                <a:extLst>
                  <a:ext uri="{FF2B5EF4-FFF2-40B4-BE49-F238E27FC236}">
                    <a16:creationId xmlns:a16="http://schemas.microsoft.com/office/drawing/2014/main" id="{62650A56-3ACC-E878-DA11-6C9FC302EDB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8" name="직선 연결선 323">
                <a:extLst>
                  <a:ext uri="{FF2B5EF4-FFF2-40B4-BE49-F238E27FC236}">
                    <a16:creationId xmlns:a16="http://schemas.microsoft.com/office/drawing/2014/main" id="{74537A86-8FF2-F781-B947-5D1339C7A27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0" name="직선 연결선 324">
                <a:extLst>
                  <a:ext uri="{FF2B5EF4-FFF2-40B4-BE49-F238E27FC236}">
                    <a16:creationId xmlns:a16="http://schemas.microsoft.com/office/drawing/2014/main" id="{2B483564-2064-3989-DFC1-AE06A01F323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74" name="직선 연결선 326">
              <a:extLst>
                <a:ext uri="{FF2B5EF4-FFF2-40B4-BE49-F238E27FC236}">
                  <a16:creationId xmlns:a16="http://schemas.microsoft.com/office/drawing/2014/main" id="{53FC3B17-10D9-750B-2F31-F7511C0D03B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76" name="타원 1175">
              <a:extLst>
                <a:ext uri="{FF2B5EF4-FFF2-40B4-BE49-F238E27FC236}">
                  <a16:creationId xmlns:a16="http://schemas.microsoft.com/office/drawing/2014/main" id="{CD1A021E-0583-B47B-10F7-97A0681E0C8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790" name="직선 연결선 351">
            <a:extLst>
              <a:ext uri="{FF2B5EF4-FFF2-40B4-BE49-F238E27FC236}">
                <a16:creationId xmlns:a16="http://schemas.microsoft.com/office/drawing/2014/main" id="{9663ECE2-C2F6-8B01-642A-138938D99441}"/>
              </a:ext>
            </a:extLst>
          </p:cNvPr>
          <p:cNvCxnSpPr>
            <a:cxnSpLocks/>
          </p:cNvCxnSpPr>
          <p:nvPr/>
        </p:nvCxnSpPr>
        <p:spPr>
          <a:xfrm>
            <a:off x="8908920" y="476710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1" name="직사각형 800">
            <a:extLst>
              <a:ext uri="{FF2B5EF4-FFF2-40B4-BE49-F238E27FC236}">
                <a16:creationId xmlns:a16="http://schemas.microsoft.com/office/drawing/2014/main" id="{AE0F182E-6E28-8858-9A42-8F39BCAA3E8D}"/>
              </a:ext>
            </a:extLst>
          </p:cNvPr>
          <p:cNvSpPr>
            <a:spLocks/>
          </p:cNvSpPr>
          <p:nvPr/>
        </p:nvSpPr>
        <p:spPr>
          <a:xfrm>
            <a:off x="6417494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07" name="직선 연결선[R] 806">
            <a:extLst>
              <a:ext uri="{FF2B5EF4-FFF2-40B4-BE49-F238E27FC236}">
                <a16:creationId xmlns:a16="http://schemas.microsoft.com/office/drawing/2014/main" id="{FB44B726-26C7-8FC0-1AC0-962684B25359}"/>
              </a:ext>
            </a:extLst>
          </p:cNvPr>
          <p:cNvCxnSpPr>
            <a:cxnSpLocks/>
          </p:cNvCxnSpPr>
          <p:nvPr/>
        </p:nvCxnSpPr>
        <p:spPr>
          <a:xfrm flipH="1">
            <a:off x="6027906" y="211130"/>
            <a:ext cx="36888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3" name="그룹 852">
            <a:extLst>
              <a:ext uri="{FF2B5EF4-FFF2-40B4-BE49-F238E27FC236}">
                <a16:creationId xmlns:a16="http://schemas.microsoft.com/office/drawing/2014/main" id="{4110B119-3558-2818-3030-BDFA31A5DAF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6027906" y="157130"/>
            <a:ext cx="148067" cy="108000"/>
            <a:chOff x="7409659" y="2902132"/>
            <a:chExt cx="317047" cy="239471"/>
          </a:xfrm>
        </p:grpSpPr>
        <p:grpSp>
          <p:nvGrpSpPr>
            <p:cNvPr id="854" name="그룹 853">
              <a:extLst>
                <a:ext uri="{FF2B5EF4-FFF2-40B4-BE49-F238E27FC236}">
                  <a16:creationId xmlns:a16="http://schemas.microsoft.com/office/drawing/2014/main" id="{4BA629E6-F263-7C25-8E1C-44BC1A7ADC4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18" name="직선 연결선 322">
                <a:extLst>
                  <a:ext uri="{FF2B5EF4-FFF2-40B4-BE49-F238E27FC236}">
                    <a16:creationId xmlns:a16="http://schemas.microsoft.com/office/drawing/2014/main" id="{1B44AD1F-AF71-77A3-7A37-ED5154C8D78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19" name="직선 연결선 323">
                <a:extLst>
                  <a:ext uri="{FF2B5EF4-FFF2-40B4-BE49-F238E27FC236}">
                    <a16:creationId xmlns:a16="http://schemas.microsoft.com/office/drawing/2014/main" id="{D5BD91AA-C9D9-C7C0-839C-27D80E4DF7F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20" name="직선 연결선 324">
                <a:extLst>
                  <a:ext uri="{FF2B5EF4-FFF2-40B4-BE49-F238E27FC236}">
                    <a16:creationId xmlns:a16="http://schemas.microsoft.com/office/drawing/2014/main" id="{DFB1B9E0-4BC6-FE30-77FC-D79C9F3090B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14" name="직선 연결선 326">
              <a:extLst>
                <a:ext uri="{FF2B5EF4-FFF2-40B4-BE49-F238E27FC236}">
                  <a16:creationId xmlns:a16="http://schemas.microsoft.com/office/drawing/2014/main" id="{0B752B22-1813-A83A-9C2D-299AB363FF9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16" name="타원 1315">
              <a:extLst>
                <a:ext uri="{FF2B5EF4-FFF2-40B4-BE49-F238E27FC236}">
                  <a16:creationId xmlns:a16="http://schemas.microsoft.com/office/drawing/2014/main" id="{86D5B3A7-2173-6797-6FDD-ABEA19C9827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22" name="직선 연결선 351">
            <a:extLst>
              <a:ext uri="{FF2B5EF4-FFF2-40B4-BE49-F238E27FC236}">
                <a16:creationId xmlns:a16="http://schemas.microsoft.com/office/drawing/2014/main" id="{3A74E8C1-D9D2-842F-1DFE-DCA82C293AC1}"/>
              </a:ext>
            </a:extLst>
          </p:cNvPr>
          <p:cNvCxnSpPr>
            <a:cxnSpLocks/>
          </p:cNvCxnSpPr>
          <p:nvPr/>
        </p:nvCxnSpPr>
        <p:spPr>
          <a:xfrm>
            <a:off x="6342679" y="16386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3" name="직사각형 1342">
            <a:extLst>
              <a:ext uri="{FF2B5EF4-FFF2-40B4-BE49-F238E27FC236}">
                <a16:creationId xmlns:a16="http://schemas.microsoft.com/office/drawing/2014/main" id="{B7354529-2147-E4A6-9293-B0ABE11C9948}"/>
              </a:ext>
            </a:extLst>
          </p:cNvPr>
          <p:cNvSpPr>
            <a:spLocks/>
          </p:cNvSpPr>
          <p:nvPr/>
        </p:nvSpPr>
        <p:spPr>
          <a:xfrm>
            <a:off x="6421325" y="584813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benefit</a:t>
            </a:r>
          </a:p>
        </p:txBody>
      </p:sp>
      <p:sp>
        <p:nvSpPr>
          <p:cNvPr id="1344" name="직사각형 1343">
            <a:extLst>
              <a:ext uri="{FF2B5EF4-FFF2-40B4-BE49-F238E27FC236}">
                <a16:creationId xmlns:a16="http://schemas.microsoft.com/office/drawing/2014/main" id="{C47A4B45-5A99-242D-86D3-6C3E3DADC151}"/>
              </a:ext>
            </a:extLst>
          </p:cNvPr>
          <p:cNvSpPr>
            <a:spLocks/>
          </p:cNvSpPr>
          <p:nvPr/>
        </p:nvSpPr>
        <p:spPr>
          <a:xfrm>
            <a:off x="6418531" y="1063587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condition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45" name="직선 연결선[R] 1344">
            <a:extLst>
              <a:ext uri="{FF2B5EF4-FFF2-40B4-BE49-F238E27FC236}">
                <a16:creationId xmlns:a16="http://schemas.microsoft.com/office/drawing/2014/main" id="{004BD845-89BB-FF1C-00F9-EFB43F9B349E}"/>
              </a:ext>
            </a:extLst>
          </p:cNvPr>
          <p:cNvCxnSpPr>
            <a:cxnSpLocks/>
          </p:cNvCxnSpPr>
          <p:nvPr/>
        </p:nvCxnSpPr>
        <p:spPr>
          <a:xfrm flipH="1">
            <a:off x="6027906" y="331152"/>
            <a:ext cx="2635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7" name="직선 연결선[R] 1346">
            <a:extLst>
              <a:ext uri="{FF2B5EF4-FFF2-40B4-BE49-F238E27FC236}">
                <a16:creationId xmlns:a16="http://schemas.microsoft.com/office/drawing/2014/main" id="{CCB2323E-FD2A-F44B-D686-721386A6626C}"/>
              </a:ext>
            </a:extLst>
          </p:cNvPr>
          <p:cNvCxnSpPr>
            <a:cxnSpLocks/>
            <a:stCxn id="1343" idx="1"/>
          </p:cNvCxnSpPr>
          <p:nvPr/>
        </p:nvCxnSpPr>
        <p:spPr>
          <a:xfrm flipH="1">
            <a:off x="6291470" y="800813"/>
            <a:ext cx="12985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0" name="직선 연결선[R] 1349">
            <a:extLst>
              <a:ext uri="{FF2B5EF4-FFF2-40B4-BE49-F238E27FC236}">
                <a16:creationId xmlns:a16="http://schemas.microsoft.com/office/drawing/2014/main" id="{89A8588D-3603-FCE7-F7C3-48F282D3987F}"/>
              </a:ext>
            </a:extLst>
          </p:cNvPr>
          <p:cNvCxnSpPr>
            <a:cxnSpLocks/>
          </p:cNvCxnSpPr>
          <p:nvPr/>
        </p:nvCxnSpPr>
        <p:spPr>
          <a:xfrm>
            <a:off x="6292415" y="345831"/>
            <a:ext cx="0" cy="45853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직선 연결선[R] 1356">
            <a:extLst>
              <a:ext uri="{FF2B5EF4-FFF2-40B4-BE49-F238E27FC236}">
                <a16:creationId xmlns:a16="http://schemas.microsoft.com/office/drawing/2014/main" id="{F5A878FC-C93B-7A8D-6049-38FEC85C2C98}"/>
              </a:ext>
            </a:extLst>
          </p:cNvPr>
          <p:cNvCxnSpPr>
            <a:cxnSpLocks/>
            <a:stCxn id="1344" idx="1"/>
          </p:cNvCxnSpPr>
          <p:nvPr/>
        </p:nvCxnSpPr>
        <p:spPr>
          <a:xfrm flipH="1">
            <a:off x="6211957" y="1279587"/>
            <a:ext cx="20657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직선 연결선[R] 1360">
            <a:extLst>
              <a:ext uri="{FF2B5EF4-FFF2-40B4-BE49-F238E27FC236}">
                <a16:creationId xmlns:a16="http://schemas.microsoft.com/office/drawing/2014/main" id="{2627A807-BCF1-C487-893B-66AB0FF610E5}"/>
              </a:ext>
            </a:extLst>
          </p:cNvPr>
          <p:cNvCxnSpPr>
            <a:cxnSpLocks/>
          </p:cNvCxnSpPr>
          <p:nvPr/>
        </p:nvCxnSpPr>
        <p:spPr>
          <a:xfrm>
            <a:off x="6216215" y="457200"/>
            <a:ext cx="0" cy="8249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4" name="직선 연결선[R] 1363">
            <a:extLst>
              <a:ext uri="{FF2B5EF4-FFF2-40B4-BE49-F238E27FC236}">
                <a16:creationId xmlns:a16="http://schemas.microsoft.com/office/drawing/2014/main" id="{2C1F2C1C-AEBE-BEBA-26CD-F3C481474B34}"/>
              </a:ext>
            </a:extLst>
          </p:cNvPr>
          <p:cNvCxnSpPr>
            <a:cxnSpLocks/>
          </p:cNvCxnSpPr>
          <p:nvPr/>
        </p:nvCxnSpPr>
        <p:spPr>
          <a:xfrm flipH="1">
            <a:off x="6027906" y="448765"/>
            <a:ext cx="18902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66" name="그룹 1365">
            <a:extLst>
              <a:ext uri="{FF2B5EF4-FFF2-40B4-BE49-F238E27FC236}">
                <a16:creationId xmlns:a16="http://schemas.microsoft.com/office/drawing/2014/main" id="{F0DA3F5F-BE40-F555-5B53-02AA4E99E557}"/>
              </a:ext>
            </a:extLst>
          </p:cNvPr>
          <p:cNvGrpSpPr>
            <a:grpSpLocks noChangeAspect="1"/>
          </p:cNvGrpSpPr>
          <p:nvPr/>
        </p:nvGrpSpPr>
        <p:grpSpPr>
          <a:xfrm>
            <a:off x="6347363" y="746146"/>
            <a:ext cx="70242" cy="108000"/>
            <a:chOff x="7604467" y="2108611"/>
            <a:chExt cx="122239" cy="239471"/>
          </a:xfrm>
        </p:grpSpPr>
        <p:grpSp>
          <p:nvGrpSpPr>
            <p:cNvPr id="1367" name="그룹 1366">
              <a:extLst>
                <a:ext uri="{FF2B5EF4-FFF2-40B4-BE49-F238E27FC236}">
                  <a16:creationId xmlns:a16="http://schemas.microsoft.com/office/drawing/2014/main" id="{F03D85DC-7F2E-05A8-CCCF-A205A20C87B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69" name="직선 연결선 359">
                <a:extLst>
                  <a:ext uri="{FF2B5EF4-FFF2-40B4-BE49-F238E27FC236}">
                    <a16:creationId xmlns:a16="http://schemas.microsoft.com/office/drawing/2014/main" id="{2CC823B3-EEBD-6C58-A94E-B9A0ECD515B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0" name="직선 연결선 360">
                <a:extLst>
                  <a:ext uri="{FF2B5EF4-FFF2-40B4-BE49-F238E27FC236}">
                    <a16:creationId xmlns:a16="http://schemas.microsoft.com/office/drawing/2014/main" id="{ED9E1595-C39C-439D-CF70-66FCE92FE0D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1" name="직선 연결선 361">
                <a:extLst>
                  <a:ext uri="{FF2B5EF4-FFF2-40B4-BE49-F238E27FC236}">
                    <a16:creationId xmlns:a16="http://schemas.microsoft.com/office/drawing/2014/main" id="{CE33F383-A059-25F7-D7BA-77E7EDC7B8F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68" name="직선 연결선 363">
              <a:extLst>
                <a:ext uri="{FF2B5EF4-FFF2-40B4-BE49-F238E27FC236}">
                  <a16:creationId xmlns:a16="http://schemas.microsoft.com/office/drawing/2014/main" id="{137E6A27-C7D2-2412-7DF3-9D8BAB4F4A0C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72" name="그룹 1371">
            <a:extLst>
              <a:ext uri="{FF2B5EF4-FFF2-40B4-BE49-F238E27FC236}">
                <a16:creationId xmlns:a16="http://schemas.microsoft.com/office/drawing/2014/main" id="{33B9633E-1B4B-D39A-C64C-534FA88A8D66}"/>
              </a:ext>
            </a:extLst>
          </p:cNvPr>
          <p:cNvGrpSpPr>
            <a:grpSpLocks noChangeAspect="1"/>
          </p:cNvGrpSpPr>
          <p:nvPr/>
        </p:nvGrpSpPr>
        <p:grpSpPr>
          <a:xfrm>
            <a:off x="6264787" y="1224761"/>
            <a:ext cx="148067" cy="108000"/>
            <a:chOff x="7409659" y="2902132"/>
            <a:chExt cx="317047" cy="239471"/>
          </a:xfrm>
        </p:grpSpPr>
        <p:grpSp>
          <p:nvGrpSpPr>
            <p:cNvPr id="1373" name="그룹 1372">
              <a:extLst>
                <a:ext uri="{FF2B5EF4-FFF2-40B4-BE49-F238E27FC236}">
                  <a16:creationId xmlns:a16="http://schemas.microsoft.com/office/drawing/2014/main" id="{01BC59D2-C7F6-6DF0-1C4A-F563F26637A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76" name="직선 연결선 322">
                <a:extLst>
                  <a:ext uri="{FF2B5EF4-FFF2-40B4-BE49-F238E27FC236}">
                    <a16:creationId xmlns:a16="http://schemas.microsoft.com/office/drawing/2014/main" id="{5262FCB2-D9FD-1F22-ABB6-DC4F17249CB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7" name="직선 연결선 323">
                <a:extLst>
                  <a:ext uri="{FF2B5EF4-FFF2-40B4-BE49-F238E27FC236}">
                    <a16:creationId xmlns:a16="http://schemas.microsoft.com/office/drawing/2014/main" id="{41643DE2-8C31-497B-0CE8-DC4C5A87DC9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8" name="직선 연결선 324">
                <a:extLst>
                  <a:ext uri="{FF2B5EF4-FFF2-40B4-BE49-F238E27FC236}">
                    <a16:creationId xmlns:a16="http://schemas.microsoft.com/office/drawing/2014/main" id="{EF079EEE-91AD-CBEC-81E7-287E9DEE1BF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74" name="직선 연결선 326">
              <a:extLst>
                <a:ext uri="{FF2B5EF4-FFF2-40B4-BE49-F238E27FC236}">
                  <a16:creationId xmlns:a16="http://schemas.microsoft.com/office/drawing/2014/main" id="{23E3DECA-7A0E-7C25-C2CE-E3D3F7D21E3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75" name="타원 1374">
              <a:extLst>
                <a:ext uri="{FF2B5EF4-FFF2-40B4-BE49-F238E27FC236}">
                  <a16:creationId xmlns:a16="http://schemas.microsoft.com/office/drawing/2014/main" id="{C2BE96B2-385D-7B31-479D-8A3928A838A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82" name="직선 연결선 351">
            <a:extLst>
              <a:ext uri="{FF2B5EF4-FFF2-40B4-BE49-F238E27FC236}">
                <a16:creationId xmlns:a16="http://schemas.microsoft.com/office/drawing/2014/main" id="{11328871-6BFD-037C-0B3E-251D0EA99FDE}"/>
              </a:ext>
            </a:extLst>
          </p:cNvPr>
          <p:cNvCxnSpPr>
            <a:cxnSpLocks/>
          </p:cNvCxnSpPr>
          <p:nvPr/>
        </p:nvCxnSpPr>
        <p:spPr>
          <a:xfrm>
            <a:off x="6086060" y="26897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3" name="직선 연결선 351">
            <a:extLst>
              <a:ext uri="{FF2B5EF4-FFF2-40B4-BE49-F238E27FC236}">
                <a16:creationId xmlns:a16="http://schemas.microsoft.com/office/drawing/2014/main" id="{39E710C9-CB38-099D-946A-337AC9C901A1}"/>
              </a:ext>
            </a:extLst>
          </p:cNvPr>
          <p:cNvCxnSpPr>
            <a:cxnSpLocks/>
          </p:cNvCxnSpPr>
          <p:nvPr/>
        </p:nvCxnSpPr>
        <p:spPr>
          <a:xfrm>
            <a:off x="6082746" y="39156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6" name="직사각형 1385">
            <a:extLst>
              <a:ext uri="{FF2B5EF4-FFF2-40B4-BE49-F238E27FC236}">
                <a16:creationId xmlns:a16="http://schemas.microsoft.com/office/drawing/2014/main" id="{F2EC8325-8104-1A93-2C07-EA50A9B14EC3}"/>
              </a:ext>
            </a:extLst>
          </p:cNvPr>
          <p:cNvSpPr>
            <a:spLocks/>
          </p:cNvSpPr>
          <p:nvPr/>
        </p:nvSpPr>
        <p:spPr>
          <a:xfrm>
            <a:off x="1147624" y="276689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10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charge</a:t>
            </a:r>
            <a:endParaRPr lang="ko-KR" altLang="en-US" sz="10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7" name="직사각형 1386">
            <a:extLst>
              <a:ext uri="{FF2B5EF4-FFF2-40B4-BE49-F238E27FC236}">
                <a16:creationId xmlns:a16="http://schemas.microsoft.com/office/drawing/2014/main" id="{7C7F331D-7B94-16D8-2A70-2F14E445FFE1}"/>
              </a:ext>
            </a:extLst>
          </p:cNvPr>
          <p:cNvSpPr>
            <a:spLocks/>
          </p:cNvSpPr>
          <p:nvPr/>
        </p:nvSpPr>
        <p:spPr>
          <a:xfrm>
            <a:off x="1147624" y="128676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8" name="직사각형 1387">
            <a:extLst>
              <a:ext uri="{FF2B5EF4-FFF2-40B4-BE49-F238E27FC236}">
                <a16:creationId xmlns:a16="http://schemas.microsoft.com/office/drawing/2014/main" id="{7E777F2B-5B89-FAA9-8693-663CDE461624}"/>
              </a:ext>
            </a:extLst>
          </p:cNvPr>
          <p:cNvSpPr>
            <a:spLocks/>
          </p:cNvSpPr>
          <p:nvPr/>
        </p:nvSpPr>
        <p:spPr>
          <a:xfrm>
            <a:off x="1147624" y="388624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</a:p>
          <a:p>
            <a:pPr algn="ctr"/>
            <a:r>
              <a:rPr lang="en-US" altLang="ko-KR" sz="9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9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92" name="직선 연결선[R] 1391">
            <a:extLst>
              <a:ext uri="{FF2B5EF4-FFF2-40B4-BE49-F238E27FC236}">
                <a16:creationId xmlns:a16="http://schemas.microsoft.com/office/drawing/2014/main" id="{86510CDA-6B84-4EC5-77FF-937DD0FDEA5D}"/>
              </a:ext>
            </a:extLst>
          </p:cNvPr>
          <p:cNvCxnSpPr>
            <a:cxnSpLocks/>
            <a:stCxn id="942" idx="1"/>
            <a:endCxn id="1388" idx="3"/>
          </p:cNvCxnSpPr>
          <p:nvPr/>
        </p:nvCxnSpPr>
        <p:spPr>
          <a:xfrm flipH="1">
            <a:off x="1867624" y="601719"/>
            <a:ext cx="64580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5" name="직선 연결선[R] 1394">
            <a:extLst>
              <a:ext uri="{FF2B5EF4-FFF2-40B4-BE49-F238E27FC236}">
                <a16:creationId xmlns:a16="http://schemas.microsoft.com/office/drawing/2014/main" id="{5B834151-3CDC-9048-4DC5-251D9842546A}"/>
              </a:ext>
            </a:extLst>
          </p:cNvPr>
          <p:cNvCxnSpPr>
            <a:cxnSpLocks/>
            <a:endCxn id="1386" idx="3"/>
          </p:cNvCxnSpPr>
          <p:nvPr/>
        </p:nvCxnSpPr>
        <p:spPr>
          <a:xfrm flipH="1">
            <a:off x="1867624" y="2982895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9" name="직선 연결선[R] 1398">
            <a:extLst>
              <a:ext uri="{FF2B5EF4-FFF2-40B4-BE49-F238E27FC236}">
                <a16:creationId xmlns:a16="http://schemas.microsoft.com/office/drawing/2014/main" id="{23C008DA-F747-0211-59B8-DD7B5BE8037E}"/>
              </a:ext>
            </a:extLst>
          </p:cNvPr>
          <p:cNvCxnSpPr>
            <a:cxnSpLocks/>
          </p:cNvCxnSpPr>
          <p:nvPr/>
        </p:nvCxnSpPr>
        <p:spPr>
          <a:xfrm flipV="1">
            <a:off x="4001010" y="2781100"/>
            <a:ext cx="0" cy="2083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4" name="그룹 1403">
            <a:extLst>
              <a:ext uri="{FF2B5EF4-FFF2-40B4-BE49-F238E27FC236}">
                <a16:creationId xmlns:a16="http://schemas.microsoft.com/office/drawing/2014/main" id="{F4F78E93-FC87-AA7F-2C9C-ECF802A215C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1876" y="2928960"/>
            <a:ext cx="57088" cy="108000"/>
            <a:chOff x="7604467" y="2108611"/>
            <a:chExt cx="122239" cy="239471"/>
          </a:xfrm>
        </p:grpSpPr>
        <p:grpSp>
          <p:nvGrpSpPr>
            <p:cNvPr id="1405" name="그룹 1404">
              <a:extLst>
                <a:ext uri="{FF2B5EF4-FFF2-40B4-BE49-F238E27FC236}">
                  <a16:creationId xmlns:a16="http://schemas.microsoft.com/office/drawing/2014/main" id="{D7D17B40-6235-242C-C773-4B562AEC9B79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407" name="직선 연결선 359">
                <a:extLst>
                  <a:ext uri="{FF2B5EF4-FFF2-40B4-BE49-F238E27FC236}">
                    <a16:creationId xmlns:a16="http://schemas.microsoft.com/office/drawing/2014/main" id="{1842886D-6B93-EE93-0D40-C8B1C4F7525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8" name="직선 연결선 360">
                <a:extLst>
                  <a:ext uri="{FF2B5EF4-FFF2-40B4-BE49-F238E27FC236}">
                    <a16:creationId xmlns:a16="http://schemas.microsoft.com/office/drawing/2014/main" id="{06615631-C187-D5A5-4489-6076D865336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9" name="직선 연결선 361">
                <a:extLst>
                  <a:ext uri="{FF2B5EF4-FFF2-40B4-BE49-F238E27FC236}">
                    <a16:creationId xmlns:a16="http://schemas.microsoft.com/office/drawing/2014/main" id="{1DF0B0A7-C48C-B59C-C238-D8268EE6F23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06" name="직선 연결선 363">
              <a:extLst>
                <a:ext uri="{FF2B5EF4-FFF2-40B4-BE49-F238E27FC236}">
                  <a16:creationId xmlns:a16="http://schemas.microsoft.com/office/drawing/2014/main" id="{A97220C6-EA83-0C50-9577-6148FD8B2E57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10" name="직선 연결선 351">
            <a:extLst>
              <a:ext uri="{FF2B5EF4-FFF2-40B4-BE49-F238E27FC236}">
                <a16:creationId xmlns:a16="http://schemas.microsoft.com/office/drawing/2014/main" id="{ABD23A6E-477D-9755-4280-F73B8ACC2EC7}"/>
              </a:ext>
            </a:extLst>
          </p:cNvPr>
          <p:cNvCxnSpPr>
            <a:cxnSpLocks/>
          </p:cNvCxnSpPr>
          <p:nvPr/>
        </p:nvCxnSpPr>
        <p:spPr>
          <a:xfrm>
            <a:off x="3950630" y="285291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1" name="직선 연결선[R] 1410">
            <a:extLst>
              <a:ext uri="{FF2B5EF4-FFF2-40B4-BE49-F238E27FC236}">
                <a16:creationId xmlns:a16="http://schemas.microsoft.com/office/drawing/2014/main" id="{6CDA3408-B20D-693C-1C50-9A003E6EE130}"/>
              </a:ext>
            </a:extLst>
          </p:cNvPr>
          <p:cNvCxnSpPr>
            <a:cxnSpLocks/>
            <a:endCxn id="1387" idx="3"/>
          </p:cNvCxnSpPr>
          <p:nvPr/>
        </p:nvCxnSpPr>
        <p:spPr>
          <a:xfrm flipH="1">
            <a:off x="1867624" y="1502765"/>
            <a:ext cx="7443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4" name="직선 연결선[R] 1413">
            <a:extLst>
              <a:ext uri="{FF2B5EF4-FFF2-40B4-BE49-F238E27FC236}">
                <a16:creationId xmlns:a16="http://schemas.microsoft.com/office/drawing/2014/main" id="{07CCC85C-16B0-D722-C530-772387FACDCF}"/>
              </a:ext>
            </a:extLst>
          </p:cNvPr>
          <p:cNvCxnSpPr>
            <a:cxnSpLocks/>
          </p:cNvCxnSpPr>
          <p:nvPr/>
        </p:nvCxnSpPr>
        <p:spPr>
          <a:xfrm flipV="1">
            <a:off x="2610855" y="1504010"/>
            <a:ext cx="0" cy="2915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16" name="그룹 1415">
            <a:extLst>
              <a:ext uri="{FF2B5EF4-FFF2-40B4-BE49-F238E27FC236}">
                <a16:creationId xmlns:a16="http://schemas.microsoft.com/office/drawing/2014/main" id="{B9547510-4BB5-E523-FFAA-A4999FA9F2B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1447719"/>
            <a:ext cx="148067" cy="108000"/>
            <a:chOff x="7409659" y="2902132"/>
            <a:chExt cx="317047" cy="239471"/>
          </a:xfrm>
        </p:grpSpPr>
        <p:grpSp>
          <p:nvGrpSpPr>
            <p:cNvPr id="1417" name="그룹 1416">
              <a:extLst>
                <a:ext uri="{FF2B5EF4-FFF2-40B4-BE49-F238E27FC236}">
                  <a16:creationId xmlns:a16="http://schemas.microsoft.com/office/drawing/2014/main" id="{BE5FFAA6-46C9-0923-8C79-571EE0B04A9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0" name="직선 연결선 322">
                <a:extLst>
                  <a:ext uri="{FF2B5EF4-FFF2-40B4-BE49-F238E27FC236}">
                    <a16:creationId xmlns:a16="http://schemas.microsoft.com/office/drawing/2014/main" id="{A2ACF182-8544-93D5-E82E-250BBBBB4FE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1" name="직선 연결선 323">
                <a:extLst>
                  <a:ext uri="{FF2B5EF4-FFF2-40B4-BE49-F238E27FC236}">
                    <a16:creationId xmlns:a16="http://schemas.microsoft.com/office/drawing/2014/main" id="{7BAD60EE-CE66-F512-D6C8-A5F0498B266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2" name="직선 연결선 324">
                <a:extLst>
                  <a:ext uri="{FF2B5EF4-FFF2-40B4-BE49-F238E27FC236}">
                    <a16:creationId xmlns:a16="http://schemas.microsoft.com/office/drawing/2014/main" id="{17222752-8A97-765B-168C-C4773D4A6B1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18" name="직선 연결선 326">
              <a:extLst>
                <a:ext uri="{FF2B5EF4-FFF2-40B4-BE49-F238E27FC236}">
                  <a16:creationId xmlns:a16="http://schemas.microsoft.com/office/drawing/2014/main" id="{41ADBB10-2DBE-2620-8586-B02D3B2467B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19" name="타원 1418">
              <a:extLst>
                <a:ext uri="{FF2B5EF4-FFF2-40B4-BE49-F238E27FC236}">
                  <a16:creationId xmlns:a16="http://schemas.microsoft.com/office/drawing/2014/main" id="{6FE5E7CC-10D1-20DE-2A4C-4663824E9A1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23" name="직선 연결선 351">
            <a:extLst>
              <a:ext uri="{FF2B5EF4-FFF2-40B4-BE49-F238E27FC236}">
                <a16:creationId xmlns:a16="http://schemas.microsoft.com/office/drawing/2014/main" id="{FC0B11C6-898F-2730-E33D-EC4DDD1FDBEF}"/>
              </a:ext>
            </a:extLst>
          </p:cNvPr>
          <p:cNvCxnSpPr>
            <a:cxnSpLocks/>
          </p:cNvCxnSpPr>
          <p:nvPr/>
        </p:nvCxnSpPr>
        <p:spPr>
          <a:xfrm>
            <a:off x="2558461" y="1733591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4" name="직선 연결선 351">
            <a:extLst>
              <a:ext uri="{FF2B5EF4-FFF2-40B4-BE49-F238E27FC236}">
                <a16:creationId xmlns:a16="http://schemas.microsoft.com/office/drawing/2014/main" id="{177F191A-3D62-61FA-F672-730AFF83F478}"/>
              </a:ext>
            </a:extLst>
          </p:cNvPr>
          <p:cNvCxnSpPr>
            <a:cxnSpLocks/>
          </p:cNvCxnSpPr>
          <p:nvPr/>
        </p:nvCxnSpPr>
        <p:spPr>
          <a:xfrm>
            <a:off x="2460249" y="54838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25" name="그룹 1424">
            <a:extLst>
              <a:ext uri="{FF2B5EF4-FFF2-40B4-BE49-F238E27FC236}">
                <a16:creationId xmlns:a16="http://schemas.microsoft.com/office/drawing/2014/main" id="{72FCCD94-7335-2D62-6CF2-34A4E17FB97F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551414"/>
            <a:ext cx="148067" cy="108000"/>
            <a:chOff x="7409659" y="2902132"/>
            <a:chExt cx="317047" cy="239471"/>
          </a:xfrm>
        </p:grpSpPr>
        <p:grpSp>
          <p:nvGrpSpPr>
            <p:cNvPr id="1426" name="그룹 1425">
              <a:extLst>
                <a:ext uri="{FF2B5EF4-FFF2-40B4-BE49-F238E27FC236}">
                  <a16:creationId xmlns:a16="http://schemas.microsoft.com/office/drawing/2014/main" id="{EEB9C65A-3C70-34BD-F613-2C5744D77DA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9" name="직선 연결선 322">
                <a:extLst>
                  <a:ext uri="{FF2B5EF4-FFF2-40B4-BE49-F238E27FC236}">
                    <a16:creationId xmlns:a16="http://schemas.microsoft.com/office/drawing/2014/main" id="{0095821C-1679-36EC-F2ED-0E93A095523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0" name="직선 연결선 323">
                <a:extLst>
                  <a:ext uri="{FF2B5EF4-FFF2-40B4-BE49-F238E27FC236}">
                    <a16:creationId xmlns:a16="http://schemas.microsoft.com/office/drawing/2014/main" id="{681B5FF9-4F0C-7E38-4242-11CD67FA10B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1" name="직선 연결선 324">
                <a:extLst>
                  <a:ext uri="{FF2B5EF4-FFF2-40B4-BE49-F238E27FC236}">
                    <a16:creationId xmlns:a16="http://schemas.microsoft.com/office/drawing/2014/main" id="{6485273E-2A76-EF5B-00D4-F8AF0D24EC7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7" name="직선 연결선 326">
              <a:extLst>
                <a:ext uri="{FF2B5EF4-FFF2-40B4-BE49-F238E27FC236}">
                  <a16:creationId xmlns:a16="http://schemas.microsoft.com/office/drawing/2014/main" id="{B2F0071B-65A0-0C99-8B7D-D6D19D11059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28" name="타원 1427">
              <a:extLst>
                <a:ext uri="{FF2B5EF4-FFF2-40B4-BE49-F238E27FC236}">
                  <a16:creationId xmlns:a16="http://schemas.microsoft.com/office/drawing/2014/main" id="{BF641721-2525-41E5-736B-FA26950D741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32" name="직선 연결선[R] 1431">
            <a:extLst>
              <a:ext uri="{FF2B5EF4-FFF2-40B4-BE49-F238E27FC236}">
                <a16:creationId xmlns:a16="http://schemas.microsoft.com/office/drawing/2014/main" id="{BBDCDD28-380D-EF6C-AF83-7E1CAD7A919C}"/>
              </a:ext>
            </a:extLst>
          </p:cNvPr>
          <p:cNvCxnSpPr>
            <a:cxnSpLocks/>
            <a:stCxn id="1388" idx="1"/>
          </p:cNvCxnSpPr>
          <p:nvPr/>
        </p:nvCxnSpPr>
        <p:spPr>
          <a:xfrm flipH="1">
            <a:off x="732692" y="604624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5" name="직선 연결선[R] 1434">
            <a:extLst>
              <a:ext uri="{FF2B5EF4-FFF2-40B4-BE49-F238E27FC236}">
                <a16:creationId xmlns:a16="http://schemas.microsoft.com/office/drawing/2014/main" id="{E2636CE7-80D6-E478-DDBC-070C4283E638}"/>
              </a:ext>
            </a:extLst>
          </p:cNvPr>
          <p:cNvCxnSpPr>
            <a:cxnSpLocks/>
          </p:cNvCxnSpPr>
          <p:nvPr/>
        </p:nvCxnSpPr>
        <p:spPr>
          <a:xfrm flipV="1">
            <a:off x="733304" y="608711"/>
            <a:ext cx="0" cy="246859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8" name="직선 연결선[R] 1437">
            <a:extLst>
              <a:ext uri="{FF2B5EF4-FFF2-40B4-BE49-F238E27FC236}">
                <a16:creationId xmlns:a16="http://schemas.microsoft.com/office/drawing/2014/main" id="{DFA7517A-60FA-026A-E167-6BEF7361026E}"/>
              </a:ext>
            </a:extLst>
          </p:cNvPr>
          <p:cNvCxnSpPr>
            <a:cxnSpLocks/>
          </p:cNvCxnSpPr>
          <p:nvPr/>
        </p:nvCxnSpPr>
        <p:spPr>
          <a:xfrm flipH="1">
            <a:off x="732692" y="3076680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41" name="그룹 1440">
            <a:extLst>
              <a:ext uri="{FF2B5EF4-FFF2-40B4-BE49-F238E27FC236}">
                <a16:creationId xmlns:a16="http://schemas.microsoft.com/office/drawing/2014/main" id="{76025130-FDDD-D639-F0FD-B2660606D98E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548389"/>
            <a:ext cx="148067" cy="108000"/>
            <a:chOff x="7409659" y="2902132"/>
            <a:chExt cx="317047" cy="239471"/>
          </a:xfrm>
        </p:grpSpPr>
        <p:grpSp>
          <p:nvGrpSpPr>
            <p:cNvPr id="1442" name="그룹 1441">
              <a:extLst>
                <a:ext uri="{FF2B5EF4-FFF2-40B4-BE49-F238E27FC236}">
                  <a16:creationId xmlns:a16="http://schemas.microsoft.com/office/drawing/2014/main" id="{568DFB71-64A7-73FD-D91E-BE69D454F5B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45" name="직선 연결선 322">
                <a:extLst>
                  <a:ext uri="{FF2B5EF4-FFF2-40B4-BE49-F238E27FC236}">
                    <a16:creationId xmlns:a16="http://schemas.microsoft.com/office/drawing/2014/main" id="{D013D21A-2DAA-2ACC-ED66-026F217E766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6" name="직선 연결선 323">
                <a:extLst>
                  <a:ext uri="{FF2B5EF4-FFF2-40B4-BE49-F238E27FC236}">
                    <a16:creationId xmlns:a16="http://schemas.microsoft.com/office/drawing/2014/main" id="{AF6C49F9-9B0C-0891-9FCB-3347A78E38D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7" name="직선 연결선 324">
                <a:extLst>
                  <a:ext uri="{FF2B5EF4-FFF2-40B4-BE49-F238E27FC236}">
                    <a16:creationId xmlns:a16="http://schemas.microsoft.com/office/drawing/2014/main" id="{D474A1E8-99E6-9411-1FD7-868DE95B6BB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43" name="직선 연결선 326">
              <a:extLst>
                <a:ext uri="{FF2B5EF4-FFF2-40B4-BE49-F238E27FC236}">
                  <a16:creationId xmlns:a16="http://schemas.microsoft.com/office/drawing/2014/main" id="{ED0F5164-30E6-92E0-4417-A5415A9FB92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44" name="타원 1443">
              <a:extLst>
                <a:ext uri="{FF2B5EF4-FFF2-40B4-BE49-F238E27FC236}">
                  <a16:creationId xmlns:a16="http://schemas.microsoft.com/office/drawing/2014/main" id="{C2A0764A-0AD0-4742-93CA-CC469A7A618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48" name="직선 연결선 351">
            <a:extLst>
              <a:ext uri="{FF2B5EF4-FFF2-40B4-BE49-F238E27FC236}">
                <a16:creationId xmlns:a16="http://schemas.microsoft.com/office/drawing/2014/main" id="{7147BB71-243F-32EB-0AF9-EDBFDBDAE550}"/>
              </a:ext>
            </a:extLst>
          </p:cNvPr>
          <p:cNvCxnSpPr>
            <a:cxnSpLocks/>
          </p:cNvCxnSpPr>
          <p:nvPr/>
        </p:nvCxnSpPr>
        <p:spPr>
          <a:xfrm>
            <a:off x="1088088" y="303283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9" name="직선 연결선[R] 1448">
            <a:extLst>
              <a:ext uri="{FF2B5EF4-FFF2-40B4-BE49-F238E27FC236}">
                <a16:creationId xmlns:a16="http://schemas.microsoft.com/office/drawing/2014/main" id="{379AC5DB-2B75-9788-AEEA-23DA45EAA05E}"/>
              </a:ext>
            </a:extLst>
          </p:cNvPr>
          <p:cNvCxnSpPr>
            <a:cxnSpLocks/>
            <a:stCxn id="1387" idx="0"/>
            <a:endCxn id="1388" idx="2"/>
          </p:cNvCxnSpPr>
          <p:nvPr/>
        </p:nvCxnSpPr>
        <p:spPr>
          <a:xfrm flipV="1">
            <a:off x="1507624" y="820624"/>
            <a:ext cx="0" cy="46614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2" name="그룹 1451">
            <a:extLst>
              <a:ext uri="{FF2B5EF4-FFF2-40B4-BE49-F238E27FC236}">
                <a16:creationId xmlns:a16="http://schemas.microsoft.com/office/drawing/2014/main" id="{90BD4D7D-F6BD-A9EB-ADA1-0546711FDF4F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591" y="844765"/>
            <a:ext cx="148067" cy="108000"/>
            <a:chOff x="7409659" y="2902132"/>
            <a:chExt cx="317047" cy="239471"/>
          </a:xfrm>
        </p:grpSpPr>
        <p:grpSp>
          <p:nvGrpSpPr>
            <p:cNvPr id="1453" name="그룹 1452">
              <a:extLst>
                <a:ext uri="{FF2B5EF4-FFF2-40B4-BE49-F238E27FC236}">
                  <a16:creationId xmlns:a16="http://schemas.microsoft.com/office/drawing/2014/main" id="{B8E7CB88-B18C-DECB-15BD-8429F32F715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56" name="직선 연결선 322">
                <a:extLst>
                  <a:ext uri="{FF2B5EF4-FFF2-40B4-BE49-F238E27FC236}">
                    <a16:creationId xmlns:a16="http://schemas.microsoft.com/office/drawing/2014/main" id="{B7114E61-16CA-B749-AF78-8858B4767DD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7" name="직선 연결선 323">
                <a:extLst>
                  <a:ext uri="{FF2B5EF4-FFF2-40B4-BE49-F238E27FC236}">
                    <a16:creationId xmlns:a16="http://schemas.microsoft.com/office/drawing/2014/main" id="{C9BC1976-8DD4-548B-0971-C3EEFF2D4E0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8" name="직선 연결선 324">
                <a:extLst>
                  <a:ext uri="{FF2B5EF4-FFF2-40B4-BE49-F238E27FC236}">
                    <a16:creationId xmlns:a16="http://schemas.microsoft.com/office/drawing/2014/main" id="{C06413D9-EBB6-A716-70EC-58467417D93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54" name="직선 연결선 326">
              <a:extLst>
                <a:ext uri="{FF2B5EF4-FFF2-40B4-BE49-F238E27FC236}">
                  <a16:creationId xmlns:a16="http://schemas.microsoft.com/office/drawing/2014/main" id="{F213ACF6-026B-BA9F-022E-99B70F3A378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55" name="타원 1454">
              <a:extLst>
                <a:ext uri="{FF2B5EF4-FFF2-40B4-BE49-F238E27FC236}">
                  <a16:creationId xmlns:a16="http://schemas.microsoft.com/office/drawing/2014/main" id="{DECD5F41-88E6-FE4D-2C26-98A54E11B83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sp>
        <p:nvSpPr>
          <p:cNvPr id="1461" name="제목 1">
            <a:extLst>
              <a:ext uri="{FF2B5EF4-FFF2-40B4-BE49-F238E27FC236}">
                <a16:creationId xmlns:a16="http://schemas.microsoft.com/office/drawing/2014/main" id="{7F29D7EF-E72E-BB4E-8C39-81DB02584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04" y="160360"/>
            <a:ext cx="496074" cy="654861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V2</a:t>
            </a:r>
            <a:endParaRPr lang="ko-KR" altLang="en-US" dirty="0"/>
          </a:p>
        </p:txBody>
      </p:sp>
      <p:grpSp>
        <p:nvGrpSpPr>
          <p:cNvPr id="1462" name="그룹 1461">
            <a:extLst>
              <a:ext uri="{FF2B5EF4-FFF2-40B4-BE49-F238E27FC236}">
                <a16:creationId xmlns:a16="http://schemas.microsoft.com/office/drawing/2014/main" id="{D2765A39-D2CC-859B-A266-D6D4D653DE63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5593842" y="3576188"/>
            <a:ext cx="148067" cy="108000"/>
            <a:chOff x="7409659" y="2902132"/>
            <a:chExt cx="317047" cy="239471"/>
          </a:xfrm>
        </p:grpSpPr>
        <p:grpSp>
          <p:nvGrpSpPr>
            <p:cNvPr id="1463" name="그룹 1462">
              <a:extLst>
                <a:ext uri="{FF2B5EF4-FFF2-40B4-BE49-F238E27FC236}">
                  <a16:creationId xmlns:a16="http://schemas.microsoft.com/office/drawing/2014/main" id="{51A04E82-0DA7-FE65-5AED-999467D118F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66" name="직선 연결선 322">
                <a:extLst>
                  <a:ext uri="{FF2B5EF4-FFF2-40B4-BE49-F238E27FC236}">
                    <a16:creationId xmlns:a16="http://schemas.microsoft.com/office/drawing/2014/main" id="{E1C598C7-38B1-1B83-EF7A-63A6E25ED78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7" name="직선 연결선 323">
                <a:extLst>
                  <a:ext uri="{FF2B5EF4-FFF2-40B4-BE49-F238E27FC236}">
                    <a16:creationId xmlns:a16="http://schemas.microsoft.com/office/drawing/2014/main" id="{011BA773-A8B0-5A2B-ED9F-4BF584E97AC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8" name="직선 연결선 324">
                <a:extLst>
                  <a:ext uri="{FF2B5EF4-FFF2-40B4-BE49-F238E27FC236}">
                    <a16:creationId xmlns:a16="http://schemas.microsoft.com/office/drawing/2014/main" id="{BBCDA98E-ADC6-6194-92B3-5987854855B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64" name="직선 연결선 326">
              <a:extLst>
                <a:ext uri="{FF2B5EF4-FFF2-40B4-BE49-F238E27FC236}">
                  <a16:creationId xmlns:a16="http://schemas.microsoft.com/office/drawing/2014/main" id="{8E5AA7A8-396C-12D2-04D3-2077CD01065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65" name="타원 1464">
              <a:extLst>
                <a:ext uri="{FF2B5EF4-FFF2-40B4-BE49-F238E27FC236}">
                  <a16:creationId xmlns:a16="http://schemas.microsoft.com/office/drawing/2014/main" id="{D7D549DC-C963-3B67-DB51-F34ECD3692D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69" name="그룹 1468">
            <a:extLst>
              <a:ext uri="{FF2B5EF4-FFF2-40B4-BE49-F238E27FC236}">
                <a16:creationId xmlns:a16="http://schemas.microsoft.com/office/drawing/2014/main" id="{42EFDC83-FA68-E8CA-B7CB-7FADBD5B1D80}"/>
              </a:ext>
            </a:extLst>
          </p:cNvPr>
          <p:cNvGrpSpPr>
            <a:grpSpLocks noChangeAspect="1"/>
          </p:cNvGrpSpPr>
          <p:nvPr/>
        </p:nvGrpSpPr>
        <p:grpSpPr>
          <a:xfrm>
            <a:off x="7715105" y="3870916"/>
            <a:ext cx="148067" cy="108000"/>
            <a:chOff x="7409659" y="2902132"/>
            <a:chExt cx="317047" cy="239471"/>
          </a:xfrm>
        </p:grpSpPr>
        <p:grpSp>
          <p:nvGrpSpPr>
            <p:cNvPr id="1470" name="그룹 1469">
              <a:extLst>
                <a:ext uri="{FF2B5EF4-FFF2-40B4-BE49-F238E27FC236}">
                  <a16:creationId xmlns:a16="http://schemas.microsoft.com/office/drawing/2014/main" id="{8C8748E8-C9E9-F342-FAE6-8210625B217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73" name="직선 연결선 322">
                <a:extLst>
                  <a:ext uri="{FF2B5EF4-FFF2-40B4-BE49-F238E27FC236}">
                    <a16:creationId xmlns:a16="http://schemas.microsoft.com/office/drawing/2014/main" id="{B63EB742-DA3B-5C73-DD58-F761193D6DE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4" name="직선 연결선 323">
                <a:extLst>
                  <a:ext uri="{FF2B5EF4-FFF2-40B4-BE49-F238E27FC236}">
                    <a16:creationId xmlns:a16="http://schemas.microsoft.com/office/drawing/2014/main" id="{1BB32B78-8432-609A-2618-9BA2F8A8C82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5" name="직선 연결선 324">
                <a:extLst>
                  <a:ext uri="{FF2B5EF4-FFF2-40B4-BE49-F238E27FC236}">
                    <a16:creationId xmlns:a16="http://schemas.microsoft.com/office/drawing/2014/main" id="{9B173826-BE9E-86D1-4CBC-C116A1EA7EB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1" name="직선 연결선 326">
              <a:extLst>
                <a:ext uri="{FF2B5EF4-FFF2-40B4-BE49-F238E27FC236}">
                  <a16:creationId xmlns:a16="http://schemas.microsoft.com/office/drawing/2014/main" id="{B3EA248A-0897-C77B-BCD6-4182A015C1C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2" name="타원 1471">
              <a:extLst>
                <a:ext uri="{FF2B5EF4-FFF2-40B4-BE49-F238E27FC236}">
                  <a16:creationId xmlns:a16="http://schemas.microsoft.com/office/drawing/2014/main" id="{194F00BB-D76C-7922-A0E6-F562A15DD6A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76" name="그룹 1475">
            <a:extLst>
              <a:ext uri="{FF2B5EF4-FFF2-40B4-BE49-F238E27FC236}">
                <a16:creationId xmlns:a16="http://schemas.microsoft.com/office/drawing/2014/main" id="{324CA7BC-1811-2080-4714-BB9C52333FA6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3884" y="4477068"/>
            <a:ext cx="148067" cy="108000"/>
            <a:chOff x="7409659" y="2902132"/>
            <a:chExt cx="317047" cy="239471"/>
          </a:xfrm>
        </p:grpSpPr>
        <p:grpSp>
          <p:nvGrpSpPr>
            <p:cNvPr id="1477" name="그룹 1476">
              <a:extLst>
                <a:ext uri="{FF2B5EF4-FFF2-40B4-BE49-F238E27FC236}">
                  <a16:creationId xmlns:a16="http://schemas.microsoft.com/office/drawing/2014/main" id="{53F6D0C9-F84C-3AFF-BDCB-551873DB315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0" name="직선 연결선 322">
                <a:extLst>
                  <a:ext uri="{FF2B5EF4-FFF2-40B4-BE49-F238E27FC236}">
                    <a16:creationId xmlns:a16="http://schemas.microsoft.com/office/drawing/2014/main" id="{CE193CBA-1859-7A7E-B66F-A3B727E2297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1" name="직선 연결선 323">
                <a:extLst>
                  <a:ext uri="{FF2B5EF4-FFF2-40B4-BE49-F238E27FC236}">
                    <a16:creationId xmlns:a16="http://schemas.microsoft.com/office/drawing/2014/main" id="{D6C6E06D-71B2-29A8-F37C-A033C086834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2" name="직선 연결선 324">
                <a:extLst>
                  <a:ext uri="{FF2B5EF4-FFF2-40B4-BE49-F238E27FC236}">
                    <a16:creationId xmlns:a16="http://schemas.microsoft.com/office/drawing/2014/main" id="{ABDA136F-1866-54AD-61FF-1D37387E3AC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8" name="직선 연결선 326">
              <a:extLst>
                <a:ext uri="{FF2B5EF4-FFF2-40B4-BE49-F238E27FC236}">
                  <a16:creationId xmlns:a16="http://schemas.microsoft.com/office/drawing/2014/main" id="{2FB85BBD-99A3-F42E-ABE4-86B59A3C395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9" name="타원 1478">
              <a:extLst>
                <a:ext uri="{FF2B5EF4-FFF2-40B4-BE49-F238E27FC236}">
                  <a16:creationId xmlns:a16="http://schemas.microsoft.com/office/drawing/2014/main" id="{45B73A6E-CEF1-FEC4-2050-4FFD14D5C15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83" name="그룹 1482">
            <a:extLst>
              <a:ext uri="{FF2B5EF4-FFF2-40B4-BE49-F238E27FC236}">
                <a16:creationId xmlns:a16="http://schemas.microsoft.com/office/drawing/2014/main" id="{C023AD55-7FD1-3C8B-B8EB-9B4D9E290755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5" y="5374879"/>
            <a:ext cx="148067" cy="108000"/>
            <a:chOff x="7409659" y="2902132"/>
            <a:chExt cx="317047" cy="239471"/>
          </a:xfrm>
        </p:grpSpPr>
        <p:grpSp>
          <p:nvGrpSpPr>
            <p:cNvPr id="1484" name="그룹 1483">
              <a:extLst>
                <a:ext uri="{FF2B5EF4-FFF2-40B4-BE49-F238E27FC236}">
                  <a16:creationId xmlns:a16="http://schemas.microsoft.com/office/drawing/2014/main" id="{AFE7EC95-F612-A2F7-CCA1-7A50F29E0EC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7" name="직선 연결선 322">
                <a:extLst>
                  <a:ext uri="{FF2B5EF4-FFF2-40B4-BE49-F238E27FC236}">
                    <a16:creationId xmlns:a16="http://schemas.microsoft.com/office/drawing/2014/main" id="{02E87005-CB2D-B2C0-2D29-D325123EA8A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8" name="직선 연결선 323">
                <a:extLst>
                  <a:ext uri="{FF2B5EF4-FFF2-40B4-BE49-F238E27FC236}">
                    <a16:creationId xmlns:a16="http://schemas.microsoft.com/office/drawing/2014/main" id="{5CCA3D05-8445-6F6C-5F5A-A83734AA6E0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9" name="직선 연결선 324">
                <a:extLst>
                  <a:ext uri="{FF2B5EF4-FFF2-40B4-BE49-F238E27FC236}">
                    <a16:creationId xmlns:a16="http://schemas.microsoft.com/office/drawing/2014/main" id="{4F35C302-FD5C-66B5-B2C3-10CC81082DC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85" name="직선 연결선 326">
              <a:extLst>
                <a:ext uri="{FF2B5EF4-FFF2-40B4-BE49-F238E27FC236}">
                  <a16:creationId xmlns:a16="http://schemas.microsoft.com/office/drawing/2014/main" id="{51CD2EAA-E20E-3123-D281-FD96C3D12D7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86" name="타원 1485">
              <a:extLst>
                <a:ext uri="{FF2B5EF4-FFF2-40B4-BE49-F238E27FC236}">
                  <a16:creationId xmlns:a16="http://schemas.microsoft.com/office/drawing/2014/main" id="{900D8ACE-2D8A-5507-E0AE-46982A72EC1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1" name="그룹 1490">
            <a:extLst>
              <a:ext uri="{FF2B5EF4-FFF2-40B4-BE49-F238E27FC236}">
                <a16:creationId xmlns:a16="http://schemas.microsoft.com/office/drawing/2014/main" id="{856D7364-3673-BF60-5C66-A8F4EE9495C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5663052"/>
            <a:ext cx="148067" cy="108000"/>
            <a:chOff x="7409659" y="2902132"/>
            <a:chExt cx="317047" cy="239471"/>
          </a:xfrm>
        </p:grpSpPr>
        <p:grpSp>
          <p:nvGrpSpPr>
            <p:cNvPr id="1492" name="그룹 1491">
              <a:extLst>
                <a:ext uri="{FF2B5EF4-FFF2-40B4-BE49-F238E27FC236}">
                  <a16:creationId xmlns:a16="http://schemas.microsoft.com/office/drawing/2014/main" id="{537374F8-0F36-C238-552C-FC199FED449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95" name="직선 연결선 322">
                <a:extLst>
                  <a:ext uri="{FF2B5EF4-FFF2-40B4-BE49-F238E27FC236}">
                    <a16:creationId xmlns:a16="http://schemas.microsoft.com/office/drawing/2014/main" id="{FE733BE0-0AE2-6B85-45CA-3E45B157B11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6" name="직선 연결선 323">
                <a:extLst>
                  <a:ext uri="{FF2B5EF4-FFF2-40B4-BE49-F238E27FC236}">
                    <a16:creationId xmlns:a16="http://schemas.microsoft.com/office/drawing/2014/main" id="{8DFA2DD3-CA42-EA41-D854-8C3685D6C24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7" name="직선 연결선 324">
                <a:extLst>
                  <a:ext uri="{FF2B5EF4-FFF2-40B4-BE49-F238E27FC236}">
                    <a16:creationId xmlns:a16="http://schemas.microsoft.com/office/drawing/2014/main" id="{4AE39939-9F53-1B0A-5227-27167EB785A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93" name="직선 연결선 326">
              <a:extLst>
                <a:ext uri="{FF2B5EF4-FFF2-40B4-BE49-F238E27FC236}">
                  <a16:creationId xmlns:a16="http://schemas.microsoft.com/office/drawing/2014/main" id="{C530ADF8-835C-3F2D-75B3-76B082D1D4D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94" name="타원 1493">
              <a:extLst>
                <a:ext uri="{FF2B5EF4-FFF2-40B4-BE49-F238E27FC236}">
                  <a16:creationId xmlns:a16="http://schemas.microsoft.com/office/drawing/2014/main" id="{706BCD72-7966-343C-3324-E42FA3AC814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8" name="그룹 1497">
            <a:extLst>
              <a:ext uri="{FF2B5EF4-FFF2-40B4-BE49-F238E27FC236}">
                <a16:creationId xmlns:a16="http://schemas.microsoft.com/office/drawing/2014/main" id="{AA92C703-9E92-9A77-08D3-62ACEB20EC0D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5780852"/>
            <a:ext cx="148067" cy="108000"/>
            <a:chOff x="7409659" y="2902132"/>
            <a:chExt cx="317047" cy="239471"/>
          </a:xfrm>
        </p:grpSpPr>
        <p:grpSp>
          <p:nvGrpSpPr>
            <p:cNvPr id="1499" name="그룹 1498">
              <a:extLst>
                <a:ext uri="{FF2B5EF4-FFF2-40B4-BE49-F238E27FC236}">
                  <a16:creationId xmlns:a16="http://schemas.microsoft.com/office/drawing/2014/main" id="{BDE76DDE-C23F-F7F4-A0B3-90314DB0E19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02" name="직선 연결선 322">
                <a:extLst>
                  <a:ext uri="{FF2B5EF4-FFF2-40B4-BE49-F238E27FC236}">
                    <a16:creationId xmlns:a16="http://schemas.microsoft.com/office/drawing/2014/main" id="{89A741F6-0375-C2AB-9F9B-FB3677CDCA0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3" name="직선 연결선 323">
                <a:extLst>
                  <a:ext uri="{FF2B5EF4-FFF2-40B4-BE49-F238E27FC236}">
                    <a16:creationId xmlns:a16="http://schemas.microsoft.com/office/drawing/2014/main" id="{DF96ABDB-4B93-0BC9-25A7-6E6D9D43665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4" name="직선 연결선 324">
                <a:extLst>
                  <a:ext uri="{FF2B5EF4-FFF2-40B4-BE49-F238E27FC236}">
                    <a16:creationId xmlns:a16="http://schemas.microsoft.com/office/drawing/2014/main" id="{40E4BA29-78D7-7757-AFFF-1ABEFAEFEFF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00" name="직선 연결선 326">
              <a:extLst>
                <a:ext uri="{FF2B5EF4-FFF2-40B4-BE49-F238E27FC236}">
                  <a16:creationId xmlns:a16="http://schemas.microsoft.com/office/drawing/2014/main" id="{F9356275-B1C5-C300-A2EF-D632565E699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1" name="타원 1500">
              <a:extLst>
                <a:ext uri="{FF2B5EF4-FFF2-40B4-BE49-F238E27FC236}">
                  <a16:creationId xmlns:a16="http://schemas.microsoft.com/office/drawing/2014/main" id="{21CF938B-A5A7-CCBB-3DBD-3E07D40EC5C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3" name="그룹 1512">
            <a:extLst>
              <a:ext uri="{FF2B5EF4-FFF2-40B4-BE49-F238E27FC236}">
                <a16:creationId xmlns:a16="http://schemas.microsoft.com/office/drawing/2014/main" id="{ECDD82D0-A807-8B93-F3A3-B1B1501BD82B}"/>
              </a:ext>
            </a:extLst>
          </p:cNvPr>
          <p:cNvGrpSpPr/>
          <p:nvPr/>
        </p:nvGrpSpPr>
        <p:grpSpPr>
          <a:xfrm>
            <a:off x="5166275" y="3864653"/>
            <a:ext cx="90979" cy="106796"/>
            <a:chOff x="4947906" y="3396192"/>
            <a:chExt cx="90979" cy="106796"/>
          </a:xfrm>
        </p:grpSpPr>
        <p:cxnSp>
          <p:nvCxnSpPr>
            <p:cNvPr id="1508" name="직선 연결선 326">
              <a:extLst>
                <a:ext uri="{FF2B5EF4-FFF2-40B4-BE49-F238E27FC236}">
                  <a16:creationId xmlns:a16="http://schemas.microsoft.com/office/drawing/2014/main" id="{CA21DB0B-B68E-FCBF-D6AE-B21F42777E3A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9" name="타원 1508">
              <a:extLst>
                <a:ext uri="{FF2B5EF4-FFF2-40B4-BE49-F238E27FC236}">
                  <a16:creationId xmlns:a16="http://schemas.microsoft.com/office/drawing/2014/main" id="{1F4F9C1F-6CA5-09C0-7C88-3697FF57E56D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7" name="그룹 1516">
            <a:extLst>
              <a:ext uri="{FF2B5EF4-FFF2-40B4-BE49-F238E27FC236}">
                <a16:creationId xmlns:a16="http://schemas.microsoft.com/office/drawing/2014/main" id="{0A768528-FDC1-ED86-F3D1-012D9EECB075}"/>
              </a:ext>
            </a:extLst>
          </p:cNvPr>
          <p:cNvGrpSpPr/>
          <p:nvPr/>
        </p:nvGrpSpPr>
        <p:grpSpPr>
          <a:xfrm rot="16200000">
            <a:off x="7983722" y="582314"/>
            <a:ext cx="90979" cy="106796"/>
            <a:chOff x="4947906" y="3396192"/>
            <a:chExt cx="90979" cy="106796"/>
          </a:xfrm>
        </p:grpSpPr>
        <p:cxnSp>
          <p:nvCxnSpPr>
            <p:cNvPr id="1518" name="직선 연결선 326">
              <a:extLst>
                <a:ext uri="{FF2B5EF4-FFF2-40B4-BE49-F238E27FC236}">
                  <a16:creationId xmlns:a16="http://schemas.microsoft.com/office/drawing/2014/main" id="{EF209A45-8D58-A8DB-45AC-32A9C212FB00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19" name="타원 1518">
              <a:extLst>
                <a:ext uri="{FF2B5EF4-FFF2-40B4-BE49-F238E27FC236}">
                  <a16:creationId xmlns:a16="http://schemas.microsoft.com/office/drawing/2014/main" id="{F70112C3-41F2-C4FA-D541-D97EDEBC73B7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0" name="그룹 1519">
            <a:extLst>
              <a:ext uri="{FF2B5EF4-FFF2-40B4-BE49-F238E27FC236}">
                <a16:creationId xmlns:a16="http://schemas.microsoft.com/office/drawing/2014/main" id="{EF72AC72-47CF-E269-BA01-3EC99251E36F}"/>
              </a:ext>
            </a:extLst>
          </p:cNvPr>
          <p:cNvGrpSpPr/>
          <p:nvPr/>
        </p:nvGrpSpPr>
        <p:grpSpPr>
          <a:xfrm rot="16200000">
            <a:off x="8396342" y="587799"/>
            <a:ext cx="90979" cy="106796"/>
            <a:chOff x="4947906" y="3396192"/>
            <a:chExt cx="90979" cy="106796"/>
          </a:xfrm>
        </p:grpSpPr>
        <p:cxnSp>
          <p:nvCxnSpPr>
            <p:cNvPr id="1521" name="직선 연결선 326">
              <a:extLst>
                <a:ext uri="{FF2B5EF4-FFF2-40B4-BE49-F238E27FC236}">
                  <a16:creationId xmlns:a16="http://schemas.microsoft.com/office/drawing/2014/main" id="{3C465E3A-285C-80B0-713F-7B9F64C50F82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2" name="타원 1521">
              <a:extLst>
                <a:ext uri="{FF2B5EF4-FFF2-40B4-BE49-F238E27FC236}">
                  <a16:creationId xmlns:a16="http://schemas.microsoft.com/office/drawing/2014/main" id="{ADDF399F-185E-67D4-B96A-CAB77DD67897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3" name="그룹 1522">
            <a:extLst>
              <a:ext uri="{FF2B5EF4-FFF2-40B4-BE49-F238E27FC236}">
                <a16:creationId xmlns:a16="http://schemas.microsoft.com/office/drawing/2014/main" id="{689EFE5E-7B53-41F8-8662-3F6E47EFFD82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1775186"/>
            <a:ext cx="148067" cy="108000"/>
            <a:chOff x="7409659" y="2902132"/>
            <a:chExt cx="317047" cy="239471"/>
          </a:xfrm>
        </p:grpSpPr>
        <p:grpSp>
          <p:nvGrpSpPr>
            <p:cNvPr id="1524" name="그룹 1523">
              <a:extLst>
                <a:ext uri="{FF2B5EF4-FFF2-40B4-BE49-F238E27FC236}">
                  <a16:creationId xmlns:a16="http://schemas.microsoft.com/office/drawing/2014/main" id="{580FAC0B-E7AD-D545-FB46-46FDC9BEC1F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27" name="직선 연결선 322">
                <a:extLst>
                  <a:ext uri="{FF2B5EF4-FFF2-40B4-BE49-F238E27FC236}">
                    <a16:creationId xmlns:a16="http://schemas.microsoft.com/office/drawing/2014/main" id="{FEA32431-1A1C-6304-9363-FDCF22DF6A0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8" name="직선 연결선 323">
                <a:extLst>
                  <a:ext uri="{FF2B5EF4-FFF2-40B4-BE49-F238E27FC236}">
                    <a16:creationId xmlns:a16="http://schemas.microsoft.com/office/drawing/2014/main" id="{F0A7DF93-66D6-EF10-67CB-D22EAC39726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9" name="직선 연결선 324">
                <a:extLst>
                  <a:ext uri="{FF2B5EF4-FFF2-40B4-BE49-F238E27FC236}">
                    <a16:creationId xmlns:a16="http://schemas.microsoft.com/office/drawing/2014/main" id="{22ECF811-AD22-5BE5-759C-803EF3A64AE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25" name="직선 연결선 326">
              <a:extLst>
                <a:ext uri="{FF2B5EF4-FFF2-40B4-BE49-F238E27FC236}">
                  <a16:creationId xmlns:a16="http://schemas.microsoft.com/office/drawing/2014/main" id="{089B4A96-70E5-86B4-C6AC-D1389E1C0B8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6" name="타원 1525">
              <a:extLst>
                <a:ext uri="{FF2B5EF4-FFF2-40B4-BE49-F238E27FC236}">
                  <a16:creationId xmlns:a16="http://schemas.microsoft.com/office/drawing/2014/main" id="{4999F6A8-DFAD-94E3-A117-C782A214921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0" name="그룹 1529">
            <a:extLst>
              <a:ext uri="{FF2B5EF4-FFF2-40B4-BE49-F238E27FC236}">
                <a16:creationId xmlns:a16="http://schemas.microsoft.com/office/drawing/2014/main" id="{DB4A8C50-FCF4-4E62-4777-1600A975AEE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95620" y="1938529"/>
            <a:ext cx="148067" cy="108000"/>
            <a:chOff x="7409659" y="2902132"/>
            <a:chExt cx="317047" cy="239471"/>
          </a:xfrm>
        </p:grpSpPr>
        <p:grpSp>
          <p:nvGrpSpPr>
            <p:cNvPr id="1531" name="그룹 1530">
              <a:extLst>
                <a:ext uri="{FF2B5EF4-FFF2-40B4-BE49-F238E27FC236}">
                  <a16:creationId xmlns:a16="http://schemas.microsoft.com/office/drawing/2014/main" id="{BFA39DF2-B379-4C26-B3D6-B68D55306F4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34" name="직선 연결선 322">
                <a:extLst>
                  <a:ext uri="{FF2B5EF4-FFF2-40B4-BE49-F238E27FC236}">
                    <a16:creationId xmlns:a16="http://schemas.microsoft.com/office/drawing/2014/main" id="{031D55A4-5A9E-FA3B-8B44-B92B43059B7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5" name="직선 연결선 323">
                <a:extLst>
                  <a:ext uri="{FF2B5EF4-FFF2-40B4-BE49-F238E27FC236}">
                    <a16:creationId xmlns:a16="http://schemas.microsoft.com/office/drawing/2014/main" id="{7B3CBF65-5BC7-00E4-A155-873A94539C0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6" name="직선 연결선 324">
                <a:extLst>
                  <a:ext uri="{FF2B5EF4-FFF2-40B4-BE49-F238E27FC236}">
                    <a16:creationId xmlns:a16="http://schemas.microsoft.com/office/drawing/2014/main" id="{C2EFF541-5713-ADC7-517F-680DF213145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2" name="직선 연결선 326">
              <a:extLst>
                <a:ext uri="{FF2B5EF4-FFF2-40B4-BE49-F238E27FC236}">
                  <a16:creationId xmlns:a16="http://schemas.microsoft.com/office/drawing/2014/main" id="{F6493D45-7D4C-D3F8-E395-DD661156274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33" name="타원 1532">
              <a:extLst>
                <a:ext uri="{FF2B5EF4-FFF2-40B4-BE49-F238E27FC236}">
                  <a16:creationId xmlns:a16="http://schemas.microsoft.com/office/drawing/2014/main" id="{B350C777-E2E6-E070-A580-F86C3EE931B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7" name="그룹 1536">
            <a:extLst>
              <a:ext uri="{FF2B5EF4-FFF2-40B4-BE49-F238E27FC236}">
                <a16:creationId xmlns:a16="http://schemas.microsoft.com/office/drawing/2014/main" id="{94DA755B-9564-736D-347B-053C0F340D8B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2181733"/>
            <a:ext cx="148067" cy="108000"/>
            <a:chOff x="7409659" y="2902132"/>
            <a:chExt cx="317047" cy="239471"/>
          </a:xfrm>
        </p:grpSpPr>
        <p:grpSp>
          <p:nvGrpSpPr>
            <p:cNvPr id="1538" name="그룹 1537">
              <a:extLst>
                <a:ext uri="{FF2B5EF4-FFF2-40B4-BE49-F238E27FC236}">
                  <a16:creationId xmlns:a16="http://schemas.microsoft.com/office/drawing/2014/main" id="{6FFB42E3-E537-F53E-2850-BBC7193F0DA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1" name="직선 연결선 322">
                <a:extLst>
                  <a:ext uri="{FF2B5EF4-FFF2-40B4-BE49-F238E27FC236}">
                    <a16:creationId xmlns:a16="http://schemas.microsoft.com/office/drawing/2014/main" id="{9560F653-E891-1338-DD46-C7B35E0F582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2" name="직선 연결선 323">
                <a:extLst>
                  <a:ext uri="{FF2B5EF4-FFF2-40B4-BE49-F238E27FC236}">
                    <a16:creationId xmlns:a16="http://schemas.microsoft.com/office/drawing/2014/main" id="{BA1363D2-8F20-310A-4E3C-FED4E0EFA63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3" name="직선 연결선 324">
                <a:extLst>
                  <a:ext uri="{FF2B5EF4-FFF2-40B4-BE49-F238E27FC236}">
                    <a16:creationId xmlns:a16="http://schemas.microsoft.com/office/drawing/2014/main" id="{03DB46DD-216D-AEE9-FAD4-25615D7BEC5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9" name="직선 연결선 326">
              <a:extLst>
                <a:ext uri="{FF2B5EF4-FFF2-40B4-BE49-F238E27FC236}">
                  <a16:creationId xmlns:a16="http://schemas.microsoft.com/office/drawing/2014/main" id="{350787F2-FA38-0D75-30CA-635FA467959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0" name="타원 1539">
              <a:extLst>
                <a:ext uri="{FF2B5EF4-FFF2-40B4-BE49-F238E27FC236}">
                  <a16:creationId xmlns:a16="http://schemas.microsoft.com/office/drawing/2014/main" id="{76588712-A388-9814-EE05-6F21451AF59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44" name="그룹 1543">
            <a:extLst>
              <a:ext uri="{FF2B5EF4-FFF2-40B4-BE49-F238E27FC236}">
                <a16:creationId xmlns:a16="http://schemas.microsoft.com/office/drawing/2014/main" id="{7D66A691-BCDC-3B14-43AE-E95A61638050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7" y="2677602"/>
            <a:ext cx="148067" cy="108000"/>
            <a:chOff x="7409659" y="2902132"/>
            <a:chExt cx="317047" cy="239471"/>
          </a:xfrm>
        </p:grpSpPr>
        <p:grpSp>
          <p:nvGrpSpPr>
            <p:cNvPr id="1545" name="그룹 1544">
              <a:extLst>
                <a:ext uri="{FF2B5EF4-FFF2-40B4-BE49-F238E27FC236}">
                  <a16:creationId xmlns:a16="http://schemas.microsoft.com/office/drawing/2014/main" id="{0343664A-84F9-D0B0-4692-6A135349E87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8" name="직선 연결선 322">
                <a:extLst>
                  <a:ext uri="{FF2B5EF4-FFF2-40B4-BE49-F238E27FC236}">
                    <a16:creationId xmlns:a16="http://schemas.microsoft.com/office/drawing/2014/main" id="{A5F8D8D6-E0A0-4EF0-23C2-4337FA3B2A6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9" name="직선 연결선 323">
                <a:extLst>
                  <a:ext uri="{FF2B5EF4-FFF2-40B4-BE49-F238E27FC236}">
                    <a16:creationId xmlns:a16="http://schemas.microsoft.com/office/drawing/2014/main" id="{F2EB1824-DC46-7DA7-9C9C-657492F5B49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0" name="직선 연결선 324">
                <a:extLst>
                  <a:ext uri="{FF2B5EF4-FFF2-40B4-BE49-F238E27FC236}">
                    <a16:creationId xmlns:a16="http://schemas.microsoft.com/office/drawing/2014/main" id="{95E8191D-E4FF-7432-3AF3-6D1DCD02FEA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46" name="직선 연결선 326">
              <a:extLst>
                <a:ext uri="{FF2B5EF4-FFF2-40B4-BE49-F238E27FC236}">
                  <a16:creationId xmlns:a16="http://schemas.microsoft.com/office/drawing/2014/main" id="{74491448-63CF-8BB3-9FE0-63097E82A36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7" name="타원 1546">
              <a:extLst>
                <a:ext uri="{FF2B5EF4-FFF2-40B4-BE49-F238E27FC236}">
                  <a16:creationId xmlns:a16="http://schemas.microsoft.com/office/drawing/2014/main" id="{55795E31-0879-C330-2C59-EA85920DB55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1" name="그룹 1550">
            <a:extLst>
              <a:ext uri="{FF2B5EF4-FFF2-40B4-BE49-F238E27FC236}">
                <a16:creationId xmlns:a16="http://schemas.microsoft.com/office/drawing/2014/main" id="{64C130B8-AFD7-8895-6ED6-4B1EA88FEF4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8153334" y="3263219"/>
            <a:ext cx="148067" cy="108000"/>
            <a:chOff x="7409659" y="2902132"/>
            <a:chExt cx="317047" cy="239471"/>
          </a:xfrm>
        </p:grpSpPr>
        <p:grpSp>
          <p:nvGrpSpPr>
            <p:cNvPr id="1552" name="그룹 1551">
              <a:extLst>
                <a:ext uri="{FF2B5EF4-FFF2-40B4-BE49-F238E27FC236}">
                  <a16:creationId xmlns:a16="http://schemas.microsoft.com/office/drawing/2014/main" id="{7F34DD1C-033B-DE2A-A208-B946B45030C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55" name="직선 연결선 322">
                <a:extLst>
                  <a:ext uri="{FF2B5EF4-FFF2-40B4-BE49-F238E27FC236}">
                    <a16:creationId xmlns:a16="http://schemas.microsoft.com/office/drawing/2014/main" id="{E4FB00CF-C90E-55B9-B513-D2300054485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6" name="직선 연결선 323">
                <a:extLst>
                  <a:ext uri="{FF2B5EF4-FFF2-40B4-BE49-F238E27FC236}">
                    <a16:creationId xmlns:a16="http://schemas.microsoft.com/office/drawing/2014/main" id="{FAD99ACF-01B6-95D8-3352-60390B27E83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7" name="직선 연결선 324">
                <a:extLst>
                  <a:ext uri="{FF2B5EF4-FFF2-40B4-BE49-F238E27FC236}">
                    <a16:creationId xmlns:a16="http://schemas.microsoft.com/office/drawing/2014/main" id="{8AB44E35-79D9-19F1-B0C6-B255CD140D3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53" name="직선 연결선 326">
              <a:extLst>
                <a:ext uri="{FF2B5EF4-FFF2-40B4-BE49-F238E27FC236}">
                  <a16:creationId xmlns:a16="http://schemas.microsoft.com/office/drawing/2014/main" id="{40D3C652-EECC-AD7D-B172-A28425C5345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54" name="타원 1553">
              <a:extLst>
                <a:ext uri="{FF2B5EF4-FFF2-40B4-BE49-F238E27FC236}">
                  <a16:creationId xmlns:a16="http://schemas.microsoft.com/office/drawing/2014/main" id="{C826DF9C-EE1B-3CD0-E552-CA52EA71B8B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9" name="그룹 1558">
            <a:extLst>
              <a:ext uri="{FF2B5EF4-FFF2-40B4-BE49-F238E27FC236}">
                <a16:creationId xmlns:a16="http://schemas.microsoft.com/office/drawing/2014/main" id="{476E0C59-0110-5EB5-3396-6A315D62732E}"/>
              </a:ext>
            </a:extLst>
          </p:cNvPr>
          <p:cNvGrpSpPr>
            <a:grpSpLocks noChangeAspect="1"/>
          </p:cNvGrpSpPr>
          <p:nvPr/>
        </p:nvGrpSpPr>
        <p:grpSpPr>
          <a:xfrm>
            <a:off x="7721117" y="2969185"/>
            <a:ext cx="148067" cy="108000"/>
            <a:chOff x="7409659" y="2902132"/>
            <a:chExt cx="317047" cy="239471"/>
          </a:xfrm>
        </p:grpSpPr>
        <p:grpSp>
          <p:nvGrpSpPr>
            <p:cNvPr id="1560" name="그룹 1559">
              <a:extLst>
                <a:ext uri="{FF2B5EF4-FFF2-40B4-BE49-F238E27FC236}">
                  <a16:creationId xmlns:a16="http://schemas.microsoft.com/office/drawing/2014/main" id="{0EDDAE26-C7F2-61D7-9DC1-693DEA32387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63" name="직선 연결선 322">
                <a:extLst>
                  <a:ext uri="{FF2B5EF4-FFF2-40B4-BE49-F238E27FC236}">
                    <a16:creationId xmlns:a16="http://schemas.microsoft.com/office/drawing/2014/main" id="{7AF334D9-9FEC-F2DE-6F40-36ED8B236F2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4" name="직선 연결선 323">
                <a:extLst>
                  <a:ext uri="{FF2B5EF4-FFF2-40B4-BE49-F238E27FC236}">
                    <a16:creationId xmlns:a16="http://schemas.microsoft.com/office/drawing/2014/main" id="{85DCE9B4-8C41-F815-03D6-DF4F51EAE5C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5" name="직선 연결선 324">
                <a:extLst>
                  <a:ext uri="{FF2B5EF4-FFF2-40B4-BE49-F238E27FC236}">
                    <a16:creationId xmlns:a16="http://schemas.microsoft.com/office/drawing/2014/main" id="{454BA129-7044-0A7F-D14F-B75A1CB361A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1" name="직선 연결선 326">
              <a:extLst>
                <a:ext uri="{FF2B5EF4-FFF2-40B4-BE49-F238E27FC236}">
                  <a16:creationId xmlns:a16="http://schemas.microsoft.com/office/drawing/2014/main" id="{3028C3A6-352C-9449-436C-03A97A21773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62" name="타원 1561">
              <a:extLst>
                <a:ext uri="{FF2B5EF4-FFF2-40B4-BE49-F238E27FC236}">
                  <a16:creationId xmlns:a16="http://schemas.microsoft.com/office/drawing/2014/main" id="{E3CAA135-B3AC-E7F2-5E27-3140C9FB73D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67" name="그룹 1566">
            <a:extLst>
              <a:ext uri="{FF2B5EF4-FFF2-40B4-BE49-F238E27FC236}">
                <a16:creationId xmlns:a16="http://schemas.microsoft.com/office/drawing/2014/main" id="{99031311-0857-23AF-CD9E-7114635F6939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425109" y="3746574"/>
            <a:ext cx="148067" cy="108000"/>
            <a:chOff x="7409659" y="2902132"/>
            <a:chExt cx="317047" cy="239471"/>
          </a:xfrm>
        </p:grpSpPr>
        <p:grpSp>
          <p:nvGrpSpPr>
            <p:cNvPr id="1568" name="그룹 1567">
              <a:extLst>
                <a:ext uri="{FF2B5EF4-FFF2-40B4-BE49-F238E27FC236}">
                  <a16:creationId xmlns:a16="http://schemas.microsoft.com/office/drawing/2014/main" id="{B66F868E-914E-AE99-8048-5E5B901FF6C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71" name="직선 연결선 322">
                <a:extLst>
                  <a:ext uri="{FF2B5EF4-FFF2-40B4-BE49-F238E27FC236}">
                    <a16:creationId xmlns:a16="http://schemas.microsoft.com/office/drawing/2014/main" id="{1BC19640-3DDA-7B56-3244-78718044E12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2" name="직선 연결선 323">
                <a:extLst>
                  <a:ext uri="{FF2B5EF4-FFF2-40B4-BE49-F238E27FC236}">
                    <a16:creationId xmlns:a16="http://schemas.microsoft.com/office/drawing/2014/main" id="{1FB9A1AB-3589-3B08-3CDA-93B2A7D7B47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3" name="직선 연결선 324">
                <a:extLst>
                  <a:ext uri="{FF2B5EF4-FFF2-40B4-BE49-F238E27FC236}">
                    <a16:creationId xmlns:a16="http://schemas.microsoft.com/office/drawing/2014/main" id="{C3BCC925-5DF0-1FD2-9A3E-F50EA3B7240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9" name="직선 연결선 326">
              <a:extLst>
                <a:ext uri="{FF2B5EF4-FFF2-40B4-BE49-F238E27FC236}">
                  <a16:creationId xmlns:a16="http://schemas.microsoft.com/office/drawing/2014/main" id="{854D0CBF-D740-60A3-8C4D-DD05DAE2BD3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70" name="타원 1569">
              <a:extLst>
                <a:ext uri="{FF2B5EF4-FFF2-40B4-BE49-F238E27FC236}">
                  <a16:creationId xmlns:a16="http://schemas.microsoft.com/office/drawing/2014/main" id="{B0043E89-BCF3-4E9E-4135-73503082592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88" name="그룹 1587">
            <a:extLst>
              <a:ext uri="{FF2B5EF4-FFF2-40B4-BE49-F238E27FC236}">
                <a16:creationId xmlns:a16="http://schemas.microsoft.com/office/drawing/2014/main" id="{4046129F-1549-C9C9-7C3F-A8A76ECAB102}"/>
              </a:ext>
            </a:extLst>
          </p:cNvPr>
          <p:cNvGrpSpPr/>
          <p:nvPr/>
        </p:nvGrpSpPr>
        <p:grpSpPr>
          <a:xfrm rot="5400000">
            <a:off x="5810780" y="3550809"/>
            <a:ext cx="90979" cy="106796"/>
            <a:chOff x="4947906" y="3396192"/>
            <a:chExt cx="90979" cy="106796"/>
          </a:xfrm>
        </p:grpSpPr>
        <p:cxnSp>
          <p:nvCxnSpPr>
            <p:cNvPr id="1589" name="직선 연결선 326">
              <a:extLst>
                <a:ext uri="{FF2B5EF4-FFF2-40B4-BE49-F238E27FC236}">
                  <a16:creationId xmlns:a16="http://schemas.microsoft.com/office/drawing/2014/main" id="{8E5040E0-BD4F-DD99-BC4A-1508A7C7779A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0" name="타원 1589">
              <a:extLst>
                <a:ext uri="{FF2B5EF4-FFF2-40B4-BE49-F238E27FC236}">
                  <a16:creationId xmlns:a16="http://schemas.microsoft.com/office/drawing/2014/main" id="{1876556D-335D-F5BC-D789-98D4F182D41E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5" name="그룹 1594">
            <a:extLst>
              <a:ext uri="{FF2B5EF4-FFF2-40B4-BE49-F238E27FC236}">
                <a16:creationId xmlns:a16="http://schemas.microsoft.com/office/drawing/2014/main" id="{CBFB437D-9E99-E946-1A61-8CB103ABED12}"/>
              </a:ext>
            </a:extLst>
          </p:cNvPr>
          <p:cNvGrpSpPr/>
          <p:nvPr/>
        </p:nvGrpSpPr>
        <p:grpSpPr>
          <a:xfrm rot="5400000">
            <a:off x="8396340" y="3550430"/>
            <a:ext cx="90979" cy="106796"/>
            <a:chOff x="4947906" y="3396192"/>
            <a:chExt cx="90979" cy="106796"/>
          </a:xfrm>
        </p:grpSpPr>
        <p:cxnSp>
          <p:nvCxnSpPr>
            <p:cNvPr id="1596" name="직선 연결선 326">
              <a:extLst>
                <a:ext uri="{FF2B5EF4-FFF2-40B4-BE49-F238E27FC236}">
                  <a16:creationId xmlns:a16="http://schemas.microsoft.com/office/drawing/2014/main" id="{920D081C-6F2E-BAF7-B65A-4A207B8398D6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7" name="타원 1596">
              <a:extLst>
                <a:ext uri="{FF2B5EF4-FFF2-40B4-BE49-F238E27FC236}">
                  <a16:creationId xmlns:a16="http://schemas.microsoft.com/office/drawing/2014/main" id="{504BF2B3-54C0-5573-346E-CE7872C8E816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8" name="그룹 1597">
            <a:extLst>
              <a:ext uri="{FF2B5EF4-FFF2-40B4-BE49-F238E27FC236}">
                <a16:creationId xmlns:a16="http://schemas.microsoft.com/office/drawing/2014/main" id="{395C9F99-8E32-6CCA-B20B-83403B27373C}"/>
              </a:ext>
            </a:extLst>
          </p:cNvPr>
          <p:cNvGrpSpPr/>
          <p:nvPr/>
        </p:nvGrpSpPr>
        <p:grpSpPr>
          <a:xfrm rot="10800000">
            <a:off x="10633348" y="3876737"/>
            <a:ext cx="90979" cy="106796"/>
            <a:chOff x="4947906" y="3396192"/>
            <a:chExt cx="90979" cy="106796"/>
          </a:xfrm>
        </p:grpSpPr>
        <p:cxnSp>
          <p:nvCxnSpPr>
            <p:cNvPr id="1599" name="직선 연결선 326">
              <a:extLst>
                <a:ext uri="{FF2B5EF4-FFF2-40B4-BE49-F238E27FC236}">
                  <a16:creationId xmlns:a16="http://schemas.microsoft.com/office/drawing/2014/main" id="{CD8303E9-0E4A-4417-905B-3DC87DC76935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0" name="타원 1599">
              <a:extLst>
                <a:ext uri="{FF2B5EF4-FFF2-40B4-BE49-F238E27FC236}">
                  <a16:creationId xmlns:a16="http://schemas.microsoft.com/office/drawing/2014/main" id="{8C04F66D-8DFD-8D22-D8E3-005FF5A5D0B5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01" name="그룹 1600">
            <a:extLst>
              <a:ext uri="{FF2B5EF4-FFF2-40B4-BE49-F238E27FC236}">
                <a16:creationId xmlns:a16="http://schemas.microsoft.com/office/drawing/2014/main" id="{5624104C-95CE-63DA-D6A7-8D628FAFFEBE}"/>
              </a:ext>
            </a:extLst>
          </p:cNvPr>
          <p:cNvGrpSpPr>
            <a:grpSpLocks noChangeAspect="1"/>
          </p:cNvGrpSpPr>
          <p:nvPr/>
        </p:nvGrpSpPr>
        <p:grpSpPr>
          <a:xfrm>
            <a:off x="9707482" y="2973943"/>
            <a:ext cx="148067" cy="108000"/>
            <a:chOff x="7409659" y="2902132"/>
            <a:chExt cx="317047" cy="239471"/>
          </a:xfrm>
        </p:grpSpPr>
        <p:grpSp>
          <p:nvGrpSpPr>
            <p:cNvPr id="1602" name="그룹 1601">
              <a:extLst>
                <a:ext uri="{FF2B5EF4-FFF2-40B4-BE49-F238E27FC236}">
                  <a16:creationId xmlns:a16="http://schemas.microsoft.com/office/drawing/2014/main" id="{98D6FA14-5145-553F-8B8B-C5A7D166B73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05" name="직선 연결선 322">
                <a:extLst>
                  <a:ext uri="{FF2B5EF4-FFF2-40B4-BE49-F238E27FC236}">
                    <a16:creationId xmlns:a16="http://schemas.microsoft.com/office/drawing/2014/main" id="{3308419F-ECC1-07E6-7ED8-4A8E0381BE6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6" name="직선 연결선 323">
                <a:extLst>
                  <a:ext uri="{FF2B5EF4-FFF2-40B4-BE49-F238E27FC236}">
                    <a16:creationId xmlns:a16="http://schemas.microsoft.com/office/drawing/2014/main" id="{918D960F-7260-0A71-8DAB-769CFF5014E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7" name="직선 연결선 324">
                <a:extLst>
                  <a:ext uri="{FF2B5EF4-FFF2-40B4-BE49-F238E27FC236}">
                    <a16:creationId xmlns:a16="http://schemas.microsoft.com/office/drawing/2014/main" id="{D7B8A471-8DBD-CA08-9C17-B3CF19A088F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03" name="직선 연결선 326">
              <a:extLst>
                <a:ext uri="{FF2B5EF4-FFF2-40B4-BE49-F238E27FC236}">
                  <a16:creationId xmlns:a16="http://schemas.microsoft.com/office/drawing/2014/main" id="{497DBEC6-832E-28F3-2168-CC112305855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4" name="타원 1603">
              <a:extLst>
                <a:ext uri="{FF2B5EF4-FFF2-40B4-BE49-F238E27FC236}">
                  <a16:creationId xmlns:a16="http://schemas.microsoft.com/office/drawing/2014/main" id="{01F2B817-0A72-B741-FDEA-07DBE03B8F1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10" name="그룹 1609">
            <a:extLst>
              <a:ext uri="{FF2B5EF4-FFF2-40B4-BE49-F238E27FC236}">
                <a16:creationId xmlns:a16="http://schemas.microsoft.com/office/drawing/2014/main" id="{4BFEED4F-3DE8-EFA6-E111-53FF8790381E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0145378" y="3271461"/>
            <a:ext cx="148067" cy="108000"/>
            <a:chOff x="7409659" y="2902132"/>
            <a:chExt cx="317047" cy="239471"/>
          </a:xfrm>
        </p:grpSpPr>
        <p:grpSp>
          <p:nvGrpSpPr>
            <p:cNvPr id="1611" name="그룹 1610">
              <a:extLst>
                <a:ext uri="{FF2B5EF4-FFF2-40B4-BE49-F238E27FC236}">
                  <a16:creationId xmlns:a16="http://schemas.microsoft.com/office/drawing/2014/main" id="{BBE943A0-C913-4D80-08CD-BE47F64DB18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14" name="직선 연결선 322">
                <a:extLst>
                  <a:ext uri="{FF2B5EF4-FFF2-40B4-BE49-F238E27FC236}">
                    <a16:creationId xmlns:a16="http://schemas.microsoft.com/office/drawing/2014/main" id="{8BBFDDC5-7CF1-C63B-611D-6DCFF3279EC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5" name="직선 연결선 323">
                <a:extLst>
                  <a:ext uri="{FF2B5EF4-FFF2-40B4-BE49-F238E27FC236}">
                    <a16:creationId xmlns:a16="http://schemas.microsoft.com/office/drawing/2014/main" id="{A5B33773-500D-40A7-3949-038A8F8548C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6" name="직선 연결선 324">
                <a:extLst>
                  <a:ext uri="{FF2B5EF4-FFF2-40B4-BE49-F238E27FC236}">
                    <a16:creationId xmlns:a16="http://schemas.microsoft.com/office/drawing/2014/main" id="{DB04C159-3205-DC5A-DE37-85C68009969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12" name="직선 연결선 326">
              <a:extLst>
                <a:ext uri="{FF2B5EF4-FFF2-40B4-BE49-F238E27FC236}">
                  <a16:creationId xmlns:a16="http://schemas.microsoft.com/office/drawing/2014/main" id="{591DBC86-B10E-DD79-A3F5-1693418AACB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13" name="타원 1612">
              <a:extLst>
                <a:ext uri="{FF2B5EF4-FFF2-40B4-BE49-F238E27FC236}">
                  <a16:creationId xmlns:a16="http://schemas.microsoft.com/office/drawing/2014/main" id="{F5AD4883-3634-C9FB-F74C-43758F25A5A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618" name="직선 연결선[R] 1617">
            <a:extLst>
              <a:ext uri="{FF2B5EF4-FFF2-40B4-BE49-F238E27FC236}">
                <a16:creationId xmlns:a16="http://schemas.microsoft.com/office/drawing/2014/main" id="{EEAFEDB6-8486-A7B2-F1B4-04393790E40D}"/>
              </a:ext>
            </a:extLst>
          </p:cNvPr>
          <p:cNvCxnSpPr>
            <a:cxnSpLocks/>
            <a:endCxn id="793" idx="3"/>
          </p:cNvCxnSpPr>
          <p:nvPr/>
        </p:nvCxnSpPr>
        <p:spPr>
          <a:xfrm flipH="1">
            <a:off x="10579411" y="3031397"/>
            <a:ext cx="910939" cy="14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1" name="직선 연결선[R] 1620">
            <a:extLst>
              <a:ext uri="{FF2B5EF4-FFF2-40B4-BE49-F238E27FC236}">
                <a16:creationId xmlns:a16="http://schemas.microsoft.com/office/drawing/2014/main" id="{3E278593-DC2E-79C2-43BA-5F2C74DCD68F}"/>
              </a:ext>
            </a:extLst>
          </p:cNvPr>
          <p:cNvCxnSpPr>
            <a:cxnSpLocks/>
            <a:stCxn id="872" idx="0"/>
          </p:cNvCxnSpPr>
          <p:nvPr/>
        </p:nvCxnSpPr>
        <p:spPr>
          <a:xfrm flipV="1">
            <a:off x="11499142" y="3032833"/>
            <a:ext cx="0" cy="25535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23" name="그룹 1622">
            <a:extLst>
              <a:ext uri="{FF2B5EF4-FFF2-40B4-BE49-F238E27FC236}">
                <a16:creationId xmlns:a16="http://schemas.microsoft.com/office/drawing/2014/main" id="{000811F8-C7B4-3F4B-42AB-BD4FEE0793B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0579411" y="2981329"/>
            <a:ext cx="148067" cy="108000"/>
            <a:chOff x="7409659" y="2902132"/>
            <a:chExt cx="317047" cy="239471"/>
          </a:xfrm>
        </p:grpSpPr>
        <p:grpSp>
          <p:nvGrpSpPr>
            <p:cNvPr id="1624" name="그룹 1623">
              <a:extLst>
                <a:ext uri="{FF2B5EF4-FFF2-40B4-BE49-F238E27FC236}">
                  <a16:creationId xmlns:a16="http://schemas.microsoft.com/office/drawing/2014/main" id="{B8D26137-E606-0BAA-C97D-1ED2AFD6428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27" name="직선 연결선 322">
                <a:extLst>
                  <a:ext uri="{FF2B5EF4-FFF2-40B4-BE49-F238E27FC236}">
                    <a16:creationId xmlns:a16="http://schemas.microsoft.com/office/drawing/2014/main" id="{19FB051C-3EC1-D6A3-ADB5-4EF5FD185A8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8" name="직선 연결선 323">
                <a:extLst>
                  <a:ext uri="{FF2B5EF4-FFF2-40B4-BE49-F238E27FC236}">
                    <a16:creationId xmlns:a16="http://schemas.microsoft.com/office/drawing/2014/main" id="{D1F6F1F6-9A76-132D-3B51-ED06B7D3597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9" name="직선 연결선 324">
                <a:extLst>
                  <a:ext uri="{FF2B5EF4-FFF2-40B4-BE49-F238E27FC236}">
                    <a16:creationId xmlns:a16="http://schemas.microsoft.com/office/drawing/2014/main" id="{350691F3-D05D-8AA2-496C-09FACFE9FBF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25" name="직선 연결선 326">
              <a:extLst>
                <a:ext uri="{FF2B5EF4-FFF2-40B4-BE49-F238E27FC236}">
                  <a16:creationId xmlns:a16="http://schemas.microsoft.com/office/drawing/2014/main" id="{22DBA4AE-1956-7686-3195-6B794A70FDC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26" name="타원 1625">
              <a:extLst>
                <a:ext uri="{FF2B5EF4-FFF2-40B4-BE49-F238E27FC236}">
                  <a16:creationId xmlns:a16="http://schemas.microsoft.com/office/drawing/2014/main" id="{B7B7F00A-0905-EA84-1ABB-5DC6AB7E932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0" name="그룹 1629">
            <a:extLst>
              <a:ext uri="{FF2B5EF4-FFF2-40B4-BE49-F238E27FC236}">
                <a16:creationId xmlns:a16="http://schemas.microsoft.com/office/drawing/2014/main" id="{2F648C45-E833-403F-9C70-0A3E3837857E}"/>
              </a:ext>
            </a:extLst>
          </p:cNvPr>
          <p:cNvGrpSpPr/>
          <p:nvPr/>
        </p:nvGrpSpPr>
        <p:grpSpPr>
          <a:xfrm rot="5400000">
            <a:off x="11453652" y="3136844"/>
            <a:ext cx="90979" cy="106796"/>
            <a:chOff x="4947906" y="3396192"/>
            <a:chExt cx="90979" cy="106796"/>
          </a:xfrm>
        </p:grpSpPr>
        <p:cxnSp>
          <p:nvCxnSpPr>
            <p:cNvPr id="1631" name="직선 연결선 326">
              <a:extLst>
                <a:ext uri="{FF2B5EF4-FFF2-40B4-BE49-F238E27FC236}">
                  <a16:creationId xmlns:a16="http://schemas.microsoft.com/office/drawing/2014/main" id="{31755F27-B3BB-3B54-8985-DD9B8AF5505F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2" name="타원 1631">
              <a:extLst>
                <a:ext uri="{FF2B5EF4-FFF2-40B4-BE49-F238E27FC236}">
                  <a16:creationId xmlns:a16="http://schemas.microsoft.com/office/drawing/2014/main" id="{1EE9F8B1-9549-B279-EEC1-C60BC60620AA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3" name="그룹 1632">
            <a:extLst>
              <a:ext uri="{FF2B5EF4-FFF2-40B4-BE49-F238E27FC236}">
                <a16:creationId xmlns:a16="http://schemas.microsoft.com/office/drawing/2014/main" id="{8F096CF4-5F69-68AE-3FB0-08C108EFFB64}"/>
              </a:ext>
            </a:extLst>
          </p:cNvPr>
          <p:cNvGrpSpPr/>
          <p:nvPr/>
        </p:nvGrpSpPr>
        <p:grpSpPr>
          <a:xfrm>
            <a:off x="5162781" y="6068181"/>
            <a:ext cx="90979" cy="106796"/>
            <a:chOff x="4947906" y="3396192"/>
            <a:chExt cx="90979" cy="106796"/>
          </a:xfrm>
        </p:grpSpPr>
        <p:cxnSp>
          <p:nvCxnSpPr>
            <p:cNvPr id="1634" name="직선 연결선 326">
              <a:extLst>
                <a:ext uri="{FF2B5EF4-FFF2-40B4-BE49-F238E27FC236}">
                  <a16:creationId xmlns:a16="http://schemas.microsoft.com/office/drawing/2014/main" id="{9FC4E002-F701-10FF-24FF-73F5E3EA8BEB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5" name="타원 1634">
              <a:extLst>
                <a:ext uri="{FF2B5EF4-FFF2-40B4-BE49-F238E27FC236}">
                  <a16:creationId xmlns:a16="http://schemas.microsoft.com/office/drawing/2014/main" id="{9B59EA00-81EF-B509-272B-727071DE000B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43" name="그룹 1642">
            <a:extLst>
              <a:ext uri="{FF2B5EF4-FFF2-40B4-BE49-F238E27FC236}">
                <a16:creationId xmlns:a16="http://schemas.microsoft.com/office/drawing/2014/main" id="{53E0CBC3-1CF7-1CD4-EC8C-B307375B8CC0}"/>
              </a:ext>
            </a:extLst>
          </p:cNvPr>
          <p:cNvGrpSpPr>
            <a:grpSpLocks noChangeAspect="1"/>
          </p:cNvGrpSpPr>
          <p:nvPr/>
        </p:nvGrpSpPr>
        <p:grpSpPr>
          <a:xfrm>
            <a:off x="6440121" y="5663535"/>
            <a:ext cx="148067" cy="108000"/>
            <a:chOff x="7409659" y="2902132"/>
            <a:chExt cx="317047" cy="239471"/>
          </a:xfrm>
        </p:grpSpPr>
        <p:grpSp>
          <p:nvGrpSpPr>
            <p:cNvPr id="1644" name="그룹 1643">
              <a:extLst>
                <a:ext uri="{FF2B5EF4-FFF2-40B4-BE49-F238E27FC236}">
                  <a16:creationId xmlns:a16="http://schemas.microsoft.com/office/drawing/2014/main" id="{A41B680F-D8D6-0D29-FCB5-19C9A30849C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47" name="직선 연결선 322">
                <a:extLst>
                  <a:ext uri="{FF2B5EF4-FFF2-40B4-BE49-F238E27FC236}">
                    <a16:creationId xmlns:a16="http://schemas.microsoft.com/office/drawing/2014/main" id="{EEAA0AFB-57C9-1473-1919-845A77A0D85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8" name="직선 연결선 323">
                <a:extLst>
                  <a:ext uri="{FF2B5EF4-FFF2-40B4-BE49-F238E27FC236}">
                    <a16:creationId xmlns:a16="http://schemas.microsoft.com/office/drawing/2014/main" id="{4FDDD97E-35D4-45A6-AEC8-D05A878DB10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9" name="직선 연결선 324">
                <a:extLst>
                  <a:ext uri="{FF2B5EF4-FFF2-40B4-BE49-F238E27FC236}">
                    <a16:creationId xmlns:a16="http://schemas.microsoft.com/office/drawing/2014/main" id="{AF581EBA-F985-CA6A-5B77-477DEBC9DC1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45" name="직선 연결선 326">
              <a:extLst>
                <a:ext uri="{FF2B5EF4-FFF2-40B4-BE49-F238E27FC236}">
                  <a16:creationId xmlns:a16="http://schemas.microsoft.com/office/drawing/2014/main" id="{B9957393-D0BC-85E5-44D0-F217FCB308B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6" name="타원 1645">
              <a:extLst>
                <a:ext uri="{FF2B5EF4-FFF2-40B4-BE49-F238E27FC236}">
                  <a16:creationId xmlns:a16="http://schemas.microsoft.com/office/drawing/2014/main" id="{6AC6872F-024F-2CBE-6A44-3923089E625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0" name="그룹 1649">
            <a:extLst>
              <a:ext uri="{FF2B5EF4-FFF2-40B4-BE49-F238E27FC236}">
                <a16:creationId xmlns:a16="http://schemas.microsoft.com/office/drawing/2014/main" id="{A311CFE1-5563-6906-392C-8CD5B780251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8188" y="5527249"/>
            <a:ext cx="148067" cy="108000"/>
            <a:chOff x="7409659" y="2902132"/>
            <a:chExt cx="317047" cy="239471"/>
          </a:xfrm>
        </p:grpSpPr>
        <p:grpSp>
          <p:nvGrpSpPr>
            <p:cNvPr id="1651" name="그룹 1650">
              <a:extLst>
                <a:ext uri="{FF2B5EF4-FFF2-40B4-BE49-F238E27FC236}">
                  <a16:creationId xmlns:a16="http://schemas.microsoft.com/office/drawing/2014/main" id="{7FA6D056-99E0-0EE1-B1DB-D5BC91180BF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54" name="직선 연결선 322">
                <a:extLst>
                  <a:ext uri="{FF2B5EF4-FFF2-40B4-BE49-F238E27FC236}">
                    <a16:creationId xmlns:a16="http://schemas.microsoft.com/office/drawing/2014/main" id="{40BDA209-92D2-D0CB-84A6-E447204886A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5" name="직선 연결선 323">
                <a:extLst>
                  <a:ext uri="{FF2B5EF4-FFF2-40B4-BE49-F238E27FC236}">
                    <a16:creationId xmlns:a16="http://schemas.microsoft.com/office/drawing/2014/main" id="{1D7AE02C-5770-842D-EA98-3D59936F8E2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6" name="직선 연결선 324">
                <a:extLst>
                  <a:ext uri="{FF2B5EF4-FFF2-40B4-BE49-F238E27FC236}">
                    <a16:creationId xmlns:a16="http://schemas.microsoft.com/office/drawing/2014/main" id="{D3084F17-BEAF-B007-4CB0-6986C05C853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52" name="직선 연결선 326">
              <a:extLst>
                <a:ext uri="{FF2B5EF4-FFF2-40B4-BE49-F238E27FC236}">
                  <a16:creationId xmlns:a16="http://schemas.microsoft.com/office/drawing/2014/main" id="{59A715B1-02F9-382B-FBEC-C8BD6467B4A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53" name="타원 1652">
              <a:extLst>
                <a:ext uri="{FF2B5EF4-FFF2-40B4-BE49-F238E27FC236}">
                  <a16:creationId xmlns:a16="http://schemas.microsoft.com/office/drawing/2014/main" id="{0024B157-836A-B5C6-F870-04D4D355898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9" name="그룹 1658">
            <a:extLst>
              <a:ext uri="{FF2B5EF4-FFF2-40B4-BE49-F238E27FC236}">
                <a16:creationId xmlns:a16="http://schemas.microsoft.com/office/drawing/2014/main" id="{6880259C-46AB-A0B0-FD34-522DB35A601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7698" y="5666242"/>
            <a:ext cx="148067" cy="108000"/>
            <a:chOff x="7409659" y="2902132"/>
            <a:chExt cx="317047" cy="239471"/>
          </a:xfrm>
        </p:grpSpPr>
        <p:grpSp>
          <p:nvGrpSpPr>
            <p:cNvPr id="1660" name="그룹 1659">
              <a:extLst>
                <a:ext uri="{FF2B5EF4-FFF2-40B4-BE49-F238E27FC236}">
                  <a16:creationId xmlns:a16="http://schemas.microsoft.com/office/drawing/2014/main" id="{536E016A-DD3B-AD43-3D5A-845B0CAB696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63" name="직선 연결선 322">
                <a:extLst>
                  <a:ext uri="{FF2B5EF4-FFF2-40B4-BE49-F238E27FC236}">
                    <a16:creationId xmlns:a16="http://schemas.microsoft.com/office/drawing/2014/main" id="{A1E87CBD-63D1-8C37-BC89-C05F8C6D128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4" name="직선 연결선 323">
                <a:extLst>
                  <a:ext uri="{FF2B5EF4-FFF2-40B4-BE49-F238E27FC236}">
                    <a16:creationId xmlns:a16="http://schemas.microsoft.com/office/drawing/2014/main" id="{DC0997FA-AC3B-8030-2024-A0286BADEE3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5" name="직선 연결선 324">
                <a:extLst>
                  <a:ext uri="{FF2B5EF4-FFF2-40B4-BE49-F238E27FC236}">
                    <a16:creationId xmlns:a16="http://schemas.microsoft.com/office/drawing/2014/main" id="{CD4DD332-4D5C-964F-E3E6-178B744C9A4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1" name="직선 연결선 326">
              <a:extLst>
                <a:ext uri="{FF2B5EF4-FFF2-40B4-BE49-F238E27FC236}">
                  <a16:creationId xmlns:a16="http://schemas.microsoft.com/office/drawing/2014/main" id="{072251EF-669F-24A0-C431-7EECA9E1A19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2" name="타원 1661">
              <a:extLst>
                <a:ext uri="{FF2B5EF4-FFF2-40B4-BE49-F238E27FC236}">
                  <a16:creationId xmlns:a16="http://schemas.microsoft.com/office/drawing/2014/main" id="{E3C07F06-5113-48C0-1529-0A4C84B61BC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66" name="그룹 1665">
            <a:extLst>
              <a:ext uri="{FF2B5EF4-FFF2-40B4-BE49-F238E27FC236}">
                <a16:creationId xmlns:a16="http://schemas.microsoft.com/office/drawing/2014/main" id="{77D3F053-7C92-74FE-4036-0C6B1D53C9C0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40272" y="2791543"/>
            <a:ext cx="148067" cy="108000"/>
            <a:chOff x="7409659" y="2902132"/>
            <a:chExt cx="317047" cy="239471"/>
          </a:xfrm>
        </p:grpSpPr>
        <p:grpSp>
          <p:nvGrpSpPr>
            <p:cNvPr id="1667" name="그룹 1666">
              <a:extLst>
                <a:ext uri="{FF2B5EF4-FFF2-40B4-BE49-F238E27FC236}">
                  <a16:creationId xmlns:a16="http://schemas.microsoft.com/office/drawing/2014/main" id="{95DC23C4-0280-EF53-187D-1AEB84E0E4D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70" name="직선 연결선 322">
                <a:extLst>
                  <a:ext uri="{FF2B5EF4-FFF2-40B4-BE49-F238E27FC236}">
                    <a16:creationId xmlns:a16="http://schemas.microsoft.com/office/drawing/2014/main" id="{7718B96D-F41C-809E-F8D6-A85CC6AE1D6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1" name="직선 연결선 323">
                <a:extLst>
                  <a:ext uri="{FF2B5EF4-FFF2-40B4-BE49-F238E27FC236}">
                    <a16:creationId xmlns:a16="http://schemas.microsoft.com/office/drawing/2014/main" id="{3063B740-51BD-C5C6-BC6C-C6E8064C408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2" name="직선 연결선 324">
                <a:extLst>
                  <a:ext uri="{FF2B5EF4-FFF2-40B4-BE49-F238E27FC236}">
                    <a16:creationId xmlns:a16="http://schemas.microsoft.com/office/drawing/2014/main" id="{2D66F6E9-CA2C-0E41-0696-8D161F474BE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8" name="직선 연결선 326">
              <a:extLst>
                <a:ext uri="{FF2B5EF4-FFF2-40B4-BE49-F238E27FC236}">
                  <a16:creationId xmlns:a16="http://schemas.microsoft.com/office/drawing/2014/main" id="{B6B13C99-1677-95E8-4DED-6071E956EEB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9" name="타원 1668">
              <a:extLst>
                <a:ext uri="{FF2B5EF4-FFF2-40B4-BE49-F238E27FC236}">
                  <a16:creationId xmlns:a16="http://schemas.microsoft.com/office/drawing/2014/main" id="{929303EE-389B-2898-4E5F-8668A856D43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76" name="그룹 1675">
            <a:extLst>
              <a:ext uri="{FF2B5EF4-FFF2-40B4-BE49-F238E27FC236}">
                <a16:creationId xmlns:a16="http://schemas.microsoft.com/office/drawing/2014/main" id="{6ADAF8B2-5A6F-D25E-FDD5-1783A7CED2A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587906" y="2503450"/>
            <a:ext cx="148067" cy="108000"/>
            <a:chOff x="7409659" y="2902132"/>
            <a:chExt cx="317047" cy="239471"/>
          </a:xfrm>
        </p:grpSpPr>
        <p:grpSp>
          <p:nvGrpSpPr>
            <p:cNvPr id="1677" name="그룹 1676">
              <a:extLst>
                <a:ext uri="{FF2B5EF4-FFF2-40B4-BE49-F238E27FC236}">
                  <a16:creationId xmlns:a16="http://schemas.microsoft.com/office/drawing/2014/main" id="{46054F05-FC3F-2C5A-BDDF-34B41CC12C2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0" name="직선 연결선 322">
                <a:extLst>
                  <a:ext uri="{FF2B5EF4-FFF2-40B4-BE49-F238E27FC236}">
                    <a16:creationId xmlns:a16="http://schemas.microsoft.com/office/drawing/2014/main" id="{3E9F0A2B-A3AF-E040-C22F-91709FBFF6B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1" name="직선 연결선 323">
                <a:extLst>
                  <a:ext uri="{FF2B5EF4-FFF2-40B4-BE49-F238E27FC236}">
                    <a16:creationId xmlns:a16="http://schemas.microsoft.com/office/drawing/2014/main" id="{7883AFBB-DD82-A443-5281-16A8FBD8031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2" name="직선 연결선 324">
                <a:extLst>
                  <a:ext uri="{FF2B5EF4-FFF2-40B4-BE49-F238E27FC236}">
                    <a16:creationId xmlns:a16="http://schemas.microsoft.com/office/drawing/2014/main" id="{47AD0510-7EE0-1ECD-BF0D-645159D0146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78" name="직선 연결선 326">
              <a:extLst>
                <a:ext uri="{FF2B5EF4-FFF2-40B4-BE49-F238E27FC236}">
                  <a16:creationId xmlns:a16="http://schemas.microsoft.com/office/drawing/2014/main" id="{E8812D79-43B2-B10B-E1B2-47C12B02F02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79" name="타원 1678">
              <a:extLst>
                <a:ext uri="{FF2B5EF4-FFF2-40B4-BE49-F238E27FC236}">
                  <a16:creationId xmlns:a16="http://schemas.microsoft.com/office/drawing/2014/main" id="{C32F681B-0647-F9E9-7195-3879D0C8C6A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83" name="그룹 1682">
            <a:extLst>
              <a:ext uri="{FF2B5EF4-FFF2-40B4-BE49-F238E27FC236}">
                <a16:creationId xmlns:a16="http://schemas.microsoft.com/office/drawing/2014/main" id="{E2C5492E-5809-EA5E-FA14-598244702197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6874155" y="5068900"/>
            <a:ext cx="148067" cy="108000"/>
            <a:chOff x="7409659" y="2902132"/>
            <a:chExt cx="317047" cy="239471"/>
          </a:xfrm>
        </p:grpSpPr>
        <p:grpSp>
          <p:nvGrpSpPr>
            <p:cNvPr id="1684" name="그룹 1683">
              <a:extLst>
                <a:ext uri="{FF2B5EF4-FFF2-40B4-BE49-F238E27FC236}">
                  <a16:creationId xmlns:a16="http://schemas.microsoft.com/office/drawing/2014/main" id="{C0ED24FF-6A69-0405-59F7-ACFFCD3FDA2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7" name="직선 연결선 322">
                <a:extLst>
                  <a:ext uri="{FF2B5EF4-FFF2-40B4-BE49-F238E27FC236}">
                    <a16:creationId xmlns:a16="http://schemas.microsoft.com/office/drawing/2014/main" id="{76956DB5-6799-742B-1C1B-6E57B8C2014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8" name="직선 연결선 323">
                <a:extLst>
                  <a:ext uri="{FF2B5EF4-FFF2-40B4-BE49-F238E27FC236}">
                    <a16:creationId xmlns:a16="http://schemas.microsoft.com/office/drawing/2014/main" id="{E06F7731-8CA9-D224-4A30-94A63BCD9DF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9" name="직선 연결선 324">
                <a:extLst>
                  <a:ext uri="{FF2B5EF4-FFF2-40B4-BE49-F238E27FC236}">
                    <a16:creationId xmlns:a16="http://schemas.microsoft.com/office/drawing/2014/main" id="{3D7FEBD7-4CFC-8266-BB9E-CCAA015941F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85" name="직선 연결선 326">
              <a:extLst>
                <a:ext uri="{FF2B5EF4-FFF2-40B4-BE49-F238E27FC236}">
                  <a16:creationId xmlns:a16="http://schemas.microsoft.com/office/drawing/2014/main" id="{4F7A3C69-CA79-46D2-F1C6-3FBC5600666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86" name="타원 1685">
              <a:extLst>
                <a:ext uri="{FF2B5EF4-FFF2-40B4-BE49-F238E27FC236}">
                  <a16:creationId xmlns:a16="http://schemas.microsoft.com/office/drawing/2014/main" id="{CA73136B-86A8-DB44-05F4-1B1EB6274B2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92" name="그룹 1691">
            <a:extLst>
              <a:ext uri="{FF2B5EF4-FFF2-40B4-BE49-F238E27FC236}">
                <a16:creationId xmlns:a16="http://schemas.microsoft.com/office/drawing/2014/main" id="{768264B0-2AC0-8BB1-D44F-C29FA17C32E5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041082" y="4482009"/>
            <a:ext cx="148067" cy="108000"/>
            <a:chOff x="7409659" y="2902132"/>
            <a:chExt cx="317047" cy="239471"/>
          </a:xfrm>
        </p:grpSpPr>
        <p:grpSp>
          <p:nvGrpSpPr>
            <p:cNvPr id="1693" name="그룹 1692">
              <a:extLst>
                <a:ext uri="{FF2B5EF4-FFF2-40B4-BE49-F238E27FC236}">
                  <a16:creationId xmlns:a16="http://schemas.microsoft.com/office/drawing/2014/main" id="{42E12E0F-4B22-89C1-3A09-929715AC8EC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96" name="직선 연결선 322">
                <a:extLst>
                  <a:ext uri="{FF2B5EF4-FFF2-40B4-BE49-F238E27FC236}">
                    <a16:creationId xmlns:a16="http://schemas.microsoft.com/office/drawing/2014/main" id="{8FC2AE10-2783-5B1C-829F-16C81293671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7" name="직선 연결선 323">
                <a:extLst>
                  <a:ext uri="{FF2B5EF4-FFF2-40B4-BE49-F238E27FC236}">
                    <a16:creationId xmlns:a16="http://schemas.microsoft.com/office/drawing/2014/main" id="{BEBFA928-26A8-84F9-8D92-9E57A5FB29D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8" name="직선 연결선 324">
                <a:extLst>
                  <a:ext uri="{FF2B5EF4-FFF2-40B4-BE49-F238E27FC236}">
                    <a16:creationId xmlns:a16="http://schemas.microsoft.com/office/drawing/2014/main" id="{150CEC9F-FB67-45BB-3DD6-9A7337501D1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94" name="직선 연결선 326">
              <a:extLst>
                <a:ext uri="{FF2B5EF4-FFF2-40B4-BE49-F238E27FC236}">
                  <a16:creationId xmlns:a16="http://schemas.microsoft.com/office/drawing/2014/main" id="{C1B3EEED-316B-56B2-2CA9-866CF0AEB0B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95" name="타원 1694">
              <a:extLst>
                <a:ext uri="{FF2B5EF4-FFF2-40B4-BE49-F238E27FC236}">
                  <a16:creationId xmlns:a16="http://schemas.microsoft.com/office/drawing/2014/main" id="{9C90E4D8-54EB-D5EA-0030-A69BB2F3713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2" name="그룹 1701">
            <a:extLst>
              <a:ext uri="{FF2B5EF4-FFF2-40B4-BE49-F238E27FC236}">
                <a16:creationId xmlns:a16="http://schemas.microsoft.com/office/drawing/2014/main" id="{56FA66F1-523E-876E-5AE6-8D56E2D5144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800274" y="2792513"/>
            <a:ext cx="148067" cy="108000"/>
            <a:chOff x="7409659" y="2902132"/>
            <a:chExt cx="317047" cy="239471"/>
          </a:xfrm>
        </p:grpSpPr>
        <p:grpSp>
          <p:nvGrpSpPr>
            <p:cNvPr id="1703" name="그룹 1702">
              <a:extLst>
                <a:ext uri="{FF2B5EF4-FFF2-40B4-BE49-F238E27FC236}">
                  <a16:creationId xmlns:a16="http://schemas.microsoft.com/office/drawing/2014/main" id="{D79D08B7-5353-3B69-3502-72DFB1ACE74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06" name="직선 연결선 322">
                <a:extLst>
                  <a:ext uri="{FF2B5EF4-FFF2-40B4-BE49-F238E27FC236}">
                    <a16:creationId xmlns:a16="http://schemas.microsoft.com/office/drawing/2014/main" id="{4F0ACC6D-E067-3949-B438-79132996A99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7" name="직선 연결선 323">
                <a:extLst>
                  <a:ext uri="{FF2B5EF4-FFF2-40B4-BE49-F238E27FC236}">
                    <a16:creationId xmlns:a16="http://schemas.microsoft.com/office/drawing/2014/main" id="{8834C721-504F-3A5D-D230-5E1BB5ED5CF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8" name="직선 연결선 324">
                <a:extLst>
                  <a:ext uri="{FF2B5EF4-FFF2-40B4-BE49-F238E27FC236}">
                    <a16:creationId xmlns:a16="http://schemas.microsoft.com/office/drawing/2014/main" id="{1841F420-F72A-357C-9DC9-DA49E8A869E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04" name="직선 연결선 326">
              <a:extLst>
                <a:ext uri="{FF2B5EF4-FFF2-40B4-BE49-F238E27FC236}">
                  <a16:creationId xmlns:a16="http://schemas.microsoft.com/office/drawing/2014/main" id="{7057F592-240B-0AF1-1417-50D9B2F0835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05" name="타원 1704">
              <a:extLst>
                <a:ext uri="{FF2B5EF4-FFF2-40B4-BE49-F238E27FC236}">
                  <a16:creationId xmlns:a16="http://schemas.microsoft.com/office/drawing/2014/main" id="{1E2195F5-D730-6507-9C2F-0F471B38AE3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9" name="그룹 1708">
            <a:extLst>
              <a:ext uri="{FF2B5EF4-FFF2-40B4-BE49-F238E27FC236}">
                <a16:creationId xmlns:a16="http://schemas.microsoft.com/office/drawing/2014/main" id="{9DF2E4C0-977D-703B-8289-AD690D153870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2503450"/>
            <a:ext cx="148067" cy="108000"/>
            <a:chOff x="7409659" y="2902132"/>
            <a:chExt cx="317047" cy="239471"/>
          </a:xfrm>
        </p:grpSpPr>
        <p:grpSp>
          <p:nvGrpSpPr>
            <p:cNvPr id="1710" name="그룹 1709">
              <a:extLst>
                <a:ext uri="{FF2B5EF4-FFF2-40B4-BE49-F238E27FC236}">
                  <a16:creationId xmlns:a16="http://schemas.microsoft.com/office/drawing/2014/main" id="{2FBE6F02-8341-52F2-CC5F-84F3CA13BFD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13" name="직선 연결선 322">
                <a:extLst>
                  <a:ext uri="{FF2B5EF4-FFF2-40B4-BE49-F238E27FC236}">
                    <a16:creationId xmlns:a16="http://schemas.microsoft.com/office/drawing/2014/main" id="{3F5D2666-F5DF-2CED-6434-2C87B2F62E3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4" name="직선 연결선 323">
                <a:extLst>
                  <a:ext uri="{FF2B5EF4-FFF2-40B4-BE49-F238E27FC236}">
                    <a16:creationId xmlns:a16="http://schemas.microsoft.com/office/drawing/2014/main" id="{4F9B6DB1-97E4-40CD-E949-740F58CC1F4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5" name="직선 연결선 324">
                <a:extLst>
                  <a:ext uri="{FF2B5EF4-FFF2-40B4-BE49-F238E27FC236}">
                    <a16:creationId xmlns:a16="http://schemas.microsoft.com/office/drawing/2014/main" id="{E90A4266-12FE-9A9C-F865-466219C24DE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1" name="직선 연결선 326">
              <a:extLst>
                <a:ext uri="{FF2B5EF4-FFF2-40B4-BE49-F238E27FC236}">
                  <a16:creationId xmlns:a16="http://schemas.microsoft.com/office/drawing/2014/main" id="{4D1425C8-1C5B-D0D9-1A6D-DA64259DE19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2" name="타원 1711">
              <a:extLst>
                <a:ext uri="{FF2B5EF4-FFF2-40B4-BE49-F238E27FC236}">
                  <a16:creationId xmlns:a16="http://schemas.microsoft.com/office/drawing/2014/main" id="{CCF4EBA7-FAB2-DCE9-262D-494557BD117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16" name="그룹 1715">
            <a:extLst>
              <a:ext uri="{FF2B5EF4-FFF2-40B4-BE49-F238E27FC236}">
                <a16:creationId xmlns:a16="http://schemas.microsoft.com/office/drawing/2014/main" id="{01C80536-BC90-F613-45B7-A77E0DA972D0}"/>
              </a:ext>
            </a:extLst>
          </p:cNvPr>
          <p:cNvGrpSpPr>
            <a:grpSpLocks noChangeAspect="1"/>
          </p:cNvGrpSpPr>
          <p:nvPr/>
        </p:nvGrpSpPr>
        <p:grpSpPr>
          <a:xfrm>
            <a:off x="2359423" y="1948443"/>
            <a:ext cx="148067" cy="108000"/>
            <a:chOff x="7409659" y="2902132"/>
            <a:chExt cx="317047" cy="239471"/>
          </a:xfrm>
        </p:grpSpPr>
        <p:grpSp>
          <p:nvGrpSpPr>
            <p:cNvPr id="1717" name="그룹 1716">
              <a:extLst>
                <a:ext uri="{FF2B5EF4-FFF2-40B4-BE49-F238E27FC236}">
                  <a16:creationId xmlns:a16="http://schemas.microsoft.com/office/drawing/2014/main" id="{A661893F-3358-46B5-73CD-7D4D5DDBD80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0" name="직선 연결선 322">
                <a:extLst>
                  <a:ext uri="{FF2B5EF4-FFF2-40B4-BE49-F238E27FC236}">
                    <a16:creationId xmlns:a16="http://schemas.microsoft.com/office/drawing/2014/main" id="{D2822CDD-923A-A1CB-6BEF-B08ABA46BAE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1" name="직선 연결선 323">
                <a:extLst>
                  <a:ext uri="{FF2B5EF4-FFF2-40B4-BE49-F238E27FC236}">
                    <a16:creationId xmlns:a16="http://schemas.microsoft.com/office/drawing/2014/main" id="{8F7151CF-171F-7C21-E090-48C17FB243A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2" name="직선 연결선 324">
                <a:extLst>
                  <a:ext uri="{FF2B5EF4-FFF2-40B4-BE49-F238E27FC236}">
                    <a16:creationId xmlns:a16="http://schemas.microsoft.com/office/drawing/2014/main" id="{08EBEC70-8D02-1E3E-B17E-F62208A98BD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8" name="직선 연결선 326">
              <a:extLst>
                <a:ext uri="{FF2B5EF4-FFF2-40B4-BE49-F238E27FC236}">
                  <a16:creationId xmlns:a16="http://schemas.microsoft.com/office/drawing/2014/main" id="{59D3B78B-8534-1335-57D9-0277DCAD8C4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9" name="타원 1718">
              <a:extLst>
                <a:ext uri="{FF2B5EF4-FFF2-40B4-BE49-F238E27FC236}">
                  <a16:creationId xmlns:a16="http://schemas.microsoft.com/office/drawing/2014/main" id="{AE22DD31-C43D-45DA-7B7E-1A9F9D0285B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23" name="그룹 1722">
            <a:extLst>
              <a:ext uri="{FF2B5EF4-FFF2-40B4-BE49-F238E27FC236}">
                <a16:creationId xmlns:a16="http://schemas.microsoft.com/office/drawing/2014/main" id="{1B71597E-F4D8-84AE-51ED-D973C172DB3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1959431"/>
            <a:ext cx="148067" cy="108000"/>
            <a:chOff x="7409659" y="2902132"/>
            <a:chExt cx="317047" cy="239471"/>
          </a:xfrm>
        </p:grpSpPr>
        <p:grpSp>
          <p:nvGrpSpPr>
            <p:cNvPr id="1724" name="그룹 1723">
              <a:extLst>
                <a:ext uri="{FF2B5EF4-FFF2-40B4-BE49-F238E27FC236}">
                  <a16:creationId xmlns:a16="http://schemas.microsoft.com/office/drawing/2014/main" id="{13485834-2F01-4773-8F4C-AA1B83122A6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7" name="직선 연결선 322">
                <a:extLst>
                  <a:ext uri="{FF2B5EF4-FFF2-40B4-BE49-F238E27FC236}">
                    <a16:creationId xmlns:a16="http://schemas.microsoft.com/office/drawing/2014/main" id="{98CB9BCD-1A0A-FC95-C234-D999E64BC41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8" name="직선 연결선 323">
                <a:extLst>
                  <a:ext uri="{FF2B5EF4-FFF2-40B4-BE49-F238E27FC236}">
                    <a16:creationId xmlns:a16="http://schemas.microsoft.com/office/drawing/2014/main" id="{B385BF47-F7E8-CBDC-3623-8FCE136E6C9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9" name="직선 연결선 324">
                <a:extLst>
                  <a:ext uri="{FF2B5EF4-FFF2-40B4-BE49-F238E27FC236}">
                    <a16:creationId xmlns:a16="http://schemas.microsoft.com/office/drawing/2014/main" id="{69F1DE76-7C5F-F9E4-C7AD-620B4C9F5AA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25" name="직선 연결선 326">
              <a:extLst>
                <a:ext uri="{FF2B5EF4-FFF2-40B4-BE49-F238E27FC236}">
                  <a16:creationId xmlns:a16="http://schemas.microsoft.com/office/drawing/2014/main" id="{36280341-E0B0-BB8A-AAA3-5DF58E08C68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26" name="타원 1725">
              <a:extLst>
                <a:ext uri="{FF2B5EF4-FFF2-40B4-BE49-F238E27FC236}">
                  <a16:creationId xmlns:a16="http://schemas.microsoft.com/office/drawing/2014/main" id="{EC931D34-1C00-5604-82EC-044845B5C78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32" name="직선 연결선[R] 1731">
            <a:extLst>
              <a:ext uri="{FF2B5EF4-FFF2-40B4-BE49-F238E27FC236}">
                <a16:creationId xmlns:a16="http://schemas.microsoft.com/office/drawing/2014/main" id="{1135A7EE-A03D-40AC-BFEA-6718EAE1E03F}"/>
              </a:ext>
            </a:extLst>
          </p:cNvPr>
          <p:cNvCxnSpPr>
            <a:cxnSpLocks/>
            <a:stCxn id="1387" idx="1"/>
          </p:cNvCxnSpPr>
          <p:nvPr/>
        </p:nvCxnSpPr>
        <p:spPr>
          <a:xfrm flipH="1">
            <a:off x="879231" y="1502765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7" name="직선 연결선[R] 1736">
            <a:extLst>
              <a:ext uri="{FF2B5EF4-FFF2-40B4-BE49-F238E27FC236}">
                <a16:creationId xmlns:a16="http://schemas.microsoft.com/office/drawing/2014/main" id="{52813732-2FB1-2FAB-4BCF-11AB614F20F6}"/>
              </a:ext>
            </a:extLst>
          </p:cNvPr>
          <p:cNvCxnSpPr>
            <a:cxnSpLocks/>
          </p:cNvCxnSpPr>
          <p:nvPr/>
        </p:nvCxnSpPr>
        <p:spPr>
          <a:xfrm flipH="1">
            <a:off x="879231" y="2921257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8" name="직선 연결선[R] 1737">
            <a:extLst>
              <a:ext uri="{FF2B5EF4-FFF2-40B4-BE49-F238E27FC236}">
                <a16:creationId xmlns:a16="http://schemas.microsoft.com/office/drawing/2014/main" id="{5C499B64-22B1-98FF-3E22-F8E9058110D3}"/>
              </a:ext>
            </a:extLst>
          </p:cNvPr>
          <p:cNvCxnSpPr>
            <a:cxnSpLocks/>
          </p:cNvCxnSpPr>
          <p:nvPr/>
        </p:nvCxnSpPr>
        <p:spPr>
          <a:xfrm flipV="1">
            <a:off x="885704" y="1506415"/>
            <a:ext cx="0" cy="141849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1" name="그룹 1740">
            <a:extLst>
              <a:ext uri="{FF2B5EF4-FFF2-40B4-BE49-F238E27FC236}">
                <a16:creationId xmlns:a16="http://schemas.microsoft.com/office/drawing/2014/main" id="{25E0B90A-F380-AA20-B7F9-60B842B1585E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1453377"/>
            <a:ext cx="148067" cy="108000"/>
            <a:chOff x="7409659" y="2902132"/>
            <a:chExt cx="317047" cy="239471"/>
          </a:xfrm>
        </p:grpSpPr>
        <p:grpSp>
          <p:nvGrpSpPr>
            <p:cNvPr id="1742" name="그룹 1741">
              <a:extLst>
                <a:ext uri="{FF2B5EF4-FFF2-40B4-BE49-F238E27FC236}">
                  <a16:creationId xmlns:a16="http://schemas.microsoft.com/office/drawing/2014/main" id="{59514657-2DE2-B0AC-FDC3-E6630E55E19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45" name="직선 연결선 322">
                <a:extLst>
                  <a:ext uri="{FF2B5EF4-FFF2-40B4-BE49-F238E27FC236}">
                    <a16:creationId xmlns:a16="http://schemas.microsoft.com/office/drawing/2014/main" id="{BEB816D0-CE1D-7ECC-3942-F8BBCF4C89A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6" name="직선 연결선 323">
                <a:extLst>
                  <a:ext uri="{FF2B5EF4-FFF2-40B4-BE49-F238E27FC236}">
                    <a16:creationId xmlns:a16="http://schemas.microsoft.com/office/drawing/2014/main" id="{F8D12F08-9220-9495-E678-1AD14B8EC0E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7" name="직선 연결선 324">
                <a:extLst>
                  <a:ext uri="{FF2B5EF4-FFF2-40B4-BE49-F238E27FC236}">
                    <a16:creationId xmlns:a16="http://schemas.microsoft.com/office/drawing/2014/main" id="{0A453DEB-5440-81D4-07F7-17E60CDC7D2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43" name="직선 연결선 326">
              <a:extLst>
                <a:ext uri="{FF2B5EF4-FFF2-40B4-BE49-F238E27FC236}">
                  <a16:creationId xmlns:a16="http://schemas.microsoft.com/office/drawing/2014/main" id="{95467FCA-C885-A2C9-D078-AB60C2FED83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44" name="타원 1743">
              <a:extLst>
                <a:ext uri="{FF2B5EF4-FFF2-40B4-BE49-F238E27FC236}">
                  <a16:creationId xmlns:a16="http://schemas.microsoft.com/office/drawing/2014/main" id="{E0ACB3A0-6E74-77A1-A762-5688345AF39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48" name="직선 연결선 351">
            <a:extLst>
              <a:ext uri="{FF2B5EF4-FFF2-40B4-BE49-F238E27FC236}">
                <a16:creationId xmlns:a16="http://schemas.microsoft.com/office/drawing/2014/main" id="{57F475F7-6EAF-ED39-86C2-5B37CFE6C03F}"/>
              </a:ext>
            </a:extLst>
          </p:cNvPr>
          <p:cNvCxnSpPr>
            <a:cxnSpLocks/>
          </p:cNvCxnSpPr>
          <p:nvPr/>
        </p:nvCxnSpPr>
        <p:spPr>
          <a:xfrm>
            <a:off x="1082227" y="2868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749" name="그룹 1748">
            <a:extLst>
              <a:ext uri="{FF2B5EF4-FFF2-40B4-BE49-F238E27FC236}">
                <a16:creationId xmlns:a16="http://schemas.microsoft.com/office/drawing/2014/main" id="{6B4D7FFF-2962-02B4-097D-C5E320AEABEF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544830"/>
            <a:ext cx="148067" cy="108000"/>
            <a:chOff x="7409659" y="2902132"/>
            <a:chExt cx="317047" cy="239471"/>
          </a:xfrm>
        </p:grpSpPr>
        <p:grpSp>
          <p:nvGrpSpPr>
            <p:cNvPr id="1750" name="그룹 1749">
              <a:extLst>
                <a:ext uri="{FF2B5EF4-FFF2-40B4-BE49-F238E27FC236}">
                  <a16:creationId xmlns:a16="http://schemas.microsoft.com/office/drawing/2014/main" id="{032C7F9C-1F24-5F04-0C23-E90D46DFFC3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53" name="직선 연결선 322">
                <a:extLst>
                  <a:ext uri="{FF2B5EF4-FFF2-40B4-BE49-F238E27FC236}">
                    <a16:creationId xmlns:a16="http://schemas.microsoft.com/office/drawing/2014/main" id="{25DAEF08-C670-7495-3B7B-17C21D5398D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4" name="직선 연결선 323">
                <a:extLst>
                  <a:ext uri="{FF2B5EF4-FFF2-40B4-BE49-F238E27FC236}">
                    <a16:creationId xmlns:a16="http://schemas.microsoft.com/office/drawing/2014/main" id="{A4E30AA9-218C-FDD9-A567-50A9C65EC69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5" name="직선 연결선 324">
                <a:extLst>
                  <a:ext uri="{FF2B5EF4-FFF2-40B4-BE49-F238E27FC236}">
                    <a16:creationId xmlns:a16="http://schemas.microsoft.com/office/drawing/2014/main" id="{6AFFEF63-EC53-93BC-D48C-B70CFCC3179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51" name="직선 연결선 326">
              <a:extLst>
                <a:ext uri="{FF2B5EF4-FFF2-40B4-BE49-F238E27FC236}">
                  <a16:creationId xmlns:a16="http://schemas.microsoft.com/office/drawing/2014/main" id="{3C88E3EE-A8DF-92E9-C980-45D42CA4135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2" name="타원 1751">
              <a:extLst>
                <a:ext uri="{FF2B5EF4-FFF2-40B4-BE49-F238E27FC236}">
                  <a16:creationId xmlns:a16="http://schemas.microsoft.com/office/drawing/2014/main" id="{1F7E77D3-522F-55C9-1ABC-FDA9CF9FC6A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6" name="그룹 1755">
            <a:extLst>
              <a:ext uri="{FF2B5EF4-FFF2-40B4-BE49-F238E27FC236}">
                <a16:creationId xmlns:a16="http://schemas.microsoft.com/office/drawing/2014/main" id="{1FD893EC-2486-475A-DF27-B63596943056}"/>
              </a:ext>
            </a:extLst>
          </p:cNvPr>
          <p:cNvGrpSpPr/>
          <p:nvPr/>
        </p:nvGrpSpPr>
        <p:grpSpPr>
          <a:xfrm rot="5400000">
            <a:off x="2822000" y="1644696"/>
            <a:ext cx="90979" cy="106796"/>
            <a:chOff x="4947906" y="3396192"/>
            <a:chExt cx="90979" cy="106796"/>
          </a:xfrm>
        </p:grpSpPr>
        <p:cxnSp>
          <p:nvCxnSpPr>
            <p:cNvPr id="1757" name="직선 연결선 326">
              <a:extLst>
                <a:ext uri="{FF2B5EF4-FFF2-40B4-BE49-F238E27FC236}">
                  <a16:creationId xmlns:a16="http://schemas.microsoft.com/office/drawing/2014/main" id="{832DDFC6-882E-80FF-DF89-4B32D703DC49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8" name="타원 1757">
              <a:extLst>
                <a:ext uri="{FF2B5EF4-FFF2-40B4-BE49-F238E27FC236}">
                  <a16:creationId xmlns:a16="http://schemas.microsoft.com/office/drawing/2014/main" id="{8D041AB2-F2FC-5E90-CEE5-34175798A4DA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9" name="그룹 1758">
            <a:extLst>
              <a:ext uri="{FF2B5EF4-FFF2-40B4-BE49-F238E27FC236}">
                <a16:creationId xmlns:a16="http://schemas.microsoft.com/office/drawing/2014/main" id="{C64ED789-C856-9EB9-54C8-33E9091530D2}"/>
              </a:ext>
            </a:extLst>
          </p:cNvPr>
          <p:cNvGrpSpPr/>
          <p:nvPr/>
        </p:nvGrpSpPr>
        <p:grpSpPr>
          <a:xfrm rot="5400000">
            <a:off x="1462134" y="1136243"/>
            <a:ext cx="90979" cy="106796"/>
            <a:chOff x="4947906" y="3396192"/>
            <a:chExt cx="90979" cy="106796"/>
          </a:xfrm>
        </p:grpSpPr>
        <p:cxnSp>
          <p:nvCxnSpPr>
            <p:cNvPr id="1760" name="직선 연결선 326">
              <a:extLst>
                <a:ext uri="{FF2B5EF4-FFF2-40B4-BE49-F238E27FC236}">
                  <a16:creationId xmlns:a16="http://schemas.microsoft.com/office/drawing/2014/main" id="{1EEED264-EFE3-32F1-B018-5BFF87C0E68B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1" name="타원 1760">
              <a:extLst>
                <a:ext uri="{FF2B5EF4-FFF2-40B4-BE49-F238E27FC236}">
                  <a16:creationId xmlns:a16="http://schemas.microsoft.com/office/drawing/2014/main" id="{5BE2FC8A-6D3E-8620-24D6-9818F22D0F9D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2" name="그룹 1761">
            <a:extLst>
              <a:ext uri="{FF2B5EF4-FFF2-40B4-BE49-F238E27FC236}">
                <a16:creationId xmlns:a16="http://schemas.microsoft.com/office/drawing/2014/main" id="{C2BAC148-FDD7-3F03-0606-2BAA45DABE30}"/>
              </a:ext>
            </a:extLst>
          </p:cNvPr>
          <p:cNvGrpSpPr/>
          <p:nvPr/>
        </p:nvGrpSpPr>
        <p:grpSpPr>
          <a:xfrm rot="5400000">
            <a:off x="5622416" y="861248"/>
            <a:ext cx="90979" cy="106796"/>
            <a:chOff x="4947906" y="3396192"/>
            <a:chExt cx="90979" cy="106796"/>
          </a:xfrm>
        </p:grpSpPr>
        <p:cxnSp>
          <p:nvCxnSpPr>
            <p:cNvPr id="1763" name="직선 연결선 326">
              <a:extLst>
                <a:ext uri="{FF2B5EF4-FFF2-40B4-BE49-F238E27FC236}">
                  <a16:creationId xmlns:a16="http://schemas.microsoft.com/office/drawing/2014/main" id="{1536975C-CFA0-3D30-A0AC-07E922E5C0B4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4" name="타원 1763">
              <a:extLst>
                <a:ext uri="{FF2B5EF4-FFF2-40B4-BE49-F238E27FC236}">
                  <a16:creationId xmlns:a16="http://schemas.microsoft.com/office/drawing/2014/main" id="{E6787110-9FA6-4D62-114D-51B311662C08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7" name="그룹 1766">
            <a:extLst>
              <a:ext uri="{FF2B5EF4-FFF2-40B4-BE49-F238E27FC236}">
                <a16:creationId xmlns:a16="http://schemas.microsoft.com/office/drawing/2014/main" id="{4CFCADA8-2433-72DD-D8E6-345D0719693E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875343" y="266461"/>
            <a:ext cx="148067" cy="108000"/>
            <a:chOff x="7409659" y="2902132"/>
            <a:chExt cx="317047" cy="239471"/>
          </a:xfrm>
        </p:grpSpPr>
        <p:grpSp>
          <p:nvGrpSpPr>
            <p:cNvPr id="1768" name="그룹 1767">
              <a:extLst>
                <a:ext uri="{FF2B5EF4-FFF2-40B4-BE49-F238E27FC236}">
                  <a16:creationId xmlns:a16="http://schemas.microsoft.com/office/drawing/2014/main" id="{59CBBF3B-F765-F802-C923-F22A503B5ED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1" name="직선 연결선 322">
                <a:extLst>
                  <a:ext uri="{FF2B5EF4-FFF2-40B4-BE49-F238E27FC236}">
                    <a16:creationId xmlns:a16="http://schemas.microsoft.com/office/drawing/2014/main" id="{5FBC7182-0E45-DFE9-E8EC-0639C4624C0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2" name="직선 연결선 323">
                <a:extLst>
                  <a:ext uri="{FF2B5EF4-FFF2-40B4-BE49-F238E27FC236}">
                    <a16:creationId xmlns:a16="http://schemas.microsoft.com/office/drawing/2014/main" id="{210FC9B3-225E-195B-8BFD-F5E1033E326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3" name="직선 연결선 324">
                <a:extLst>
                  <a:ext uri="{FF2B5EF4-FFF2-40B4-BE49-F238E27FC236}">
                    <a16:creationId xmlns:a16="http://schemas.microsoft.com/office/drawing/2014/main" id="{6596DA1F-DDBB-4E71-EE6D-BB7D2C4646C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69" name="직선 연결선 326">
              <a:extLst>
                <a:ext uri="{FF2B5EF4-FFF2-40B4-BE49-F238E27FC236}">
                  <a16:creationId xmlns:a16="http://schemas.microsoft.com/office/drawing/2014/main" id="{D4BBBB5A-8A03-20F3-9182-B493EAA7773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0" name="타원 1769">
              <a:extLst>
                <a:ext uri="{FF2B5EF4-FFF2-40B4-BE49-F238E27FC236}">
                  <a16:creationId xmlns:a16="http://schemas.microsoft.com/office/drawing/2014/main" id="{D6C8D6C8-2C54-E1B0-4BE1-8E499A08D50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74" name="그룹 1773">
            <a:extLst>
              <a:ext uri="{FF2B5EF4-FFF2-40B4-BE49-F238E27FC236}">
                <a16:creationId xmlns:a16="http://schemas.microsoft.com/office/drawing/2014/main" id="{FC8DC9DD-A0E4-B029-F2D8-C80CBBEA081B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35813" y="556494"/>
            <a:ext cx="148067" cy="108000"/>
            <a:chOff x="7409659" y="2902132"/>
            <a:chExt cx="317047" cy="239471"/>
          </a:xfrm>
        </p:grpSpPr>
        <p:grpSp>
          <p:nvGrpSpPr>
            <p:cNvPr id="1775" name="그룹 1774">
              <a:extLst>
                <a:ext uri="{FF2B5EF4-FFF2-40B4-BE49-F238E27FC236}">
                  <a16:creationId xmlns:a16="http://schemas.microsoft.com/office/drawing/2014/main" id="{891058D1-0DBF-1CC9-26D4-91B86C0F267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8" name="직선 연결선 322">
                <a:extLst>
                  <a:ext uri="{FF2B5EF4-FFF2-40B4-BE49-F238E27FC236}">
                    <a16:creationId xmlns:a16="http://schemas.microsoft.com/office/drawing/2014/main" id="{DF90F20E-4E86-1EBF-1456-81CAE2BF74A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9" name="직선 연결선 323">
                <a:extLst>
                  <a:ext uri="{FF2B5EF4-FFF2-40B4-BE49-F238E27FC236}">
                    <a16:creationId xmlns:a16="http://schemas.microsoft.com/office/drawing/2014/main" id="{6869D885-B972-CFA3-46A5-7B0713C3785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0" name="직선 연결선 324">
                <a:extLst>
                  <a:ext uri="{FF2B5EF4-FFF2-40B4-BE49-F238E27FC236}">
                    <a16:creationId xmlns:a16="http://schemas.microsoft.com/office/drawing/2014/main" id="{E8CDC7F9-B39E-BFDF-5C26-5F13DC46F2A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76" name="직선 연결선 326">
              <a:extLst>
                <a:ext uri="{FF2B5EF4-FFF2-40B4-BE49-F238E27FC236}">
                  <a16:creationId xmlns:a16="http://schemas.microsoft.com/office/drawing/2014/main" id="{8DD86F56-7404-A426-DB0D-E4C57F247A8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7" name="타원 1776">
              <a:extLst>
                <a:ext uri="{FF2B5EF4-FFF2-40B4-BE49-F238E27FC236}">
                  <a16:creationId xmlns:a16="http://schemas.microsoft.com/office/drawing/2014/main" id="{AA51425D-42F7-52EC-FF6A-0FC1AB6EFD3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1" name="그룹 1780">
            <a:extLst>
              <a:ext uri="{FF2B5EF4-FFF2-40B4-BE49-F238E27FC236}">
                <a16:creationId xmlns:a16="http://schemas.microsoft.com/office/drawing/2014/main" id="{CF189BD4-DA60-D579-C364-29808D961254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91607" y="1461750"/>
            <a:ext cx="148067" cy="108000"/>
            <a:chOff x="7409659" y="2902132"/>
            <a:chExt cx="317047" cy="239471"/>
          </a:xfrm>
        </p:grpSpPr>
        <p:grpSp>
          <p:nvGrpSpPr>
            <p:cNvPr id="1782" name="그룹 1781">
              <a:extLst>
                <a:ext uri="{FF2B5EF4-FFF2-40B4-BE49-F238E27FC236}">
                  <a16:creationId xmlns:a16="http://schemas.microsoft.com/office/drawing/2014/main" id="{4408E79B-105B-D2D6-A339-DBE9D368666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85" name="직선 연결선 322">
                <a:extLst>
                  <a:ext uri="{FF2B5EF4-FFF2-40B4-BE49-F238E27FC236}">
                    <a16:creationId xmlns:a16="http://schemas.microsoft.com/office/drawing/2014/main" id="{B2FECC0A-0335-D23C-8618-1147F9BDD66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6" name="직선 연결선 323">
                <a:extLst>
                  <a:ext uri="{FF2B5EF4-FFF2-40B4-BE49-F238E27FC236}">
                    <a16:creationId xmlns:a16="http://schemas.microsoft.com/office/drawing/2014/main" id="{632F5891-FBA3-1429-888A-00B00597780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7" name="직선 연결선 324">
                <a:extLst>
                  <a:ext uri="{FF2B5EF4-FFF2-40B4-BE49-F238E27FC236}">
                    <a16:creationId xmlns:a16="http://schemas.microsoft.com/office/drawing/2014/main" id="{0946B4AE-8600-1C42-5EEC-986FBBA9253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83" name="직선 연결선 326">
              <a:extLst>
                <a:ext uri="{FF2B5EF4-FFF2-40B4-BE49-F238E27FC236}">
                  <a16:creationId xmlns:a16="http://schemas.microsoft.com/office/drawing/2014/main" id="{53C1D4ED-286D-368D-3C83-E278281CB78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84" name="타원 1783">
              <a:extLst>
                <a:ext uri="{FF2B5EF4-FFF2-40B4-BE49-F238E27FC236}">
                  <a16:creationId xmlns:a16="http://schemas.microsoft.com/office/drawing/2014/main" id="{F7EC0CC8-3B8E-1064-E187-1B1D6B08BFB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8" name="그룹 1787">
            <a:extLst>
              <a:ext uri="{FF2B5EF4-FFF2-40B4-BE49-F238E27FC236}">
                <a16:creationId xmlns:a16="http://schemas.microsoft.com/office/drawing/2014/main" id="{2246D53F-C999-7146-D253-2B160039DBC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8499" y="5658592"/>
            <a:ext cx="148067" cy="108000"/>
            <a:chOff x="7409659" y="2902132"/>
            <a:chExt cx="317047" cy="239471"/>
          </a:xfrm>
        </p:grpSpPr>
        <p:grpSp>
          <p:nvGrpSpPr>
            <p:cNvPr id="1789" name="그룹 1788">
              <a:extLst>
                <a:ext uri="{FF2B5EF4-FFF2-40B4-BE49-F238E27FC236}">
                  <a16:creationId xmlns:a16="http://schemas.microsoft.com/office/drawing/2014/main" id="{6FF9CF96-0E1B-E02F-DD3B-C72115B1162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2" name="직선 연결선 322">
                <a:extLst>
                  <a:ext uri="{FF2B5EF4-FFF2-40B4-BE49-F238E27FC236}">
                    <a16:creationId xmlns:a16="http://schemas.microsoft.com/office/drawing/2014/main" id="{A385F70F-8E5B-AF6F-6232-19B6E5A529A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3" name="직선 연결선 323">
                <a:extLst>
                  <a:ext uri="{FF2B5EF4-FFF2-40B4-BE49-F238E27FC236}">
                    <a16:creationId xmlns:a16="http://schemas.microsoft.com/office/drawing/2014/main" id="{25E013E2-711E-7048-6ADA-FFA239D4B22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4" name="직선 연결선 324">
                <a:extLst>
                  <a:ext uri="{FF2B5EF4-FFF2-40B4-BE49-F238E27FC236}">
                    <a16:creationId xmlns:a16="http://schemas.microsoft.com/office/drawing/2014/main" id="{19F46966-6AE2-6619-3BA3-9D914C72ACA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0" name="직선 연결선 326">
              <a:extLst>
                <a:ext uri="{FF2B5EF4-FFF2-40B4-BE49-F238E27FC236}">
                  <a16:creationId xmlns:a16="http://schemas.microsoft.com/office/drawing/2014/main" id="{7B36A200-4FC1-24E8-C938-1FF828D4404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1" name="타원 1790">
              <a:extLst>
                <a:ext uri="{FF2B5EF4-FFF2-40B4-BE49-F238E27FC236}">
                  <a16:creationId xmlns:a16="http://schemas.microsoft.com/office/drawing/2014/main" id="{D496E780-B6DE-479C-BCE8-30BDE8BCA11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95" name="그룹 1794">
            <a:extLst>
              <a:ext uri="{FF2B5EF4-FFF2-40B4-BE49-F238E27FC236}">
                <a16:creationId xmlns:a16="http://schemas.microsoft.com/office/drawing/2014/main" id="{C397CA06-4BAD-CA01-2369-E0F9C18C79CB}"/>
              </a:ext>
            </a:extLst>
          </p:cNvPr>
          <p:cNvGrpSpPr>
            <a:grpSpLocks noChangeAspect="1"/>
          </p:cNvGrpSpPr>
          <p:nvPr/>
        </p:nvGrpSpPr>
        <p:grpSpPr>
          <a:xfrm>
            <a:off x="5590097" y="4759125"/>
            <a:ext cx="148067" cy="108000"/>
            <a:chOff x="7409659" y="2902132"/>
            <a:chExt cx="317047" cy="239471"/>
          </a:xfrm>
        </p:grpSpPr>
        <p:grpSp>
          <p:nvGrpSpPr>
            <p:cNvPr id="1796" name="그룹 1795">
              <a:extLst>
                <a:ext uri="{FF2B5EF4-FFF2-40B4-BE49-F238E27FC236}">
                  <a16:creationId xmlns:a16="http://schemas.microsoft.com/office/drawing/2014/main" id="{454E9E62-BC4F-FA6F-F6E0-1DDE7AD1064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9" name="직선 연결선 322">
                <a:extLst>
                  <a:ext uri="{FF2B5EF4-FFF2-40B4-BE49-F238E27FC236}">
                    <a16:creationId xmlns:a16="http://schemas.microsoft.com/office/drawing/2014/main" id="{4C1D3FD6-C588-E8AF-7B50-3D3E720B004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0" name="직선 연결선 323">
                <a:extLst>
                  <a:ext uri="{FF2B5EF4-FFF2-40B4-BE49-F238E27FC236}">
                    <a16:creationId xmlns:a16="http://schemas.microsoft.com/office/drawing/2014/main" id="{66D0CE68-E72C-4938-3F85-64985E1BEFF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1" name="직선 연결선 324">
                <a:extLst>
                  <a:ext uri="{FF2B5EF4-FFF2-40B4-BE49-F238E27FC236}">
                    <a16:creationId xmlns:a16="http://schemas.microsoft.com/office/drawing/2014/main" id="{01852A86-AB28-900F-89CA-8E8FCCDA02A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7" name="직선 연결선 326">
              <a:extLst>
                <a:ext uri="{FF2B5EF4-FFF2-40B4-BE49-F238E27FC236}">
                  <a16:creationId xmlns:a16="http://schemas.microsoft.com/office/drawing/2014/main" id="{BEFA5C2B-82ED-8006-1591-A4479A22F1E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8" name="타원 1797">
              <a:extLst>
                <a:ext uri="{FF2B5EF4-FFF2-40B4-BE49-F238E27FC236}">
                  <a16:creationId xmlns:a16="http://schemas.microsoft.com/office/drawing/2014/main" id="{1F2FF12A-EA66-50D2-3B11-298C4B3F9FE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2" name="그룹 1801">
            <a:extLst>
              <a:ext uri="{FF2B5EF4-FFF2-40B4-BE49-F238E27FC236}">
                <a16:creationId xmlns:a16="http://schemas.microsoft.com/office/drawing/2014/main" id="{5A295D71-DB4E-621A-5A07-95FA45C7B472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143906" y="4468826"/>
            <a:ext cx="148067" cy="108000"/>
            <a:chOff x="7409659" y="2902132"/>
            <a:chExt cx="317047" cy="239471"/>
          </a:xfrm>
        </p:grpSpPr>
        <p:grpSp>
          <p:nvGrpSpPr>
            <p:cNvPr id="1803" name="그룹 1802">
              <a:extLst>
                <a:ext uri="{FF2B5EF4-FFF2-40B4-BE49-F238E27FC236}">
                  <a16:creationId xmlns:a16="http://schemas.microsoft.com/office/drawing/2014/main" id="{0CD81382-D0C5-994D-DD35-776C4C00FF2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06" name="직선 연결선 322">
                <a:extLst>
                  <a:ext uri="{FF2B5EF4-FFF2-40B4-BE49-F238E27FC236}">
                    <a16:creationId xmlns:a16="http://schemas.microsoft.com/office/drawing/2014/main" id="{A5AEBCED-EE88-D2E4-A4F9-DF08B349F9B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7" name="직선 연결선 323">
                <a:extLst>
                  <a:ext uri="{FF2B5EF4-FFF2-40B4-BE49-F238E27FC236}">
                    <a16:creationId xmlns:a16="http://schemas.microsoft.com/office/drawing/2014/main" id="{45021FD3-D66C-25DA-9ED0-1139EA2A2A4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8" name="직선 연결선 324">
                <a:extLst>
                  <a:ext uri="{FF2B5EF4-FFF2-40B4-BE49-F238E27FC236}">
                    <a16:creationId xmlns:a16="http://schemas.microsoft.com/office/drawing/2014/main" id="{1990CDA6-3BBB-6B81-1ED6-CA0B1549827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04" name="직선 연결선 326">
              <a:extLst>
                <a:ext uri="{FF2B5EF4-FFF2-40B4-BE49-F238E27FC236}">
                  <a16:creationId xmlns:a16="http://schemas.microsoft.com/office/drawing/2014/main" id="{B33D7216-4826-CCFB-1A8D-37AA988746B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05" name="타원 1804">
              <a:extLst>
                <a:ext uri="{FF2B5EF4-FFF2-40B4-BE49-F238E27FC236}">
                  <a16:creationId xmlns:a16="http://schemas.microsoft.com/office/drawing/2014/main" id="{5D347CB9-F240-C048-B7A1-628BC2CA505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9" name="그룹 1808">
            <a:extLst>
              <a:ext uri="{FF2B5EF4-FFF2-40B4-BE49-F238E27FC236}">
                <a16:creationId xmlns:a16="http://schemas.microsoft.com/office/drawing/2014/main" id="{5E18E4B1-D115-C950-4B3F-9901B87699FF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20071" y="5332821"/>
            <a:ext cx="148067" cy="108000"/>
            <a:chOff x="7409659" y="2902132"/>
            <a:chExt cx="317047" cy="239471"/>
          </a:xfrm>
        </p:grpSpPr>
        <p:grpSp>
          <p:nvGrpSpPr>
            <p:cNvPr id="1810" name="그룹 1809">
              <a:extLst>
                <a:ext uri="{FF2B5EF4-FFF2-40B4-BE49-F238E27FC236}">
                  <a16:creationId xmlns:a16="http://schemas.microsoft.com/office/drawing/2014/main" id="{F8E122BA-E1DD-ACD2-E1B4-3B4D1351D7D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13" name="직선 연결선 322">
                <a:extLst>
                  <a:ext uri="{FF2B5EF4-FFF2-40B4-BE49-F238E27FC236}">
                    <a16:creationId xmlns:a16="http://schemas.microsoft.com/office/drawing/2014/main" id="{EB391F01-51BA-C17A-D58A-82804806BFC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4" name="직선 연결선 323">
                <a:extLst>
                  <a:ext uri="{FF2B5EF4-FFF2-40B4-BE49-F238E27FC236}">
                    <a16:creationId xmlns:a16="http://schemas.microsoft.com/office/drawing/2014/main" id="{2740B8D0-FEFA-E715-094F-74C36BDF842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5" name="직선 연결선 324">
                <a:extLst>
                  <a:ext uri="{FF2B5EF4-FFF2-40B4-BE49-F238E27FC236}">
                    <a16:creationId xmlns:a16="http://schemas.microsoft.com/office/drawing/2014/main" id="{5E694D7C-82BE-78EC-888D-86F930321D8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1" name="직선 연결선 326">
              <a:extLst>
                <a:ext uri="{FF2B5EF4-FFF2-40B4-BE49-F238E27FC236}">
                  <a16:creationId xmlns:a16="http://schemas.microsoft.com/office/drawing/2014/main" id="{AD3B7E20-2C06-F453-C5A8-D815F3141F2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2" name="타원 1811">
              <a:extLst>
                <a:ext uri="{FF2B5EF4-FFF2-40B4-BE49-F238E27FC236}">
                  <a16:creationId xmlns:a16="http://schemas.microsoft.com/office/drawing/2014/main" id="{3044532E-C57F-08D3-BCEB-328CD26CE0F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16" name="그룹 1815">
            <a:extLst>
              <a:ext uri="{FF2B5EF4-FFF2-40B4-BE49-F238E27FC236}">
                <a16:creationId xmlns:a16="http://schemas.microsoft.com/office/drawing/2014/main" id="{7E0A54C8-FB1F-118E-BDE6-92CA6A28D6E0}"/>
              </a:ext>
            </a:extLst>
          </p:cNvPr>
          <p:cNvGrpSpPr>
            <a:grpSpLocks noChangeAspect="1"/>
          </p:cNvGrpSpPr>
          <p:nvPr/>
        </p:nvGrpSpPr>
        <p:grpSpPr>
          <a:xfrm>
            <a:off x="4843039" y="5500842"/>
            <a:ext cx="148067" cy="108000"/>
            <a:chOff x="7409659" y="2902132"/>
            <a:chExt cx="317047" cy="239471"/>
          </a:xfrm>
        </p:grpSpPr>
        <p:grpSp>
          <p:nvGrpSpPr>
            <p:cNvPr id="1817" name="그룹 1816">
              <a:extLst>
                <a:ext uri="{FF2B5EF4-FFF2-40B4-BE49-F238E27FC236}">
                  <a16:creationId xmlns:a16="http://schemas.microsoft.com/office/drawing/2014/main" id="{B2E0203C-FB59-8C5B-E6AF-86D70A7D189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0" name="직선 연결선 322">
                <a:extLst>
                  <a:ext uri="{FF2B5EF4-FFF2-40B4-BE49-F238E27FC236}">
                    <a16:creationId xmlns:a16="http://schemas.microsoft.com/office/drawing/2014/main" id="{57B3B308-0418-CBD1-EA06-D027ADA6162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1" name="직선 연결선 323">
                <a:extLst>
                  <a:ext uri="{FF2B5EF4-FFF2-40B4-BE49-F238E27FC236}">
                    <a16:creationId xmlns:a16="http://schemas.microsoft.com/office/drawing/2014/main" id="{23DC7AF4-B0EE-08DF-1C94-A06267A4D9B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2" name="직선 연결선 324">
                <a:extLst>
                  <a:ext uri="{FF2B5EF4-FFF2-40B4-BE49-F238E27FC236}">
                    <a16:creationId xmlns:a16="http://schemas.microsoft.com/office/drawing/2014/main" id="{869E9438-ACC8-3934-3A4F-C408E9118E9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8" name="직선 연결선 326">
              <a:extLst>
                <a:ext uri="{FF2B5EF4-FFF2-40B4-BE49-F238E27FC236}">
                  <a16:creationId xmlns:a16="http://schemas.microsoft.com/office/drawing/2014/main" id="{B6453503-CD9C-BE50-D07B-47AD62DD07B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9" name="타원 1818">
              <a:extLst>
                <a:ext uri="{FF2B5EF4-FFF2-40B4-BE49-F238E27FC236}">
                  <a16:creationId xmlns:a16="http://schemas.microsoft.com/office/drawing/2014/main" id="{9A489404-15D2-C8E6-3226-58C7E1566F9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23" name="그룹 1822">
            <a:extLst>
              <a:ext uri="{FF2B5EF4-FFF2-40B4-BE49-F238E27FC236}">
                <a16:creationId xmlns:a16="http://schemas.microsoft.com/office/drawing/2014/main" id="{007B2380-33EA-FA6C-2501-34D2A2E7EB1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19239" y="4155496"/>
            <a:ext cx="148067" cy="108000"/>
            <a:chOff x="7409659" y="2902132"/>
            <a:chExt cx="317047" cy="239471"/>
          </a:xfrm>
        </p:grpSpPr>
        <p:grpSp>
          <p:nvGrpSpPr>
            <p:cNvPr id="1824" name="그룹 1823">
              <a:extLst>
                <a:ext uri="{FF2B5EF4-FFF2-40B4-BE49-F238E27FC236}">
                  <a16:creationId xmlns:a16="http://schemas.microsoft.com/office/drawing/2014/main" id="{DC8FA05D-4FD7-DA5C-BD22-7236F67DE24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7" name="직선 연결선 322">
                <a:extLst>
                  <a:ext uri="{FF2B5EF4-FFF2-40B4-BE49-F238E27FC236}">
                    <a16:creationId xmlns:a16="http://schemas.microsoft.com/office/drawing/2014/main" id="{C4C7208F-E876-6F61-E8ED-5510F4FA32E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8" name="직선 연결선 323">
                <a:extLst>
                  <a:ext uri="{FF2B5EF4-FFF2-40B4-BE49-F238E27FC236}">
                    <a16:creationId xmlns:a16="http://schemas.microsoft.com/office/drawing/2014/main" id="{7A08CD84-D523-A839-D180-D8F99279CE3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9" name="직선 연결선 324">
                <a:extLst>
                  <a:ext uri="{FF2B5EF4-FFF2-40B4-BE49-F238E27FC236}">
                    <a16:creationId xmlns:a16="http://schemas.microsoft.com/office/drawing/2014/main" id="{14C995D8-FD54-4C02-68D4-74AC9A9E66F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25" name="직선 연결선 326">
              <a:extLst>
                <a:ext uri="{FF2B5EF4-FFF2-40B4-BE49-F238E27FC236}">
                  <a16:creationId xmlns:a16="http://schemas.microsoft.com/office/drawing/2014/main" id="{57A892EC-AC52-9448-AFFE-9A270F88B18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26" name="타원 1825">
              <a:extLst>
                <a:ext uri="{FF2B5EF4-FFF2-40B4-BE49-F238E27FC236}">
                  <a16:creationId xmlns:a16="http://schemas.microsoft.com/office/drawing/2014/main" id="{5090322F-40EE-EA1B-3315-60BDE7113E96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0" name="그룹 1829">
            <a:extLst>
              <a:ext uri="{FF2B5EF4-FFF2-40B4-BE49-F238E27FC236}">
                <a16:creationId xmlns:a16="http://schemas.microsoft.com/office/drawing/2014/main" id="{2AB06A50-4DDB-FBA3-D707-16B971369F95}"/>
              </a:ext>
            </a:extLst>
          </p:cNvPr>
          <p:cNvGrpSpPr>
            <a:grpSpLocks noChangeAspect="1"/>
          </p:cNvGrpSpPr>
          <p:nvPr/>
        </p:nvGrpSpPr>
        <p:grpSpPr>
          <a:xfrm>
            <a:off x="9004861" y="1086714"/>
            <a:ext cx="148067" cy="108000"/>
            <a:chOff x="7409659" y="2902132"/>
            <a:chExt cx="317047" cy="239471"/>
          </a:xfrm>
        </p:grpSpPr>
        <p:grpSp>
          <p:nvGrpSpPr>
            <p:cNvPr id="1831" name="그룹 1830">
              <a:extLst>
                <a:ext uri="{FF2B5EF4-FFF2-40B4-BE49-F238E27FC236}">
                  <a16:creationId xmlns:a16="http://schemas.microsoft.com/office/drawing/2014/main" id="{A9301624-AD32-B0B2-C792-1C28B35D2A2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34" name="직선 연결선 322">
                <a:extLst>
                  <a:ext uri="{FF2B5EF4-FFF2-40B4-BE49-F238E27FC236}">
                    <a16:creationId xmlns:a16="http://schemas.microsoft.com/office/drawing/2014/main" id="{0EECDE9D-6286-5144-8144-E8A5B3A69F0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5" name="직선 연결선 323">
                <a:extLst>
                  <a:ext uri="{FF2B5EF4-FFF2-40B4-BE49-F238E27FC236}">
                    <a16:creationId xmlns:a16="http://schemas.microsoft.com/office/drawing/2014/main" id="{87643914-50A2-8105-2757-1FD9C20C728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6" name="직선 연결선 324">
                <a:extLst>
                  <a:ext uri="{FF2B5EF4-FFF2-40B4-BE49-F238E27FC236}">
                    <a16:creationId xmlns:a16="http://schemas.microsoft.com/office/drawing/2014/main" id="{4C00396A-4EA1-FDB1-9289-B1465A334DA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2" name="직선 연결선 326">
              <a:extLst>
                <a:ext uri="{FF2B5EF4-FFF2-40B4-BE49-F238E27FC236}">
                  <a16:creationId xmlns:a16="http://schemas.microsoft.com/office/drawing/2014/main" id="{ADEE0365-63B8-4CC1-6A10-46550E28F9C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33" name="타원 1832">
              <a:extLst>
                <a:ext uri="{FF2B5EF4-FFF2-40B4-BE49-F238E27FC236}">
                  <a16:creationId xmlns:a16="http://schemas.microsoft.com/office/drawing/2014/main" id="{6E2B9A52-BAF8-765C-8C17-8A7AE16660C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7" name="그룹 1836">
            <a:extLst>
              <a:ext uri="{FF2B5EF4-FFF2-40B4-BE49-F238E27FC236}">
                <a16:creationId xmlns:a16="http://schemas.microsoft.com/office/drawing/2014/main" id="{AD32AF0D-83A2-1601-9FB2-16654FC661D8}"/>
              </a:ext>
            </a:extLst>
          </p:cNvPr>
          <p:cNvGrpSpPr>
            <a:grpSpLocks noChangeAspect="1"/>
          </p:cNvGrpSpPr>
          <p:nvPr/>
        </p:nvGrpSpPr>
        <p:grpSpPr>
          <a:xfrm>
            <a:off x="9000094" y="1243877"/>
            <a:ext cx="148067" cy="108000"/>
            <a:chOff x="7409659" y="2902132"/>
            <a:chExt cx="317047" cy="239471"/>
          </a:xfrm>
        </p:grpSpPr>
        <p:grpSp>
          <p:nvGrpSpPr>
            <p:cNvPr id="1838" name="그룹 1837">
              <a:extLst>
                <a:ext uri="{FF2B5EF4-FFF2-40B4-BE49-F238E27FC236}">
                  <a16:creationId xmlns:a16="http://schemas.microsoft.com/office/drawing/2014/main" id="{BC68CC4D-B46D-B307-C2C3-CF55B29DDEB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1" name="직선 연결선 322">
                <a:extLst>
                  <a:ext uri="{FF2B5EF4-FFF2-40B4-BE49-F238E27FC236}">
                    <a16:creationId xmlns:a16="http://schemas.microsoft.com/office/drawing/2014/main" id="{B6C34075-57A2-B5ED-67AA-A4736CE69EC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2" name="직선 연결선 323">
                <a:extLst>
                  <a:ext uri="{FF2B5EF4-FFF2-40B4-BE49-F238E27FC236}">
                    <a16:creationId xmlns:a16="http://schemas.microsoft.com/office/drawing/2014/main" id="{C2049B15-DF09-1134-BB3A-54AB9DDB139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3" name="직선 연결선 324">
                <a:extLst>
                  <a:ext uri="{FF2B5EF4-FFF2-40B4-BE49-F238E27FC236}">
                    <a16:creationId xmlns:a16="http://schemas.microsoft.com/office/drawing/2014/main" id="{2A38080E-2EE5-E87D-21EE-8D71546331A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9" name="직선 연결선 326">
              <a:extLst>
                <a:ext uri="{FF2B5EF4-FFF2-40B4-BE49-F238E27FC236}">
                  <a16:creationId xmlns:a16="http://schemas.microsoft.com/office/drawing/2014/main" id="{E2A02155-0408-B2B3-1380-40B88A8DE51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0" name="타원 1839">
              <a:extLst>
                <a:ext uri="{FF2B5EF4-FFF2-40B4-BE49-F238E27FC236}">
                  <a16:creationId xmlns:a16="http://schemas.microsoft.com/office/drawing/2014/main" id="{DCA446BD-5766-B93E-68E3-9524DD88A1C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44" name="그룹 1843">
            <a:extLst>
              <a:ext uri="{FF2B5EF4-FFF2-40B4-BE49-F238E27FC236}">
                <a16:creationId xmlns:a16="http://schemas.microsoft.com/office/drawing/2014/main" id="{E6EF7982-A3EC-B953-FB78-5233BB522CD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747310" y="2361483"/>
            <a:ext cx="148067" cy="108000"/>
            <a:chOff x="7409659" y="2902132"/>
            <a:chExt cx="317047" cy="239471"/>
          </a:xfrm>
        </p:grpSpPr>
        <p:grpSp>
          <p:nvGrpSpPr>
            <p:cNvPr id="1845" name="그룹 1844">
              <a:extLst>
                <a:ext uri="{FF2B5EF4-FFF2-40B4-BE49-F238E27FC236}">
                  <a16:creationId xmlns:a16="http://schemas.microsoft.com/office/drawing/2014/main" id="{DA0577ED-6BEE-6456-80DF-775D688A8E7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8" name="직선 연결선 322">
                <a:extLst>
                  <a:ext uri="{FF2B5EF4-FFF2-40B4-BE49-F238E27FC236}">
                    <a16:creationId xmlns:a16="http://schemas.microsoft.com/office/drawing/2014/main" id="{87A45681-9848-7290-E357-36EC38D9CDD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9" name="직선 연결선 323">
                <a:extLst>
                  <a:ext uri="{FF2B5EF4-FFF2-40B4-BE49-F238E27FC236}">
                    <a16:creationId xmlns:a16="http://schemas.microsoft.com/office/drawing/2014/main" id="{DCB40379-184B-2A89-E21A-B77FEF85F39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0" name="직선 연결선 324">
                <a:extLst>
                  <a:ext uri="{FF2B5EF4-FFF2-40B4-BE49-F238E27FC236}">
                    <a16:creationId xmlns:a16="http://schemas.microsoft.com/office/drawing/2014/main" id="{F93C04BD-E1F9-8588-8E70-592189FAD12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46" name="직선 연결선 326">
              <a:extLst>
                <a:ext uri="{FF2B5EF4-FFF2-40B4-BE49-F238E27FC236}">
                  <a16:creationId xmlns:a16="http://schemas.microsoft.com/office/drawing/2014/main" id="{023AC550-91F5-FDD7-BF70-BD95D84C18D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7" name="타원 1846">
              <a:extLst>
                <a:ext uri="{FF2B5EF4-FFF2-40B4-BE49-F238E27FC236}">
                  <a16:creationId xmlns:a16="http://schemas.microsoft.com/office/drawing/2014/main" id="{80DB0632-E535-961B-8B74-A093E7C1363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1" name="그룹 1850">
            <a:extLst>
              <a:ext uri="{FF2B5EF4-FFF2-40B4-BE49-F238E27FC236}">
                <a16:creationId xmlns:a16="http://schemas.microsoft.com/office/drawing/2014/main" id="{285559E9-719F-5AF3-71AB-0EB579ADB56E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934856" y="1781417"/>
            <a:ext cx="148067" cy="108000"/>
            <a:chOff x="7409659" y="2902132"/>
            <a:chExt cx="317047" cy="239471"/>
          </a:xfrm>
        </p:grpSpPr>
        <p:grpSp>
          <p:nvGrpSpPr>
            <p:cNvPr id="1852" name="그룹 1851">
              <a:extLst>
                <a:ext uri="{FF2B5EF4-FFF2-40B4-BE49-F238E27FC236}">
                  <a16:creationId xmlns:a16="http://schemas.microsoft.com/office/drawing/2014/main" id="{76E24C88-9F4D-2340-B07D-0B03B19DAD4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55" name="직선 연결선 322">
                <a:extLst>
                  <a:ext uri="{FF2B5EF4-FFF2-40B4-BE49-F238E27FC236}">
                    <a16:creationId xmlns:a16="http://schemas.microsoft.com/office/drawing/2014/main" id="{71B6093A-BB28-7089-1914-E3DB9C3C204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6" name="직선 연결선 323">
                <a:extLst>
                  <a:ext uri="{FF2B5EF4-FFF2-40B4-BE49-F238E27FC236}">
                    <a16:creationId xmlns:a16="http://schemas.microsoft.com/office/drawing/2014/main" id="{1C23591C-1F5A-6B2C-EE4C-004D4CE2CCD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7" name="직선 연결선 324">
                <a:extLst>
                  <a:ext uri="{FF2B5EF4-FFF2-40B4-BE49-F238E27FC236}">
                    <a16:creationId xmlns:a16="http://schemas.microsoft.com/office/drawing/2014/main" id="{B20C93B1-B854-D8B7-8E37-EC0A701F97D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53" name="직선 연결선 326">
              <a:extLst>
                <a:ext uri="{FF2B5EF4-FFF2-40B4-BE49-F238E27FC236}">
                  <a16:creationId xmlns:a16="http://schemas.microsoft.com/office/drawing/2014/main" id="{8857E09A-2EF1-EF58-9E97-3BAFAD634DC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54" name="타원 1853">
              <a:extLst>
                <a:ext uri="{FF2B5EF4-FFF2-40B4-BE49-F238E27FC236}">
                  <a16:creationId xmlns:a16="http://schemas.microsoft.com/office/drawing/2014/main" id="{A5D64C23-4EA3-DD2E-C484-BE0F070E158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8" name="그룹 1857">
            <a:extLst>
              <a:ext uri="{FF2B5EF4-FFF2-40B4-BE49-F238E27FC236}">
                <a16:creationId xmlns:a16="http://schemas.microsoft.com/office/drawing/2014/main" id="{E986FB01-35D7-4230-E118-65C9A0963558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153872" y="6207475"/>
            <a:ext cx="148067" cy="108000"/>
            <a:chOff x="7409659" y="2902132"/>
            <a:chExt cx="317047" cy="239471"/>
          </a:xfrm>
        </p:grpSpPr>
        <p:grpSp>
          <p:nvGrpSpPr>
            <p:cNvPr id="1859" name="그룹 1858">
              <a:extLst>
                <a:ext uri="{FF2B5EF4-FFF2-40B4-BE49-F238E27FC236}">
                  <a16:creationId xmlns:a16="http://schemas.microsoft.com/office/drawing/2014/main" id="{EEF40D08-12C4-4837-ECE6-7752904359E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2" name="직선 연결선 322">
                <a:extLst>
                  <a:ext uri="{FF2B5EF4-FFF2-40B4-BE49-F238E27FC236}">
                    <a16:creationId xmlns:a16="http://schemas.microsoft.com/office/drawing/2014/main" id="{8807FE01-482C-4A8D-F85C-97C0364432F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3" name="직선 연결선 323">
                <a:extLst>
                  <a:ext uri="{FF2B5EF4-FFF2-40B4-BE49-F238E27FC236}">
                    <a16:creationId xmlns:a16="http://schemas.microsoft.com/office/drawing/2014/main" id="{CEAC3E11-E4A9-2132-700E-D64DED8E89E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4" name="직선 연결선 324">
                <a:extLst>
                  <a:ext uri="{FF2B5EF4-FFF2-40B4-BE49-F238E27FC236}">
                    <a16:creationId xmlns:a16="http://schemas.microsoft.com/office/drawing/2014/main" id="{5DE97D8F-990B-C40E-6531-FC8687C235C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0" name="직선 연결선 326">
              <a:extLst>
                <a:ext uri="{FF2B5EF4-FFF2-40B4-BE49-F238E27FC236}">
                  <a16:creationId xmlns:a16="http://schemas.microsoft.com/office/drawing/2014/main" id="{48B6A62C-BABC-D479-B857-D2C1450D283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1" name="타원 1860">
              <a:extLst>
                <a:ext uri="{FF2B5EF4-FFF2-40B4-BE49-F238E27FC236}">
                  <a16:creationId xmlns:a16="http://schemas.microsoft.com/office/drawing/2014/main" id="{60C71F48-E7DA-1842-BEB9-3973FFDEDC8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65" name="그룹 1864">
            <a:extLst>
              <a:ext uri="{FF2B5EF4-FFF2-40B4-BE49-F238E27FC236}">
                <a16:creationId xmlns:a16="http://schemas.microsoft.com/office/drawing/2014/main" id="{1FFF6482-0067-2656-18D4-FC2D2321AE1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6019" y="6073546"/>
            <a:ext cx="148067" cy="108000"/>
            <a:chOff x="7409659" y="2902132"/>
            <a:chExt cx="317047" cy="239471"/>
          </a:xfrm>
        </p:grpSpPr>
        <p:grpSp>
          <p:nvGrpSpPr>
            <p:cNvPr id="1866" name="그룹 1865">
              <a:extLst>
                <a:ext uri="{FF2B5EF4-FFF2-40B4-BE49-F238E27FC236}">
                  <a16:creationId xmlns:a16="http://schemas.microsoft.com/office/drawing/2014/main" id="{822715F2-B7EB-5685-BB9E-053C7D641BF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9" name="직선 연결선 322">
                <a:extLst>
                  <a:ext uri="{FF2B5EF4-FFF2-40B4-BE49-F238E27FC236}">
                    <a16:creationId xmlns:a16="http://schemas.microsoft.com/office/drawing/2014/main" id="{947251C7-FF29-8BCB-7714-68A5041B52F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0" name="직선 연결선 323">
                <a:extLst>
                  <a:ext uri="{FF2B5EF4-FFF2-40B4-BE49-F238E27FC236}">
                    <a16:creationId xmlns:a16="http://schemas.microsoft.com/office/drawing/2014/main" id="{2D5913D7-117F-8E96-12DD-D6AE4070294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1" name="직선 연결선 324">
                <a:extLst>
                  <a:ext uri="{FF2B5EF4-FFF2-40B4-BE49-F238E27FC236}">
                    <a16:creationId xmlns:a16="http://schemas.microsoft.com/office/drawing/2014/main" id="{21FE4C47-55AB-8D0D-CB3C-2C28E3F6881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7" name="직선 연결선 326">
              <a:extLst>
                <a:ext uri="{FF2B5EF4-FFF2-40B4-BE49-F238E27FC236}">
                  <a16:creationId xmlns:a16="http://schemas.microsoft.com/office/drawing/2014/main" id="{6EBC9D23-C378-AF58-1B4B-5D51370FFBA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8" name="타원 1867">
              <a:extLst>
                <a:ext uri="{FF2B5EF4-FFF2-40B4-BE49-F238E27FC236}">
                  <a16:creationId xmlns:a16="http://schemas.microsoft.com/office/drawing/2014/main" id="{2B08039D-7F5C-B80A-7608-5EEC641C558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2" name="그룹 1871">
            <a:extLst>
              <a:ext uri="{FF2B5EF4-FFF2-40B4-BE49-F238E27FC236}">
                <a16:creationId xmlns:a16="http://schemas.microsoft.com/office/drawing/2014/main" id="{3F4274D9-90F5-C1CB-632A-F8CA740D6843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5506" y="5072535"/>
            <a:ext cx="148067" cy="108000"/>
            <a:chOff x="7409659" y="2902132"/>
            <a:chExt cx="317047" cy="239471"/>
          </a:xfrm>
        </p:grpSpPr>
        <p:grpSp>
          <p:nvGrpSpPr>
            <p:cNvPr id="1873" name="그룹 1872">
              <a:extLst>
                <a:ext uri="{FF2B5EF4-FFF2-40B4-BE49-F238E27FC236}">
                  <a16:creationId xmlns:a16="http://schemas.microsoft.com/office/drawing/2014/main" id="{370BA10C-F3A9-4092-A51E-114C9C8C356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76" name="직선 연결선 322">
                <a:extLst>
                  <a:ext uri="{FF2B5EF4-FFF2-40B4-BE49-F238E27FC236}">
                    <a16:creationId xmlns:a16="http://schemas.microsoft.com/office/drawing/2014/main" id="{E2488297-6912-34F7-8E29-7FCA8963756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7" name="직선 연결선 323">
                <a:extLst>
                  <a:ext uri="{FF2B5EF4-FFF2-40B4-BE49-F238E27FC236}">
                    <a16:creationId xmlns:a16="http://schemas.microsoft.com/office/drawing/2014/main" id="{E03D0DD9-2A8D-1B9E-0E0A-CFFD0AB3511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8" name="직선 연결선 324">
                <a:extLst>
                  <a:ext uri="{FF2B5EF4-FFF2-40B4-BE49-F238E27FC236}">
                    <a16:creationId xmlns:a16="http://schemas.microsoft.com/office/drawing/2014/main" id="{8CBF6B37-59C8-59DA-88C0-8042552E37A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74" name="직선 연결선 326">
              <a:extLst>
                <a:ext uri="{FF2B5EF4-FFF2-40B4-BE49-F238E27FC236}">
                  <a16:creationId xmlns:a16="http://schemas.microsoft.com/office/drawing/2014/main" id="{456862FB-9F62-34A8-508B-4938A6D8E9D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75" name="타원 1874">
              <a:extLst>
                <a:ext uri="{FF2B5EF4-FFF2-40B4-BE49-F238E27FC236}">
                  <a16:creationId xmlns:a16="http://schemas.microsoft.com/office/drawing/2014/main" id="{50DE9B02-B366-0D25-69B0-FD53ECF186B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9" name="그룹 1878">
            <a:extLst>
              <a:ext uri="{FF2B5EF4-FFF2-40B4-BE49-F238E27FC236}">
                <a16:creationId xmlns:a16="http://schemas.microsoft.com/office/drawing/2014/main" id="{785E8BB9-C826-4421-AE84-44CDD4B08902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33590" y="4456295"/>
            <a:ext cx="148067" cy="108000"/>
            <a:chOff x="7409659" y="2902132"/>
            <a:chExt cx="317047" cy="239471"/>
          </a:xfrm>
        </p:grpSpPr>
        <p:grpSp>
          <p:nvGrpSpPr>
            <p:cNvPr id="1880" name="그룹 1879">
              <a:extLst>
                <a:ext uri="{FF2B5EF4-FFF2-40B4-BE49-F238E27FC236}">
                  <a16:creationId xmlns:a16="http://schemas.microsoft.com/office/drawing/2014/main" id="{A4AFB876-4857-D7A3-AFC5-40C3B1241C7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83" name="직선 연결선 322">
                <a:extLst>
                  <a:ext uri="{FF2B5EF4-FFF2-40B4-BE49-F238E27FC236}">
                    <a16:creationId xmlns:a16="http://schemas.microsoft.com/office/drawing/2014/main" id="{596DA5FB-27A9-9CA2-BA04-45BDD68BD18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4" name="직선 연결선 323">
                <a:extLst>
                  <a:ext uri="{FF2B5EF4-FFF2-40B4-BE49-F238E27FC236}">
                    <a16:creationId xmlns:a16="http://schemas.microsoft.com/office/drawing/2014/main" id="{FF3C0900-F5F1-F74B-F057-D8B19F4C204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5" name="직선 연결선 324">
                <a:extLst>
                  <a:ext uri="{FF2B5EF4-FFF2-40B4-BE49-F238E27FC236}">
                    <a16:creationId xmlns:a16="http://schemas.microsoft.com/office/drawing/2014/main" id="{836B98AD-893A-98D0-AC8E-0B0D1FD2885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81" name="직선 연결선 326">
              <a:extLst>
                <a:ext uri="{FF2B5EF4-FFF2-40B4-BE49-F238E27FC236}">
                  <a16:creationId xmlns:a16="http://schemas.microsoft.com/office/drawing/2014/main" id="{E4FD1F29-D3F2-F4AF-781D-99CF8BA6DD5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2" name="타원 1881">
              <a:extLst>
                <a:ext uri="{FF2B5EF4-FFF2-40B4-BE49-F238E27FC236}">
                  <a16:creationId xmlns:a16="http://schemas.microsoft.com/office/drawing/2014/main" id="{E11D9AE1-EC5C-57E3-58BA-62CD3F1F4BB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6" name="그룹 1885">
            <a:extLst>
              <a:ext uri="{FF2B5EF4-FFF2-40B4-BE49-F238E27FC236}">
                <a16:creationId xmlns:a16="http://schemas.microsoft.com/office/drawing/2014/main" id="{75D41B9E-19F8-DC95-0697-A1E1577AE5A4}"/>
              </a:ext>
            </a:extLst>
          </p:cNvPr>
          <p:cNvGrpSpPr/>
          <p:nvPr/>
        </p:nvGrpSpPr>
        <p:grpSpPr>
          <a:xfrm rot="5400000">
            <a:off x="3962074" y="5338573"/>
            <a:ext cx="90979" cy="106796"/>
            <a:chOff x="4947906" y="3396192"/>
            <a:chExt cx="90979" cy="106796"/>
          </a:xfrm>
        </p:grpSpPr>
        <p:cxnSp>
          <p:nvCxnSpPr>
            <p:cNvPr id="1887" name="직선 연결선 326">
              <a:extLst>
                <a:ext uri="{FF2B5EF4-FFF2-40B4-BE49-F238E27FC236}">
                  <a16:creationId xmlns:a16="http://schemas.microsoft.com/office/drawing/2014/main" id="{320A9EB4-6EBF-AE44-9600-1FF414CD94EA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8" name="타원 1887">
              <a:extLst>
                <a:ext uri="{FF2B5EF4-FFF2-40B4-BE49-F238E27FC236}">
                  <a16:creationId xmlns:a16="http://schemas.microsoft.com/office/drawing/2014/main" id="{8FDCA8A6-A90D-6088-65F5-1CECBF015D81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9" name="그룹 1888">
            <a:extLst>
              <a:ext uri="{FF2B5EF4-FFF2-40B4-BE49-F238E27FC236}">
                <a16:creationId xmlns:a16="http://schemas.microsoft.com/office/drawing/2014/main" id="{4376A257-E156-B742-97BE-C90F91C28112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041" y="5948625"/>
            <a:ext cx="148067" cy="108000"/>
            <a:chOff x="7409659" y="2902132"/>
            <a:chExt cx="317047" cy="239471"/>
          </a:xfrm>
        </p:grpSpPr>
        <p:grpSp>
          <p:nvGrpSpPr>
            <p:cNvPr id="1890" name="그룹 1889">
              <a:extLst>
                <a:ext uri="{FF2B5EF4-FFF2-40B4-BE49-F238E27FC236}">
                  <a16:creationId xmlns:a16="http://schemas.microsoft.com/office/drawing/2014/main" id="{C38FDAD8-8296-1D72-02AC-B455A7A5404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93" name="직선 연결선 322">
                <a:extLst>
                  <a:ext uri="{FF2B5EF4-FFF2-40B4-BE49-F238E27FC236}">
                    <a16:creationId xmlns:a16="http://schemas.microsoft.com/office/drawing/2014/main" id="{5BA3BBCC-8E47-DBA9-CE90-18FFF2424BB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4" name="직선 연결선 323">
                <a:extLst>
                  <a:ext uri="{FF2B5EF4-FFF2-40B4-BE49-F238E27FC236}">
                    <a16:creationId xmlns:a16="http://schemas.microsoft.com/office/drawing/2014/main" id="{22F7C25A-39D0-014A-114B-6D7C855E704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5" name="직선 연결선 324">
                <a:extLst>
                  <a:ext uri="{FF2B5EF4-FFF2-40B4-BE49-F238E27FC236}">
                    <a16:creationId xmlns:a16="http://schemas.microsoft.com/office/drawing/2014/main" id="{DB599796-6A20-96D9-1EC4-5056035A30A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91" name="직선 연결선 326">
              <a:extLst>
                <a:ext uri="{FF2B5EF4-FFF2-40B4-BE49-F238E27FC236}">
                  <a16:creationId xmlns:a16="http://schemas.microsoft.com/office/drawing/2014/main" id="{5886418B-65F2-1C0A-E1A1-2296E5DB99C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92" name="타원 1891">
              <a:extLst>
                <a:ext uri="{FF2B5EF4-FFF2-40B4-BE49-F238E27FC236}">
                  <a16:creationId xmlns:a16="http://schemas.microsoft.com/office/drawing/2014/main" id="{698C3E97-BC18-E0F9-CEFA-D1457A29A84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31865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9214F-25B8-172A-1548-BD159EBC1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4E6A1-CEBC-4642-F309-940DA03C3FC1}"/>
              </a:ext>
            </a:extLst>
          </p:cNvPr>
          <p:cNvSpPr/>
          <p:nvPr/>
        </p:nvSpPr>
        <p:spPr>
          <a:xfrm>
            <a:off x="2015923" y="371162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0B654D3-A7FB-4D6F-7D88-C7EBE7489B5D}"/>
              </a:ext>
            </a:extLst>
          </p:cNvPr>
          <p:cNvSpPr/>
          <p:nvPr/>
        </p:nvSpPr>
        <p:spPr>
          <a:xfrm>
            <a:off x="2015923" y="1383933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2B7C52-EE64-9334-D992-25950D51E56F}"/>
              </a:ext>
            </a:extLst>
          </p:cNvPr>
          <p:cNvSpPr/>
          <p:nvPr/>
        </p:nvSpPr>
        <p:spPr>
          <a:xfrm>
            <a:off x="2015923" y="2396704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4E1B668-37D6-677D-1DE4-A62A83F6200C}"/>
              </a:ext>
            </a:extLst>
          </p:cNvPr>
          <p:cNvSpPr/>
          <p:nvPr/>
        </p:nvSpPr>
        <p:spPr>
          <a:xfrm>
            <a:off x="2015923" y="3409475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8FC8F6E-3BF4-EA69-61F2-07B6D4BFE2A0}"/>
              </a:ext>
            </a:extLst>
          </p:cNvPr>
          <p:cNvSpPr/>
          <p:nvPr/>
        </p:nvSpPr>
        <p:spPr>
          <a:xfrm>
            <a:off x="479272" y="4422246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B2A00C-58A8-DAFB-3BF7-163076B8B66D}"/>
              </a:ext>
            </a:extLst>
          </p:cNvPr>
          <p:cNvSpPr/>
          <p:nvPr/>
        </p:nvSpPr>
        <p:spPr>
          <a:xfrm>
            <a:off x="3552574" y="3409474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DB69D87-52C2-8908-9936-EE303705EFCB}"/>
              </a:ext>
            </a:extLst>
          </p:cNvPr>
          <p:cNvSpPr/>
          <p:nvPr/>
        </p:nvSpPr>
        <p:spPr>
          <a:xfrm>
            <a:off x="3552574" y="4422245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2" name="직선 연결선[R] 11">
            <a:extLst>
              <a:ext uri="{FF2B5EF4-FFF2-40B4-BE49-F238E27FC236}">
                <a16:creationId xmlns:a16="http://schemas.microsoft.com/office/drawing/2014/main" id="{EA3B76BA-9A28-E7EF-79DF-E433CD783541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2411401" y="836697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[R] 14">
            <a:extLst>
              <a:ext uri="{FF2B5EF4-FFF2-40B4-BE49-F238E27FC236}">
                <a16:creationId xmlns:a16="http://schemas.microsoft.com/office/drawing/2014/main" id="{C3A7C2B8-B81A-146F-A8A9-AE9D58073AA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2411401" y="1849468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5C73746A-0213-B7D3-EFB6-7F1CB8517223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2411401" y="2862239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[R] 20">
            <a:extLst>
              <a:ext uri="{FF2B5EF4-FFF2-40B4-BE49-F238E27FC236}">
                <a16:creationId xmlns:a16="http://schemas.microsoft.com/office/drawing/2014/main" id="{2E89313B-7026-C1DF-F775-B1A0FA6BEE2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flipH="1">
            <a:off x="2806879" y="3642242"/>
            <a:ext cx="745695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[R] 23">
            <a:extLst>
              <a:ext uri="{FF2B5EF4-FFF2-40B4-BE49-F238E27FC236}">
                <a16:creationId xmlns:a16="http://schemas.microsoft.com/office/drawing/2014/main" id="{4273642C-0B1F-68CF-D369-FBDDC916BA99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1270228" y="3642243"/>
            <a:ext cx="74569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[R] 26">
            <a:extLst>
              <a:ext uri="{FF2B5EF4-FFF2-40B4-BE49-F238E27FC236}">
                <a16:creationId xmlns:a16="http://schemas.microsoft.com/office/drawing/2014/main" id="{EAFFB7B2-93B8-5957-1D03-0ABFA77DE04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74750" y="3875010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[R] 29">
            <a:extLst>
              <a:ext uri="{FF2B5EF4-FFF2-40B4-BE49-F238E27FC236}">
                <a16:creationId xmlns:a16="http://schemas.microsoft.com/office/drawing/2014/main" id="{0AA3C6D5-EBD0-FA68-4330-9794BCC0A7B9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874750" y="4887781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[R] 32">
            <a:extLst>
              <a:ext uri="{FF2B5EF4-FFF2-40B4-BE49-F238E27FC236}">
                <a16:creationId xmlns:a16="http://schemas.microsoft.com/office/drawing/2014/main" id="{5694AA67-FB65-9004-05DA-B9A99BCB882D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V="1">
            <a:off x="3948052" y="3875009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꺾인 연결선[E] 35">
            <a:extLst>
              <a:ext uri="{FF2B5EF4-FFF2-40B4-BE49-F238E27FC236}">
                <a16:creationId xmlns:a16="http://schemas.microsoft.com/office/drawing/2014/main" id="{FE22BE8E-AB53-9D7A-E25E-9916690F8864}"/>
              </a:ext>
            </a:extLst>
          </p:cNvPr>
          <p:cNvCxnSpPr>
            <a:cxnSpLocks/>
            <a:stCxn id="5" idx="2"/>
          </p:cNvCxnSpPr>
          <p:nvPr/>
        </p:nvCxnSpPr>
        <p:spPr>
          <a:xfrm rot="5400000">
            <a:off x="944428" y="4200811"/>
            <a:ext cx="1792775" cy="1141173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[R] 50">
            <a:extLst>
              <a:ext uri="{FF2B5EF4-FFF2-40B4-BE49-F238E27FC236}">
                <a16:creationId xmlns:a16="http://schemas.microsoft.com/office/drawing/2014/main" id="{1DE53D44-FCD2-AD3C-6E40-1E8FB5187318}"/>
              </a:ext>
            </a:extLst>
          </p:cNvPr>
          <p:cNvCxnSpPr>
            <a:cxnSpLocks/>
          </p:cNvCxnSpPr>
          <p:nvPr/>
        </p:nvCxnSpPr>
        <p:spPr>
          <a:xfrm flipH="1">
            <a:off x="1270228" y="5801989"/>
            <a:ext cx="267782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[R] 53">
            <a:extLst>
              <a:ext uri="{FF2B5EF4-FFF2-40B4-BE49-F238E27FC236}">
                <a16:creationId xmlns:a16="http://schemas.microsoft.com/office/drawing/2014/main" id="{1B0ADBCC-3798-5AA8-1BBA-6D32932AB61B}"/>
              </a:ext>
            </a:extLst>
          </p:cNvPr>
          <p:cNvCxnSpPr>
            <a:cxnSpLocks/>
          </p:cNvCxnSpPr>
          <p:nvPr/>
        </p:nvCxnSpPr>
        <p:spPr>
          <a:xfrm flipV="1">
            <a:off x="3937750" y="4887781"/>
            <a:ext cx="0" cy="914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2" name="직사각형 511">
            <a:extLst>
              <a:ext uri="{FF2B5EF4-FFF2-40B4-BE49-F238E27FC236}">
                <a16:creationId xmlns:a16="http://schemas.microsoft.com/office/drawing/2014/main" id="{E855FF45-0723-FA65-273C-79CC215B95BD}"/>
              </a:ext>
            </a:extLst>
          </p:cNvPr>
          <p:cNvSpPr/>
          <p:nvPr/>
        </p:nvSpPr>
        <p:spPr>
          <a:xfrm>
            <a:off x="3552574" y="2396704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13" name="직사각형 512">
            <a:extLst>
              <a:ext uri="{FF2B5EF4-FFF2-40B4-BE49-F238E27FC236}">
                <a16:creationId xmlns:a16="http://schemas.microsoft.com/office/drawing/2014/main" id="{0A137C86-B364-A9F4-5476-7F74CB45BE03}"/>
              </a:ext>
            </a:extLst>
          </p:cNvPr>
          <p:cNvSpPr/>
          <p:nvPr/>
        </p:nvSpPr>
        <p:spPr>
          <a:xfrm>
            <a:off x="6625873" y="2396707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14" name="직사각형 513">
            <a:extLst>
              <a:ext uri="{FF2B5EF4-FFF2-40B4-BE49-F238E27FC236}">
                <a16:creationId xmlns:a16="http://schemas.microsoft.com/office/drawing/2014/main" id="{A1FD7447-1964-A8B9-5C21-16D9CB15E7A7}"/>
              </a:ext>
            </a:extLst>
          </p:cNvPr>
          <p:cNvSpPr/>
          <p:nvPr/>
        </p:nvSpPr>
        <p:spPr>
          <a:xfrm>
            <a:off x="6625873" y="1383935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15" name="직사각형 514">
            <a:extLst>
              <a:ext uri="{FF2B5EF4-FFF2-40B4-BE49-F238E27FC236}">
                <a16:creationId xmlns:a16="http://schemas.microsoft.com/office/drawing/2014/main" id="{DCF79955-D40D-03A6-A2E2-CCDEDF6801C0}"/>
              </a:ext>
            </a:extLst>
          </p:cNvPr>
          <p:cNvSpPr/>
          <p:nvPr/>
        </p:nvSpPr>
        <p:spPr>
          <a:xfrm>
            <a:off x="6625873" y="3409476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16" name="직사각형 515">
            <a:extLst>
              <a:ext uri="{FF2B5EF4-FFF2-40B4-BE49-F238E27FC236}">
                <a16:creationId xmlns:a16="http://schemas.microsoft.com/office/drawing/2014/main" id="{1575B940-587C-7170-5764-9F0EDA1E1AB5}"/>
              </a:ext>
            </a:extLst>
          </p:cNvPr>
          <p:cNvSpPr/>
          <p:nvPr/>
        </p:nvSpPr>
        <p:spPr>
          <a:xfrm>
            <a:off x="6625873" y="4422245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17" name="직선 연결선[R] 516">
            <a:extLst>
              <a:ext uri="{FF2B5EF4-FFF2-40B4-BE49-F238E27FC236}">
                <a16:creationId xmlns:a16="http://schemas.microsoft.com/office/drawing/2014/main" id="{291CF0A8-8736-92D5-018A-B338D7AA3368}"/>
              </a:ext>
            </a:extLst>
          </p:cNvPr>
          <p:cNvCxnSpPr>
            <a:cxnSpLocks/>
            <a:stCxn id="512" idx="2"/>
            <a:endCxn id="10" idx="0"/>
          </p:cNvCxnSpPr>
          <p:nvPr/>
        </p:nvCxnSpPr>
        <p:spPr>
          <a:xfrm>
            <a:off x="3948052" y="2862239"/>
            <a:ext cx="0" cy="54723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3" name="직선 연결선[R] 522">
            <a:extLst>
              <a:ext uri="{FF2B5EF4-FFF2-40B4-BE49-F238E27FC236}">
                <a16:creationId xmlns:a16="http://schemas.microsoft.com/office/drawing/2014/main" id="{7FE343B0-9015-D3FC-4074-F5CBE80BAFA1}"/>
              </a:ext>
            </a:extLst>
          </p:cNvPr>
          <p:cNvCxnSpPr>
            <a:cxnSpLocks/>
            <a:stCxn id="513" idx="1"/>
            <a:endCxn id="512" idx="3"/>
          </p:cNvCxnSpPr>
          <p:nvPr/>
        </p:nvCxnSpPr>
        <p:spPr>
          <a:xfrm flipH="1" flipV="1">
            <a:off x="4343530" y="2629472"/>
            <a:ext cx="2282343" cy="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직선 연결선[R] 527">
            <a:extLst>
              <a:ext uri="{FF2B5EF4-FFF2-40B4-BE49-F238E27FC236}">
                <a16:creationId xmlns:a16="http://schemas.microsoft.com/office/drawing/2014/main" id="{27F8281C-050C-F8BB-62A0-50C3A2FC25DF}"/>
              </a:ext>
            </a:extLst>
          </p:cNvPr>
          <p:cNvCxnSpPr>
            <a:cxnSpLocks/>
            <a:stCxn id="513" idx="2"/>
            <a:endCxn id="515" idx="0"/>
          </p:cNvCxnSpPr>
          <p:nvPr/>
        </p:nvCxnSpPr>
        <p:spPr>
          <a:xfrm>
            <a:off x="7021351" y="2862242"/>
            <a:ext cx="0" cy="54723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직선 연결선[R] 531">
            <a:extLst>
              <a:ext uri="{FF2B5EF4-FFF2-40B4-BE49-F238E27FC236}">
                <a16:creationId xmlns:a16="http://schemas.microsoft.com/office/drawing/2014/main" id="{5DF74F5F-D5DA-67C5-2CED-C17769D5E1B1}"/>
              </a:ext>
            </a:extLst>
          </p:cNvPr>
          <p:cNvCxnSpPr>
            <a:cxnSpLocks/>
            <a:stCxn id="514" idx="2"/>
            <a:endCxn id="513" idx="0"/>
          </p:cNvCxnSpPr>
          <p:nvPr/>
        </p:nvCxnSpPr>
        <p:spPr>
          <a:xfrm>
            <a:off x="7021351" y="1849470"/>
            <a:ext cx="0" cy="5472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5" name="직선 연결선[R] 534">
            <a:extLst>
              <a:ext uri="{FF2B5EF4-FFF2-40B4-BE49-F238E27FC236}">
                <a16:creationId xmlns:a16="http://schemas.microsoft.com/office/drawing/2014/main" id="{14C8E4B1-1753-8886-C055-8F94114CB985}"/>
              </a:ext>
            </a:extLst>
          </p:cNvPr>
          <p:cNvCxnSpPr>
            <a:cxnSpLocks/>
            <a:stCxn id="515" idx="2"/>
            <a:endCxn id="516" idx="0"/>
          </p:cNvCxnSpPr>
          <p:nvPr/>
        </p:nvCxnSpPr>
        <p:spPr>
          <a:xfrm>
            <a:off x="7021351" y="3875011"/>
            <a:ext cx="0" cy="54723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8" name="직사각형 537">
            <a:extLst>
              <a:ext uri="{FF2B5EF4-FFF2-40B4-BE49-F238E27FC236}">
                <a16:creationId xmlns:a16="http://schemas.microsoft.com/office/drawing/2014/main" id="{EA0CD478-0CC5-BD6B-B9A8-CAEAF05F837C}"/>
              </a:ext>
            </a:extLst>
          </p:cNvPr>
          <p:cNvSpPr/>
          <p:nvPr/>
        </p:nvSpPr>
        <p:spPr>
          <a:xfrm>
            <a:off x="5089221" y="3409473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41" name="직선 연결선[R] 540">
            <a:extLst>
              <a:ext uri="{FF2B5EF4-FFF2-40B4-BE49-F238E27FC236}">
                <a16:creationId xmlns:a16="http://schemas.microsoft.com/office/drawing/2014/main" id="{5D29CC20-1524-8D7F-9FF1-3C2123E6FE04}"/>
              </a:ext>
            </a:extLst>
          </p:cNvPr>
          <p:cNvCxnSpPr>
            <a:cxnSpLocks/>
            <a:stCxn id="538" idx="1"/>
            <a:endCxn id="10" idx="3"/>
          </p:cNvCxnSpPr>
          <p:nvPr/>
        </p:nvCxnSpPr>
        <p:spPr>
          <a:xfrm flipH="1">
            <a:off x="4343530" y="3642241"/>
            <a:ext cx="745691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4694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2BB99-0DF8-073C-615F-D640EEA10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14CC543-2EA1-A4CA-54FB-D86FE28C0D03}"/>
              </a:ext>
            </a:extLst>
          </p:cNvPr>
          <p:cNvSpPr/>
          <p:nvPr/>
        </p:nvSpPr>
        <p:spPr>
          <a:xfrm>
            <a:off x="3446788" y="1252651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33F43EC-10DD-F2FB-C4DF-4D526E300468}"/>
              </a:ext>
            </a:extLst>
          </p:cNvPr>
          <p:cNvSpPr/>
          <p:nvPr/>
        </p:nvSpPr>
        <p:spPr>
          <a:xfrm>
            <a:off x="5028700" y="1252650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6" name="직선 연결선[R] 5">
            <a:extLst>
              <a:ext uri="{FF2B5EF4-FFF2-40B4-BE49-F238E27FC236}">
                <a16:creationId xmlns:a16="http://schemas.microsoft.com/office/drawing/2014/main" id="{814CEE31-798C-B2FE-156F-24EBDB25630C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4237744" y="1485418"/>
            <a:ext cx="790956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BEC6E27-802B-0888-E849-716756227AED}"/>
              </a:ext>
            </a:extLst>
          </p:cNvPr>
          <p:cNvGrpSpPr/>
          <p:nvPr/>
        </p:nvGrpSpPr>
        <p:grpSpPr>
          <a:xfrm>
            <a:off x="4504438" y="2009488"/>
            <a:ext cx="122239" cy="236801"/>
            <a:chOff x="2297548" y="3782508"/>
            <a:chExt cx="122239" cy="236801"/>
          </a:xfrm>
        </p:grpSpPr>
        <p:cxnSp>
          <p:nvCxnSpPr>
            <p:cNvPr id="19" name="직선 연결선 359">
              <a:extLst>
                <a:ext uri="{FF2B5EF4-FFF2-40B4-BE49-F238E27FC236}">
                  <a16:creationId xmlns:a16="http://schemas.microsoft.com/office/drawing/2014/main" id="{2652523E-1466-CD42-AB74-36A6F7BD8D43}"/>
                </a:ext>
              </a:extLst>
            </p:cNvPr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직선 연결선 360">
              <a:extLst>
                <a:ext uri="{FF2B5EF4-FFF2-40B4-BE49-F238E27FC236}">
                  <a16:creationId xmlns:a16="http://schemas.microsoft.com/office/drawing/2014/main" id="{0953D720-AEDE-900E-BE07-390472517C3A}"/>
                </a:ext>
              </a:extLst>
            </p:cNvPr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직선 연결선 361">
              <a:extLst>
                <a:ext uri="{FF2B5EF4-FFF2-40B4-BE49-F238E27FC236}">
                  <a16:creationId xmlns:a16="http://schemas.microsoft.com/office/drawing/2014/main" id="{4B66FC67-40E6-62AA-1096-CF540C17DBE5}"/>
                </a:ext>
              </a:extLst>
            </p:cNvPr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363">
            <a:extLst>
              <a:ext uri="{FF2B5EF4-FFF2-40B4-BE49-F238E27FC236}">
                <a16:creationId xmlns:a16="http://schemas.microsoft.com/office/drawing/2014/main" id="{641ABA58-E0EF-D776-7ED7-A986053D0E34}"/>
              </a:ext>
            </a:extLst>
          </p:cNvPr>
          <p:cNvCxnSpPr/>
          <p:nvPr/>
        </p:nvCxnSpPr>
        <p:spPr>
          <a:xfrm>
            <a:off x="4504438" y="200565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직선 연결선 363">
            <a:extLst>
              <a:ext uri="{FF2B5EF4-FFF2-40B4-BE49-F238E27FC236}">
                <a16:creationId xmlns:a16="http://schemas.microsoft.com/office/drawing/2014/main" id="{0574CFFA-898C-3F9A-7580-76F2D62D193F}"/>
              </a:ext>
            </a:extLst>
          </p:cNvPr>
          <p:cNvCxnSpPr/>
          <p:nvPr/>
        </p:nvCxnSpPr>
        <p:spPr>
          <a:xfrm>
            <a:off x="4373061" y="1365850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4B2B971-3181-CE6C-CDD8-249B033E7195}"/>
              </a:ext>
            </a:extLst>
          </p:cNvPr>
          <p:cNvSpPr/>
          <p:nvPr/>
        </p:nvSpPr>
        <p:spPr>
          <a:xfrm>
            <a:off x="6610612" y="1251482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F318E8DF-B5C3-29E8-AA84-390C3744E086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 flipV="1">
            <a:off x="5819656" y="1484250"/>
            <a:ext cx="790956" cy="116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1C31E268-FCBE-A4D9-5D6D-92B6F16DFA4E}"/>
              </a:ext>
            </a:extLst>
          </p:cNvPr>
          <p:cNvGrpSpPr/>
          <p:nvPr/>
        </p:nvGrpSpPr>
        <p:grpSpPr>
          <a:xfrm>
            <a:off x="6475294" y="1363180"/>
            <a:ext cx="122239" cy="239471"/>
            <a:chOff x="6820677" y="1869056"/>
            <a:chExt cx="122239" cy="239471"/>
          </a:xfrm>
        </p:grpSpPr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B0FCF83-9513-086B-A036-114315FD4C79}"/>
                </a:ext>
              </a:extLst>
            </p:cNvPr>
            <p:cNvGrpSpPr/>
            <p:nvPr/>
          </p:nvGrpSpPr>
          <p:grpSpPr>
            <a:xfrm>
              <a:off x="6820677" y="1871726"/>
              <a:ext cx="122239" cy="236801"/>
              <a:chOff x="2297548" y="3782508"/>
              <a:chExt cx="122239" cy="236801"/>
            </a:xfrm>
          </p:grpSpPr>
          <p:cxnSp>
            <p:nvCxnSpPr>
              <p:cNvPr id="30" name="직선 연결선 359">
                <a:extLst>
                  <a:ext uri="{FF2B5EF4-FFF2-40B4-BE49-F238E27FC236}">
                    <a16:creationId xmlns:a16="http://schemas.microsoft.com/office/drawing/2014/main" id="{0E9CA0C3-41FA-9B96-780B-EAC78EF4236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직선 연결선 360">
                <a:extLst>
                  <a:ext uri="{FF2B5EF4-FFF2-40B4-BE49-F238E27FC236}">
                    <a16:creationId xmlns:a16="http://schemas.microsoft.com/office/drawing/2014/main" id="{7F7A2C0B-CBB9-319C-284A-CEC066C0BBE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직선 연결선 361">
                <a:extLst>
                  <a:ext uri="{FF2B5EF4-FFF2-40B4-BE49-F238E27FC236}">
                    <a16:creationId xmlns:a16="http://schemas.microsoft.com/office/drawing/2014/main" id="{6D225227-02F1-A4E6-BE03-0A90E9EE47E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직선 연결선 363">
              <a:extLst>
                <a:ext uri="{FF2B5EF4-FFF2-40B4-BE49-F238E27FC236}">
                  <a16:creationId xmlns:a16="http://schemas.microsoft.com/office/drawing/2014/main" id="{02C48BBB-B833-F379-851B-ACD9B8AE75DA}"/>
                </a:ext>
              </a:extLst>
            </p:cNvPr>
            <p:cNvCxnSpPr/>
            <p:nvPr/>
          </p:nvCxnSpPr>
          <p:spPr>
            <a:xfrm>
              <a:off x="6820677" y="1869056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5" name="직선 연결선 363">
            <a:extLst>
              <a:ext uri="{FF2B5EF4-FFF2-40B4-BE49-F238E27FC236}">
                <a16:creationId xmlns:a16="http://schemas.microsoft.com/office/drawing/2014/main" id="{C48F58F4-5306-7160-9621-1E235B463121}"/>
              </a:ext>
            </a:extLst>
          </p:cNvPr>
          <p:cNvCxnSpPr/>
          <p:nvPr/>
        </p:nvCxnSpPr>
        <p:spPr>
          <a:xfrm>
            <a:off x="5945383" y="1369687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8" name="직사각형 517">
            <a:extLst>
              <a:ext uri="{FF2B5EF4-FFF2-40B4-BE49-F238E27FC236}">
                <a16:creationId xmlns:a16="http://schemas.microsoft.com/office/drawing/2014/main" id="{CD46F620-DB1E-0803-FAA4-9538F31BE202}"/>
              </a:ext>
            </a:extLst>
          </p:cNvPr>
          <p:cNvSpPr/>
          <p:nvPr/>
        </p:nvSpPr>
        <p:spPr>
          <a:xfrm>
            <a:off x="8192522" y="1247646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519" name="직사각형 518">
            <a:extLst>
              <a:ext uri="{FF2B5EF4-FFF2-40B4-BE49-F238E27FC236}">
                <a16:creationId xmlns:a16="http://schemas.microsoft.com/office/drawing/2014/main" id="{8F1F9596-4F6D-7EC2-B8FE-83381924DCC1}"/>
              </a:ext>
            </a:extLst>
          </p:cNvPr>
          <p:cNvSpPr/>
          <p:nvPr/>
        </p:nvSpPr>
        <p:spPr>
          <a:xfrm>
            <a:off x="9774434" y="1247645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20" name="직선 연결선[R] 519">
            <a:extLst>
              <a:ext uri="{FF2B5EF4-FFF2-40B4-BE49-F238E27FC236}">
                <a16:creationId xmlns:a16="http://schemas.microsoft.com/office/drawing/2014/main" id="{621CBC87-280B-25E2-1D5A-997548078A37}"/>
              </a:ext>
            </a:extLst>
          </p:cNvPr>
          <p:cNvCxnSpPr>
            <a:cxnSpLocks/>
            <a:stCxn id="24" idx="3"/>
            <a:endCxn id="518" idx="1"/>
          </p:cNvCxnSpPr>
          <p:nvPr/>
        </p:nvCxnSpPr>
        <p:spPr>
          <a:xfrm flipV="1">
            <a:off x="7401568" y="1480414"/>
            <a:ext cx="790954" cy="38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3" name="직선 연결선[R] 522">
            <a:extLst>
              <a:ext uri="{FF2B5EF4-FFF2-40B4-BE49-F238E27FC236}">
                <a16:creationId xmlns:a16="http://schemas.microsoft.com/office/drawing/2014/main" id="{9CCD519A-BAA6-59F6-D2BE-5AE1689A89E1}"/>
              </a:ext>
            </a:extLst>
          </p:cNvPr>
          <p:cNvCxnSpPr>
            <a:cxnSpLocks/>
            <a:stCxn id="518" idx="3"/>
            <a:endCxn id="519" idx="1"/>
          </p:cNvCxnSpPr>
          <p:nvPr/>
        </p:nvCxnSpPr>
        <p:spPr>
          <a:xfrm flipV="1">
            <a:off x="8983478" y="1480413"/>
            <a:ext cx="790956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6" name="직사각형 525">
            <a:extLst>
              <a:ext uri="{FF2B5EF4-FFF2-40B4-BE49-F238E27FC236}">
                <a16:creationId xmlns:a16="http://schemas.microsoft.com/office/drawing/2014/main" id="{E7EC1D12-51AD-FECD-114D-B3880062121C}"/>
              </a:ext>
            </a:extLst>
          </p:cNvPr>
          <p:cNvSpPr/>
          <p:nvPr/>
        </p:nvSpPr>
        <p:spPr>
          <a:xfrm>
            <a:off x="6617155" y="2783430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27" name="직사각형 526">
            <a:extLst>
              <a:ext uri="{FF2B5EF4-FFF2-40B4-BE49-F238E27FC236}">
                <a16:creationId xmlns:a16="http://schemas.microsoft.com/office/drawing/2014/main" id="{422590C3-0129-69A1-D62A-1D08403D2473}"/>
              </a:ext>
            </a:extLst>
          </p:cNvPr>
          <p:cNvSpPr/>
          <p:nvPr/>
        </p:nvSpPr>
        <p:spPr>
          <a:xfrm>
            <a:off x="5035245" y="2783430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35" name="직사각형 534">
            <a:extLst>
              <a:ext uri="{FF2B5EF4-FFF2-40B4-BE49-F238E27FC236}">
                <a16:creationId xmlns:a16="http://schemas.microsoft.com/office/drawing/2014/main" id="{7C2A6D98-FF30-7D0D-BF9D-27A1FE9B92B7}"/>
              </a:ext>
            </a:extLst>
          </p:cNvPr>
          <p:cNvSpPr/>
          <p:nvPr/>
        </p:nvSpPr>
        <p:spPr>
          <a:xfrm>
            <a:off x="1871421" y="354940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36" name="직사각형 535">
            <a:extLst>
              <a:ext uri="{FF2B5EF4-FFF2-40B4-BE49-F238E27FC236}">
                <a16:creationId xmlns:a16="http://schemas.microsoft.com/office/drawing/2014/main" id="{26E41F98-99F9-A49D-FB3A-3D2832234153}"/>
              </a:ext>
            </a:extLst>
          </p:cNvPr>
          <p:cNvSpPr/>
          <p:nvPr/>
        </p:nvSpPr>
        <p:spPr>
          <a:xfrm>
            <a:off x="3453331" y="3549404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37" name="직사각형 536">
            <a:extLst>
              <a:ext uri="{FF2B5EF4-FFF2-40B4-BE49-F238E27FC236}">
                <a16:creationId xmlns:a16="http://schemas.microsoft.com/office/drawing/2014/main" id="{8F25829C-8277-2E5C-197B-FA7BA4A22A0C}"/>
              </a:ext>
            </a:extLst>
          </p:cNvPr>
          <p:cNvSpPr/>
          <p:nvPr/>
        </p:nvSpPr>
        <p:spPr>
          <a:xfrm>
            <a:off x="5035245" y="3549403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38" name="직사각형 537">
            <a:extLst>
              <a:ext uri="{FF2B5EF4-FFF2-40B4-BE49-F238E27FC236}">
                <a16:creationId xmlns:a16="http://schemas.microsoft.com/office/drawing/2014/main" id="{998CC034-5FD1-5A74-A1C5-F5063078E9C3}"/>
              </a:ext>
            </a:extLst>
          </p:cNvPr>
          <p:cNvSpPr/>
          <p:nvPr/>
        </p:nvSpPr>
        <p:spPr>
          <a:xfrm>
            <a:off x="6617155" y="3549402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39" name="직선 연결선[R] 538">
            <a:extLst>
              <a:ext uri="{FF2B5EF4-FFF2-40B4-BE49-F238E27FC236}">
                <a16:creationId xmlns:a16="http://schemas.microsoft.com/office/drawing/2014/main" id="{53470D5C-2D5D-C2CF-DA90-C8280E76ACBD}"/>
              </a:ext>
            </a:extLst>
          </p:cNvPr>
          <p:cNvCxnSpPr>
            <a:cxnSpLocks/>
            <a:stCxn id="535" idx="3"/>
            <a:endCxn id="536" idx="1"/>
          </p:cNvCxnSpPr>
          <p:nvPr/>
        </p:nvCxnSpPr>
        <p:spPr>
          <a:xfrm flipV="1">
            <a:off x="2662377" y="3782172"/>
            <a:ext cx="790954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0" name="직선 연결선[R] 539">
            <a:extLst>
              <a:ext uri="{FF2B5EF4-FFF2-40B4-BE49-F238E27FC236}">
                <a16:creationId xmlns:a16="http://schemas.microsoft.com/office/drawing/2014/main" id="{E6F5B607-F74E-25B7-4D03-5225E311C070}"/>
              </a:ext>
            </a:extLst>
          </p:cNvPr>
          <p:cNvCxnSpPr>
            <a:cxnSpLocks/>
            <a:stCxn id="536" idx="3"/>
            <a:endCxn id="537" idx="1"/>
          </p:cNvCxnSpPr>
          <p:nvPr/>
        </p:nvCxnSpPr>
        <p:spPr>
          <a:xfrm flipV="1">
            <a:off x="4244287" y="3782171"/>
            <a:ext cx="790958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1" name="직선 연결선[R] 540">
            <a:extLst>
              <a:ext uri="{FF2B5EF4-FFF2-40B4-BE49-F238E27FC236}">
                <a16:creationId xmlns:a16="http://schemas.microsoft.com/office/drawing/2014/main" id="{000C75D8-6C8F-9DE4-6EE0-CBC171DE468F}"/>
              </a:ext>
            </a:extLst>
          </p:cNvPr>
          <p:cNvCxnSpPr>
            <a:cxnSpLocks/>
            <a:stCxn id="537" idx="3"/>
            <a:endCxn id="538" idx="1"/>
          </p:cNvCxnSpPr>
          <p:nvPr/>
        </p:nvCxnSpPr>
        <p:spPr>
          <a:xfrm flipV="1">
            <a:off x="5826201" y="3782170"/>
            <a:ext cx="790954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직선 연결선[R] 541">
            <a:extLst>
              <a:ext uri="{FF2B5EF4-FFF2-40B4-BE49-F238E27FC236}">
                <a16:creationId xmlns:a16="http://schemas.microsoft.com/office/drawing/2014/main" id="{C50E6FC0-CBAF-B545-F399-5B0ACDF8B513}"/>
              </a:ext>
            </a:extLst>
          </p:cNvPr>
          <p:cNvCxnSpPr>
            <a:cxnSpLocks/>
            <a:stCxn id="527" idx="3"/>
            <a:endCxn id="526" idx="1"/>
          </p:cNvCxnSpPr>
          <p:nvPr/>
        </p:nvCxnSpPr>
        <p:spPr>
          <a:xfrm>
            <a:off x="5826201" y="3016198"/>
            <a:ext cx="79095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직사각형 544">
            <a:extLst>
              <a:ext uri="{FF2B5EF4-FFF2-40B4-BE49-F238E27FC236}">
                <a16:creationId xmlns:a16="http://schemas.microsoft.com/office/drawing/2014/main" id="{990DFB2B-B8D6-FA65-27BF-63626E2F6786}"/>
              </a:ext>
            </a:extLst>
          </p:cNvPr>
          <p:cNvSpPr/>
          <p:nvPr/>
        </p:nvSpPr>
        <p:spPr>
          <a:xfrm>
            <a:off x="3453331" y="2783430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46" name="직선 연결선[R] 545">
            <a:extLst>
              <a:ext uri="{FF2B5EF4-FFF2-40B4-BE49-F238E27FC236}">
                <a16:creationId xmlns:a16="http://schemas.microsoft.com/office/drawing/2014/main" id="{3F7016EE-4810-68E0-8EB0-80E9F6FE53A4}"/>
              </a:ext>
            </a:extLst>
          </p:cNvPr>
          <p:cNvCxnSpPr>
            <a:cxnSpLocks/>
            <a:stCxn id="545" idx="3"/>
            <a:endCxn id="527" idx="1"/>
          </p:cNvCxnSpPr>
          <p:nvPr/>
        </p:nvCxnSpPr>
        <p:spPr>
          <a:xfrm>
            <a:off x="4244287" y="3016198"/>
            <a:ext cx="79095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연결선[R] 193">
            <a:extLst>
              <a:ext uri="{FF2B5EF4-FFF2-40B4-BE49-F238E27FC236}">
                <a16:creationId xmlns:a16="http://schemas.microsoft.com/office/drawing/2014/main" id="{2CA25D55-3D40-898C-FB84-9515279344AF}"/>
              </a:ext>
            </a:extLst>
          </p:cNvPr>
          <p:cNvCxnSpPr>
            <a:cxnSpLocks/>
            <a:stCxn id="538" idx="0"/>
            <a:endCxn id="526" idx="2"/>
          </p:cNvCxnSpPr>
          <p:nvPr/>
        </p:nvCxnSpPr>
        <p:spPr>
          <a:xfrm flipV="1">
            <a:off x="7012633" y="3248965"/>
            <a:ext cx="0" cy="3004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직사각형 199">
            <a:extLst>
              <a:ext uri="{FF2B5EF4-FFF2-40B4-BE49-F238E27FC236}">
                <a16:creationId xmlns:a16="http://schemas.microsoft.com/office/drawing/2014/main" id="{00DE6EF1-3D26-981E-53C6-E9AD4E1F8C98}"/>
              </a:ext>
            </a:extLst>
          </p:cNvPr>
          <p:cNvSpPr/>
          <p:nvPr/>
        </p:nvSpPr>
        <p:spPr>
          <a:xfrm>
            <a:off x="1871421" y="4311905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1" name="직사각형 200">
            <a:extLst>
              <a:ext uri="{FF2B5EF4-FFF2-40B4-BE49-F238E27FC236}">
                <a16:creationId xmlns:a16="http://schemas.microsoft.com/office/drawing/2014/main" id="{B16FD41A-C53B-2CDE-A857-46CAC85A821F}"/>
              </a:ext>
            </a:extLst>
          </p:cNvPr>
          <p:cNvSpPr/>
          <p:nvPr/>
        </p:nvSpPr>
        <p:spPr>
          <a:xfrm>
            <a:off x="3453331" y="4315376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 rule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02" name="직선 연결선[R] 201">
            <a:extLst>
              <a:ext uri="{FF2B5EF4-FFF2-40B4-BE49-F238E27FC236}">
                <a16:creationId xmlns:a16="http://schemas.microsoft.com/office/drawing/2014/main" id="{EDEE3171-9E6A-5F9C-9262-5AB4113F3215}"/>
              </a:ext>
            </a:extLst>
          </p:cNvPr>
          <p:cNvCxnSpPr>
            <a:cxnSpLocks/>
            <a:stCxn id="200" idx="3"/>
            <a:endCxn id="201" idx="1"/>
          </p:cNvCxnSpPr>
          <p:nvPr/>
        </p:nvCxnSpPr>
        <p:spPr>
          <a:xfrm>
            <a:off x="2662377" y="4544673"/>
            <a:ext cx="790954" cy="34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직선 연결선[R] 204">
            <a:extLst>
              <a:ext uri="{FF2B5EF4-FFF2-40B4-BE49-F238E27FC236}">
                <a16:creationId xmlns:a16="http://schemas.microsoft.com/office/drawing/2014/main" id="{41E3357A-0900-C0EB-1718-2DFED64B1BD4}"/>
              </a:ext>
            </a:extLst>
          </p:cNvPr>
          <p:cNvCxnSpPr>
            <a:cxnSpLocks/>
            <a:stCxn id="201" idx="0"/>
            <a:endCxn id="536" idx="2"/>
          </p:cNvCxnSpPr>
          <p:nvPr/>
        </p:nvCxnSpPr>
        <p:spPr>
          <a:xfrm flipV="1">
            <a:off x="3848809" y="4014939"/>
            <a:ext cx="0" cy="3004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꺾인 연결선[E] 211">
            <a:extLst>
              <a:ext uri="{FF2B5EF4-FFF2-40B4-BE49-F238E27FC236}">
                <a16:creationId xmlns:a16="http://schemas.microsoft.com/office/drawing/2014/main" id="{CEE00A9B-B130-C004-7308-86CB68D88C38}"/>
              </a:ext>
            </a:extLst>
          </p:cNvPr>
          <p:cNvCxnSpPr>
            <a:cxnSpLocks/>
          </p:cNvCxnSpPr>
          <p:nvPr/>
        </p:nvCxnSpPr>
        <p:spPr>
          <a:xfrm>
            <a:off x="2662373" y="3914022"/>
            <a:ext cx="790957" cy="499180"/>
          </a:xfrm>
          <a:prstGeom prst="bentConnector3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직사각형 233">
            <a:extLst>
              <a:ext uri="{FF2B5EF4-FFF2-40B4-BE49-F238E27FC236}">
                <a16:creationId xmlns:a16="http://schemas.microsoft.com/office/drawing/2014/main" id="{E8FB9F7F-C2E0-668B-27ED-2392CF940FFA}"/>
              </a:ext>
            </a:extLst>
          </p:cNvPr>
          <p:cNvSpPr/>
          <p:nvPr/>
        </p:nvSpPr>
        <p:spPr>
          <a:xfrm>
            <a:off x="1871418" y="2783430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38" name="직사각형 237">
            <a:extLst>
              <a:ext uri="{FF2B5EF4-FFF2-40B4-BE49-F238E27FC236}">
                <a16:creationId xmlns:a16="http://schemas.microsoft.com/office/drawing/2014/main" id="{BC42BF6F-7C37-8520-F10D-AFEB65DE15B8}"/>
              </a:ext>
            </a:extLst>
          </p:cNvPr>
          <p:cNvSpPr/>
          <p:nvPr/>
        </p:nvSpPr>
        <p:spPr>
          <a:xfrm>
            <a:off x="1871417" y="2017455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39" name="꺾인 연결선[E] 238">
            <a:extLst>
              <a:ext uri="{FF2B5EF4-FFF2-40B4-BE49-F238E27FC236}">
                <a16:creationId xmlns:a16="http://schemas.microsoft.com/office/drawing/2014/main" id="{97639BD5-BCBD-E90F-C8BC-A576CEA063DD}"/>
              </a:ext>
            </a:extLst>
          </p:cNvPr>
          <p:cNvCxnSpPr>
            <a:cxnSpLocks/>
          </p:cNvCxnSpPr>
          <p:nvPr/>
        </p:nvCxnSpPr>
        <p:spPr>
          <a:xfrm>
            <a:off x="2655833" y="2423008"/>
            <a:ext cx="790957" cy="499180"/>
          </a:xfrm>
          <a:prstGeom prst="bentConnector3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FA799096-0485-7276-58E2-99E3B8878FD8}"/>
              </a:ext>
            </a:extLst>
          </p:cNvPr>
          <p:cNvSpPr/>
          <p:nvPr/>
        </p:nvSpPr>
        <p:spPr>
          <a:xfrm>
            <a:off x="3446788" y="2021591"/>
            <a:ext cx="790956" cy="4655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45" name="꺾인 연결선[E] 244">
            <a:extLst>
              <a:ext uri="{FF2B5EF4-FFF2-40B4-BE49-F238E27FC236}">
                <a16:creationId xmlns:a16="http://schemas.microsoft.com/office/drawing/2014/main" id="{48A7788C-90C7-87B7-FFB1-6A86B579D06F}"/>
              </a:ext>
            </a:extLst>
          </p:cNvPr>
          <p:cNvCxnSpPr>
            <a:cxnSpLocks/>
            <a:stCxn id="519" idx="2"/>
            <a:endCxn id="201" idx="3"/>
          </p:cNvCxnSpPr>
          <p:nvPr/>
        </p:nvCxnSpPr>
        <p:spPr>
          <a:xfrm rot="5400000">
            <a:off x="5789618" y="167850"/>
            <a:ext cx="2834964" cy="5925625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꺾인 연결선[E] 247">
            <a:extLst>
              <a:ext uri="{FF2B5EF4-FFF2-40B4-BE49-F238E27FC236}">
                <a16:creationId xmlns:a16="http://schemas.microsoft.com/office/drawing/2014/main" id="{A30FAE2B-F652-226B-663E-C9C8FF715DBE}"/>
              </a:ext>
            </a:extLst>
          </p:cNvPr>
          <p:cNvCxnSpPr>
            <a:cxnSpLocks/>
            <a:stCxn id="518" idx="2"/>
          </p:cNvCxnSpPr>
          <p:nvPr/>
        </p:nvCxnSpPr>
        <p:spPr>
          <a:xfrm rot="5400000">
            <a:off x="5069404" y="894605"/>
            <a:ext cx="2700021" cy="4337172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직선 연결선[R] 591">
            <a:extLst>
              <a:ext uri="{FF2B5EF4-FFF2-40B4-BE49-F238E27FC236}">
                <a16:creationId xmlns:a16="http://schemas.microsoft.com/office/drawing/2014/main" id="{4D0ED78A-6AB3-BC85-739F-9A000518B3E4}"/>
              </a:ext>
            </a:extLst>
          </p:cNvPr>
          <p:cNvCxnSpPr>
            <a:cxnSpLocks/>
            <a:stCxn id="240" idx="2"/>
            <a:endCxn id="545" idx="0"/>
          </p:cNvCxnSpPr>
          <p:nvPr/>
        </p:nvCxnSpPr>
        <p:spPr>
          <a:xfrm>
            <a:off x="3842266" y="2487126"/>
            <a:ext cx="6543" cy="2963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5" name="직사각형 594">
            <a:extLst>
              <a:ext uri="{FF2B5EF4-FFF2-40B4-BE49-F238E27FC236}">
                <a16:creationId xmlns:a16="http://schemas.microsoft.com/office/drawing/2014/main" id="{B0867E59-840C-A6D2-E590-AB1018F7C304}"/>
              </a:ext>
            </a:extLst>
          </p:cNvPr>
          <p:cNvSpPr/>
          <p:nvPr/>
        </p:nvSpPr>
        <p:spPr>
          <a:xfrm>
            <a:off x="5035245" y="2015538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96" name="직선 연결선[R] 595">
            <a:extLst>
              <a:ext uri="{FF2B5EF4-FFF2-40B4-BE49-F238E27FC236}">
                <a16:creationId xmlns:a16="http://schemas.microsoft.com/office/drawing/2014/main" id="{CB356C05-17AE-8299-C442-0C39FC70568D}"/>
              </a:ext>
            </a:extLst>
          </p:cNvPr>
          <p:cNvCxnSpPr>
            <a:cxnSpLocks/>
            <a:stCxn id="595" idx="2"/>
            <a:endCxn id="527" idx="0"/>
          </p:cNvCxnSpPr>
          <p:nvPr/>
        </p:nvCxnSpPr>
        <p:spPr>
          <a:xfrm>
            <a:off x="5430723" y="2481073"/>
            <a:ext cx="0" cy="30235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9" name="직사각형 598">
            <a:extLst>
              <a:ext uri="{FF2B5EF4-FFF2-40B4-BE49-F238E27FC236}">
                <a16:creationId xmlns:a16="http://schemas.microsoft.com/office/drawing/2014/main" id="{1093F23F-D0E0-2F23-8D5A-4798B364E752}"/>
              </a:ext>
            </a:extLst>
          </p:cNvPr>
          <p:cNvSpPr/>
          <p:nvPr/>
        </p:nvSpPr>
        <p:spPr>
          <a:xfrm>
            <a:off x="6617155" y="2015538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604" name="직선 연결선[R] 603">
            <a:extLst>
              <a:ext uri="{FF2B5EF4-FFF2-40B4-BE49-F238E27FC236}">
                <a16:creationId xmlns:a16="http://schemas.microsoft.com/office/drawing/2014/main" id="{DD4625C9-5688-EB2F-9D79-44AF8E71664C}"/>
              </a:ext>
            </a:extLst>
          </p:cNvPr>
          <p:cNvCxnSpPr>
            <a:cxnSpLocks/>
          </p:cNvCxnSpPr>
          <p:nvPr/>
        </p:nvCxnSpPr>
        <p:spPr>
          <a:xfrm flipV="1">
            <a:off x="7797045" y="1599981"/>
            <a:ext cx="0" cy="141621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3" name="직선 연결선[R] 612">
            <a:extLst>
              <a:ext uri="{FF2B5EF4-FFF2-40B4-BE49-F238E27FC236}">
                <a16:creationId xmlns:a16="http://schemas.microsoft.com/office/drawing/2014/main" id="{436A61EA-7BDE-F10C-BC5B-14ADD4E2E2EB}"/>
              </a:ext>
            </a:extLst>
          </p:cNvPr>
          <p:cNvCxnSpPr>
            <a:cxnSpLocks/>
            <a:stCxn id="595" idx="3"/>
            <a:endCxn id="599" idx="1"/>
          </p:cNvCxnSpPr>
          <p:nvPr/>
        </p:nvCxnSpPr>
        <p:spPr>
          <a:xfrm>
            <a:off x="5826201" y="2248306"/>
            <a:ext cx="79095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6" name="직사각형 615">
            <a:extLst>
              <a:ext uri="{FF2B5EF4-FFF2-40B4-BE49-F238E27FC236}">
                <a16:creationId xmlns:a16="http://schemas.microsoft.com/office/drawing/2014/main" id="{B9B55EE1-5D05-BEF7-3ED3-932860F4DDF4}"/>
              </a:ext>
            </a:extLst>
          </p:cNvPr>
          <p:cNvSpPr/>
          <p:nvPr/>
        </p:nvSpPr>
        <p:spPr>
          <a:xfrm>
            <a:off x="5028698" y="485411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617" name="직선 연결선[R] 616">
            <a:extLst>
              <a:ext uri="{FF2B5EF4-FFF2-40B4-BE49-F238E27FC236}">
                <a16:creationId xmlns:a16="http://schemas.microsoft.com/office/drawing/2014/main" id="{014772D3-6B63-6DFB-FF7D-062149AA0432}"/>
              </a:ext>
            </a:extLst>
          </p:cNvPr>
          <p:cNvCxnSpPr>
            <a:cxnSpLocks/>
          </p:cNvCxnSpPr>
          <p:nvPr/>
        </p:nvCxnSpPr>
        <p:spPr>
          <a:xfrm flipV="1">
            <a:off x="7408111" y="3016196"/>
            <a:ext cx="388934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직선 연결선[R] 617">
            <a:extLst>
              <a:ext uri="{FF2B5EF4-FFF2-40B4-BE49-F238E27FC236}">
                <a16:creationId xmlns:a16="http://schemas.microsoft.com/office/drawing/2014/main" id="{F871E7E2-930B-5533-9D36-88E5A80ACC41}"/>
              </a:ext>
            </a:extLst>
          </p:cNvPr>
          <p:cNvCxnSpPr>
            <a:cxnSpLocks/>
          </p:cNvCxnSpPr>
          <p:nvPr/>
        </p:nvCxnSpPr>
        <p:spPr>
          <a:xfrm flipV="1">
            <a:off x="5839287" y="2909068"/>
            <a:ext cx="388934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직선 연결선[R] 618">
            <a:extLst>
              <a:ext uri="{FF2B5EF4-FFF2-40B4-BE49-F238E27FC236}">
                <a16:creationId xmlns:a16="http://schemas.microsoft.com/office/drawing/2014/main" id="{4C245685-EE43-B79C-720B-63C56D0A30CB}"/>
              </a:ext>
            </a:extLst>
          </p:cNvPr>
          <p:cNvCxnSpPr>
            <a:cxnSpLocks/>
          </p:cNvCxnSpPr>
          <p:nvPr/>
        </p:nvCxnSpPr>
        <p:spPr>
          <a:xfrm flipV="1">
            <a:off x="6215134" y="715552"/>
            <a:ext cx="0" cy="219351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직선 연결선[R] 620">
            <a:extLst>
              <a:ext uri="{FF2B5EF4-FFF2-40B4-BE49-F238E27FC236}">
                <a16:creationId xmlns:a16="http://schemas.microsoft.com/office/drawing/2014/main" id="{0A965C5C-B125-3F46-53AB-1F9E35ACACE7}"/>
              </a:ext>
            </a:extLst>
          </p:cNvPr>
          <p:cNvCxnSpPr>
            <a:cxnSpLocks/>
          </p:cNvCxnSpPr>
          <p:nvPr/>
        </p:nvCxnSpPr>
        <p:spPr>
          <a:xfrm flipH="1">
            <a:off x="7408111" y="1606488"/>
            <a:ext cx="38893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직선 연결선[R] 621">
            <a:extLst>
              <a:ext uri="{FF2B5EF4-FFF2-40B4-BE49-F238E27FC236}">
                <a16:creationId xmlns:a16="http://schemas.microsoft.com/office/drawing/2014/main" id="{FEBB9E20-3C3F-77A2-C56D-CCB78FA1A19C}"/>
              </a:ext>
            </a:extLst>
          </p:cNvPr>
          <p:cNvCxnSpPr>
            <a:cxnSpLocks/>
            <a:endCxn id="616" idx="3"/>
          </p:cNvCxnSpPr>
          <p:nvPr/>
        </p:nvCxnSpPr>
        <p:spPr>
          <a:xfrm flipH="1">
            <a:off x="5819654" y="715552"/>
            <a:ext cx="395480" cy="26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직선 연결선[R] 622">
            <a:extLst>
              <a:ext uri="{FF2B5EF4-FFF2-40B4-BE49-F238E27FC236}">
                <a16:creationId xmlns:a16="http://schemas.microsoft.com/office/drawing/2014/main" id="{ECDF1621-E5B3-8952-D005-1BAFC23B2B1A}"/>
              </a:ext>
            </a:extLst>
          </p:cNvPr>
          <p:cNvCxnSpPr>
            <a:cxnSpLocks/>
          </p:cNvCxnSpPr>
          <p:nvPr/>
        </p:nvCxnSpPr>
        <p:spPr>
          <a:xfrm>
            <a:off x="5839287" y="2131921"/>
            <a:ext cx="25671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직선 연결선[R] 625">
            <a:extLst>
              <a:ext uri="{FF2B5EF4-FFF2-40B4-BE49-F238E27FC236}">
                <a16:creationId xmlns:a16="http://schemas.microsoft.com/office/drawing/2014/main" id="{208BE25E-E5B6-6B7D-AD32-E46836B17B34}"/>
              </a:ext>
            </a:extLst>
          </p:cNvPr>
          <p:cNvCxnSpPr>
            <a:cxnSpLocks/>
          </p:cNvCxnSpPr>
          <p:nvPr/>
        </p:nvCxnSpPr>
        <p:spPr>
          <a:xfrm flipV="1">
            <a:off x="6096000" y="776087"/>
            <a:ext cx="0" cy="135583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직선 연결선[R] 631">
            <a:extLst>
              <a:ext uri="{FF2B5EF4-FFF2-40B4-BE49-F238E27FC236}">
                <a16:creationId xmlns:a16="http://schemas.microsoft.com/office/drawing/2014/main" id="{F3E29A6C-67A4-6B9B-4A09-2CAD42959CD2}"/>
              </a:ext>
            </a:extLst>
          </p:cNvPr>
          <p:cNvCxnSpPr>
            <a:cxnSpLocks/>
          </p:cNvCxnSpPr>
          <p:nvPr/>
        </p:nvCxnSpPr>
        <p:spPr>
          <a:xfrm>
            <a:off x="5819654" y="776087"/>
            <a:ext cx="25671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7538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기류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6414</TotalTime>
  <Words>1154</Words>
  <Application>Microsoft Macintosh PowerPoint</Application>
  <PresentationFormat>와이드스크린</PresentationFormat>
  <Paragraphs>1093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8" baseType="lpstr">
      <vt:lpstr>S-Core Dream 5 Medium</vt:lpstr>
      <vt:lpstr>맑은 고딕</vt:lpstr>
      <vt:lpstr>KoPubWorld돋움체 Light</vt:lpstr>
      <vt:lpstr>KoPubWorld돋움체 Medium</vt:lpstr>
      <vt:lpstr>Arial</vt:lpstr>
      <vt:lpstr>KoPubWorld돋움체 Bold</vt:lpstr>
      <vt:lpstr>Office 테마</vt:lpstr>
      <vt:lpstr>Database System</vt:lpstr>
      <vt:lpstr>ER Diagram</vt:lpstr>
      <vt:lpstr>ER Diagram</vt:lpstr>
      <vt:lpstr>PowerPoint 프레젠테이션</vt:lpstr>
      <vt:lpstr>V1</vt:lpstr>
      <vt:lpstr>V2</vt:lpstr>
      <vt:lpstr>예매결제</vt:lpstr>
      <vt:lpstr>회원</vt:lpstr>
      <vt:lpstr>영화 상영</vt:lpstr>
      <vt:lpstr>극장좌석</vt:lpstr>
      <vt:lpstr>정책  스낵  시스템</vt:lpstr>
      <vt:lpstr>V2</vt:lpstr>
      <vt:lpstr>V2</vt:lpstr>
      <vt:lpstr>V2</vt:lpstr>
      <vt:lpstr>V2</vt:lpstr>
      <vt:lpstr>영화 상영</vt:lpstr>
      <vt:lpstr>예매 결제</vt:lpstr>
      <vt:lpstr>V2</vt:lpstr>
      <vt:lpstr>V2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JAISE’18</dc:title>
  <dc:creator>Windows 사용자</dc:creator>
  <cp:lastModifiedBy>강태영</cp:lastModifiedBy>
  <cp:revision>332</cp:revision>
  <dcterms:created xsi:type="dcterms:W3CDTF">2018-08-23T01:36:56Z</dcterms:created>
  <dcterms:modified xsi:type="dcterms:W3CDTF">2025-12-04T11:22:02Z</dcterms:modified>
</cp:coreProperties>
</file>