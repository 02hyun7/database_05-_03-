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6" r:id="rId1"/>
  </p:sldMasterIdLst>
  <p:notesMasterIdLst>
    <p:notesMasterId r:id="rId9"/>
  </p:notesMasterIdLst>
  <p:handoutMasterIdLst>
    <p:handoutMasterId r:id="rId10"/>
  </p:handoutMasterIdLst>
  <p:sldIdLst>
    <p:sldId id="259" r:id="rId2"/>
    <p:sldId id="398" r:id="rId3"/>
    <p:sldId id="396" r:id="rId4"/>
    <p:sldId id="406" r:id="rId5"/>
    <p:sldId id="405" r:id="rId6"/>
    <p:sldId id="403" r:id="rId7"/>
    <p:sldId id="400" r:id="rId8"/>
  </p:sldIdLst>
  <p:sldSz cx="12192000" cy="6858000"/>
  <p:notesSz cx="6858000" cy="9144000"/>
  <p:embeddedFontLst>
    <p:embeddedFont>
      <p:font typeface="KoPubWorld돋움체 Bold" pitchFamily="2" charset="-127"/>
      <p:bold r:id="rId11"/>
    </p:embeddedFont>
    <p:embeddedFont>
      <p:font typeface="KoPubWorld돋움체 Light" pitchFamily="2" charset="-127"/>
      <p:regular r:id="rId12"/>
    </p:embeddedFont>
    <p:embeddedFont>
      <p:font typeface="KoPubWorld돋움체 Medium" pitchFamily="2" charset="-127"/>
      <p:regular r:id="rId13"/>
    </p:embeddedFont>
    <p:embeddedFont>
      <p:font typeface="맑은 고딕" panose="020B0503020000020004" pitchFamily="34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4660"/>
  </p:normalViewPr>
  <p:slideViewPr>
    <p:cSldViewPr snapToGrid="0">
      <p:cViewPr>
        <p:scale>
          <a:sx n="163" d="100"/>
          <a:sy n="163" d="100"/>
        </p:scale>
        <p:origin x="-77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DFC5F-1939-41AF-891D-8BE6928784CA}" type="datetimeFigureOut">
              <a:rPr lang="ko-KR" altLang="en-US" smtClean="0"/>
              <a:t>2025. 11. 23.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84B98-3C0E-4EA8-9CBB-0149333E58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084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A3949-66A9-42B8-A303-0972F04D40C0}" type="datetimeFigureOut">
              <a:rPr lang="ko-KR" altLang="en-US" smtClean="0"/>
              <a:t>2025. 11. 23.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920D6-0251-4D4D-8E3E-823999663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69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B920D6-0251-4D4D-8E3E-8239996633D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160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B920D6-0251-4D4D-8E3E-8239996633D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420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B920D6-0251-4D4D-8E3E-8239996633D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7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5FDD1-F045-22F0-10CF-96E10D6AA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535283-F9B5-827E-56D7-C7F2632A0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306B56-B1E2-0530-A330-3608A6534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0C052D-3726-4567-F88F-906747DB5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B920D6-0251-4D4D-8E3E-8239996633D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484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DE61-1941-ABFC-A57D-8F4381CC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0FD37A-5D6A-4810-AC42-69CA5ECE3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3276E-D033-086D-2098-2BAD5C785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0010B4-1500-217F-EA3C-0A9B4E5CA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B920D6-0251-4D4D-8E3E-8239996633D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029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A02A-BC16-6FB5-7425-6B448D69B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76BED3-B5FB-DCE2-6B39-DD553E2C9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CCE40C-F8DB-34A6-3E11-61FA8F8B2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70B72-7E3A-88DC-C8E4-D0977564C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B920D6-0251-4D4D-8E3E-8239996633D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07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54A4-568D-13AD-110B-7DF3351A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FE4305-B519-F886-2B36-1B6B2DEC1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A0F427-8C0A-0527-32C2-7E4608E02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D4DA4-82A3-3779-E842-53C232293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B920D6-0251-4D4D-8E3E-8239996633D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477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101724" y="4774456"/>
            <a:ext cx="10252075" cy="138124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baseline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1. First goal</a:t>
            </a:r>
          </a:p>
          <a:p>
            <a:r>
              <a:rPr lang="en-US" altLang="ko-KR" dirty="0"/>
              <a:t>2. Second goal</a:t>
            </a:r>
            <a:endParaRPr lang="ko-KR" altLang="en-US" dirty="0"/>
          </a:p>
        </p:txBody>
      </p:sp>
      <p:sp>
        <p:nvSpPr>
          <p:cNvPr id="14" name="제목 13"/>
          <p:cNvSpPr>
            <a:spLocks noGrp="1"/>
          </p:cNvSpPr>
          <p:nvPr>
            <p:ph type="title" hasCustomPrompt="1"/>
          </p:nvPr>
        </p:nvSpPr>
        <p:spPr>
          <a:xfrm>
            <a:off x="1102150" y="572517"/>
            <a:ext cx="10251650" cy="1482528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1101725" y="2196363"/>
            <a:ext cx="10252074" cy="1008749"/>
          </a:xfrm>
        </p:spPr>
        <p:txBody>
          <a:bodyPr/>
          <a:lstStyle>
            <a:lvl1pPr marL="0" indent="0">
              <a:buNone/>
              <a:defRPr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 lvl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2" hasCustomPrompt="1"/>
          </p:nvPr>
        </p:nvSpPr>
        <p:spPr>
          <a:xfrm>
            <a:off x="7707085" y="3527970"/>
            <a:ext cx="3646714" cy="461962"/>
          </a:xfrm>
        </p:spPr>
        <p:txBody>
          <a:bodyPr>
            <a:normAutofit/>
          </a:bodyPr>
          <a:lstStyle>
            <a:lvl1pPr marL="0" indent="0" algn="r">
              <a:buNone/>
              <a:defRPr sz="2000" baseline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 lvl="0"/>
            <a:r>
              <a:rPr lang="en-US" altLang="ko-KR" dirty="0"/>
              <a:t>Weeks (xx/16)</a:t>
            </a:r>
            <a:endParaRPr lang="ko-KR" alt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1101725" y="4312791"/>
            <a:ext cx="165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License</a:t>
            </a:r>
            <a:endParaRPr lang="ko-KR" altLang="en-US" sz="2400" b="1" dirty="0">
              <a:solidFill>
                <a:schemeClr val="accent6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0369765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10705" y="410368"/>
            <a:ext cx="10737130" cy="654861"/>
          </a:xfrm>
        </p:spPr>
        <p:txBody>
          <a:bodyPr anchor="t"/>
          <a:lstStyle>
            <a:lvl1pPr>
              <a:defRPr sz="4400" baseline="0">
                <a:solidFill>
                  <a:schemeClr val="accent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en-US" altLang="ko-KR" dirty="0"/>
              <a:t>Section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627" y="1825625"/>
            <a:ext cx="10903208" cy="4351338"/>
          </a:xfrm>
        </p:spPr>
        <p:txBody>
          <a:bodyPr>
            <a:normAutofit/>
          </a:bodyPr>
          <a:lstStyle>
            <a:lvl1pPr marL="457200" indent="-457200">
              <a:buFont typeface="맑은 고딕" panose="020B0503020000020004" pitchFamily="50" charset="-127"/>
              <a:buChar char=" "/>
              <a:defRPr sz="20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800100" indent="-342900">
              <a:buFont typeface="맑은 고딕" panose="020B0503020000020004" pitchFamily="50" charset="-127"/>
              <a:buChar char=" "/>
              <a:defRPr sz="1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 marL="1257300" indent="-342900">
              <a:buFont typeface="맑은 고딕" panose="020B0503020000020004" pitchFamily="50" charset="-127"/>
              <a:buChar char=" 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 marL="1657350" indent="-285750">
              <a:buFont typeface="맑은 고딕" panose="020B0503020000020004" pitchFamily="50" charset="-127"/>
              <a:buChar char=" 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 marL="2114550" indent="-285750">
              <a:buFont typeface="맑은 고딕" panose="020B0503020000020004" pitchFamily="50" charset="-127"/>
              <a:buChar char=" 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0" hasCustomPrompt="1"/>
          </p:nvPr>
        </p:nvSpPr>
        <p:spPr>
          <a:xfrm>
            <a:off x="810705" y="1065229"/>
            <a:ext cx="10737130" cy="509588"/>
          </a:xfrm>
        </p:spPr>
        <p:txBody>
          <a:bodyPr/>
          <a:lstStyle>
            <a:lvl1pPr marL="0" indent="0">
              <a:buNone/>
              <a:defRPr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 lvl="0"/>
            <a:r>
              <a:rPr lang="en-US" altLang="ko-KR" dirty="0"/>
              <a:t>Subsection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67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186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fld id="{1805336C-5CC8-4FD5-A3DF-65457D0FFC6B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1865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186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fld id="{BADD9178-41EF-4962-AB62-A9BEF6BCDFE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6551629"/>
            <a:ext cx="12192000" cy="306371"/>
            <a:chOff x="0" y="6551629"/>
            <a:chExt cx="12192000" cy="306371"/>
          </a:xfrm>
        </p:grpSpPr>
        <p:sp>
          <p:nvSpPr>
            <p:cNvPr id="8" name="직사각형 7"/>
            <p:cNvSpPr/>
            <p:nvPr userDrawn="1"/>
          </p:nvSpPr>
          <p:spPr>
            <a:xfrm>
              <a:off x="0" y="6551629"/>
              <a:ext cx="11830639" cy="3063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9" name="직사각형 8"/>
            <p:cNvSpPr/>
            <p:nvPr userDrawn="1"/>
          </p:nvSpPr>
          <p:spPr>
            <a:xfrm>
              <a:off x="11830639" y="6551629"/>
              <a:ext cx="361361" cy="30637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0" name="순서도: 데이터 9"/>
            <p:cNvSpPr/>
            <p:nvPr userDrawn="1"/>
          </p:nvSpPr>
          <p:spPr>
            <a:xfrm>
              <a:off x="11644314" y="6551629"/>
              <a:ext cx="455699" cy="306371"/>
            </a:xfrm>
            <a:prstGeom prst="flowChartInputOutpu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1" name="순서도: 데이터 10"/>
            <p:cNvSpPr/>
            <p:nvPr userDrawn="1"/>
          </p:nvSpPr>
          <p:spPr>
            <a:xfrm>
              <a:off x="11347517" y="6551629"/>
              <a:ext cx="489038" cy="306371"/>
            </a:xfrm>
            <a:prstGeom prst="flowChartInputOutpu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2" name="순서도: 데이터 11"/>
            <p:cNvSpPr/>
            <p:nvPr userDrawn="1"/>
          </p:nvSpPr>
          <p:spPr>
            <a:xfrm>
              <a:off x="10981452" y="6551629"/>
              <a:ext cx="486080" cy="306371"/>
            </a:xfrm>
            <a:prstGeom prst="flowChartInputOutpu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3" name="순서도: 데이터 12"/>
            <p:cNvSpPr/>
            <p:nvPr userDrawn="1"/>
          </p:nvSpPr>
          <p:spPr>
            <a:xfrm>
              <a:off x="10595021" y="6551629"/>
              <a:ext cx="489038" cy="306371"/>
            </a:xfrm>
            <a:prstGeom prst="flowChartInputOutpu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4" name="순서도: 데이터 13"/>
            <p:cNvSpPr/>
            <p:nvPr userDrawn="1"/>
          </p:nvSpPr>
          <p:spPr>
            <a:xfrm>
              <a:off x="10193817" y="6551629"/>
              <a:ext cx="494954" cy="306371"/>
            </a:xfrm>
            <a:prstGeom prst="flowChartInputOutpu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18" name="TextBox 17"/>
          <p:cNvSpPr txBox="1"/>
          <p:nvPr userDrawn="1"/>
        </p:nvSpPr>
        <p:spPr>
          <a:xfrm>
            <a:off x="31389" y="6584248"/>
            <a:ext cx="10156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aseline="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Database Design, </a:t>
            </a:r>
            <a:r>
              <a:rPr lang="en-US" altLang="ko-KR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School of </a:t>
            </a:r>
            <a:r>
              <a:rPr lang="en-US" altLang="ko-KR" sz="12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Comput</a:t>
            </a:r>
            <a:r>
              <a:rPr lang="en-US" altLang="ko-KR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Sci. and Eng.</a:t>
            </a:r>
            <a:r>
              <a:rPr lang="en-US" altLang="ko-KR" sz="1200" baseline="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Chung-</a:t>
            </a:r>
            <a:r>
              <a:rPr lang="en-US" altLang="ko-KR" sz="1200" baseline="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Ang</a:t>
            </a:r>
            <a:r>
              <a:rPr lang="en-US" altLang="ko-KR" sz="1200" baseline="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Univ. </a:t>
            </a:r>
            <a:r>
              <a:rPr lang="en-US" altLang="ko-KR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Fall Semester</a:t>
            </a:r>
            <a:r>
              <a:rPr lang="en-US" altLang="ko-KR" sz="1200" baseline="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2024.</a:t>
            </a:r>
            <a:endParaRPr lang="ko-KR" altLang="en-US" sz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6206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You can use, copy, modify and redistribute the entire or the partial contents of this template.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Database System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ERD Template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Additional Materials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98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ER Diagram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234" name="직사각형 233"/>
          <p:cNvSpPr/>
          <p:nvPr/>
        </p:nvSpPr>
        <p:spPr>
          <a:xfrm>
            <a:off x="6282824" y="1642764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46" name="직사각형 245"/>
          <p:cNvSpPr/>
          <p:nvPr/>
        </p:nvSpPr>
        <p:spPr>
          <a:xfrm>
            <a:off x="5781132" y="2885695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47" name="직사각형 246"/>
          <p:cNvSpPr/>
          <p:nvPr/>
        </p:nvSpPr>
        <p:spPr>
          <a:xfrm>
            <a:off x="6798076" y="2885695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48" name="직사각형 247"/>
          <p:cNvSpPr/>
          <p:nvPr/>
        </p:nvSpPr>
        <p:spPr>
          <a:xfrm>
            <a:off x="3747243" y="2885695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49" name="직사각형 248"/>
          <p:cNvSpPr/>
          <p:nvPr/>
        </p:nvSpPr>
        <p:spPr>
          <a:xfrm>
            <a:off x="4764187" y="2885695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0" name="직사각형 249"/>
          <p:cNvSpPr/>
          <p:nvPr/>
        </p:nvSpPr>
        <p:spPr>
          <a:xfrm>
            <a:off x="7815020" y="2885695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</a:t>
            </a:r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1" name="직사각형 250"/>
          <p:cNvSpPr/>
          <p:nvPr/>
        </p:nvSpPr>
        <p:spPr>
          <a:xfrm>
            <a:off x="8831964" y="2885695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2" name="직사각형 251"/>
          <p:cNvSpPr/>
          <p:nvPr/>
        </p:nvSpPr>
        <p:spPr>
          <a:xfrm>
            <a:off x="9848909" y="2885695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8831963" y="3988515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31963" y="5091334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9" name="직사각형 258"/>
          <p:cNvSpPr/>
          <p:nvPr/>
        </p:nvSpPr>
        <p:spPr>
          <a:xfrm>
            <a:off x="8831963" y="1642764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7815020" y="763673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9848909" y="763673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10865853" y="3988515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271" name="그룹 270"/>
          <p:cNvGrpSpPr/>
          <p:nvPr/>
        </p:nvGrpSpPr>
        <p:grpSpPr>
          <a:xfrm rot="10800000">
            <a:off x="9622920" y="4131322"/>
            <a:ext cx="1242934" cy="179918"/>
            <a:chOff x="7756782" y="4369985"/>
            <a:chExt cx="1654345" cy="239471"/>
          </a:xfrm>
        </p:grpSpPr>
        <p:cxnSp>
          <p:nvCxnSpPr>
            <p:cNvPr id="540" name="직선 연결선 539"/>
            <p:cNvCxnSpPr/>
            <p:nvPr/>
          </p:nvCxnSpPr>
          <p:spPr>
            <a:xfrm rot="10800000" flipH="1">
              <a:off x="7756782" y="4494892"/>
              <a:ext cx="1654344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41" name="그룹 540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545" name="직선 연결선 544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6" name="직선 연결선 545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7" name="직선 연결선 546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42" name="직선 연결선 541"/>
            <p:cNvCxnSpPr/>
            <p:nvPr/>
          </p:nvCxnSpPr>
          <p:spPr>
            <a:xfrm>
              <a:off x="7898675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3" name="직선 연결선 542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4" name="타원 543"/>
            <p:cNvSpPr/>
            <p:nvPr/>
          </p:nvSpPr>
          <p:spPr>
            <a:xfrm>
              <a:off x="9094080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272" name="그룹 271"/>
          <p:cNvGrpSpPr/>
          <p:nvPr/>
        </p:nvGrpSpPr>
        <p:grpSpPr>
          <a:xfrm rot="5400000">
            <a:off x="8908799" y="4682733"/>
            <a:ext cx="637287" cy="179918"/>
            <a:chOff x="8562897" y="4369985"/>
            <a:chExt cx="848230" cy="239471"/>
          </a:xfrm>
        </p:grpSpPr>
        <p:cxnSp>
          <p:nvCxnSpPr>
            <p:cNvPr id="532" name="직선 연결선 531"/>
            <p:cNvCxnSpPr/>
            <p:nvPr/>
          </p:nvCxnSpPr>
          <p:spPr>
            <a:xfrm rot="16200000">
              <a:off x="8987011" y="4065607"/>
              <a:ext cx="0" cy="84822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33" name="그룹 532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537" name="직선 연결선 536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8" name="직선 연결선 537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9" name="직선 연결선 538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34" name="직선 연결선 533"/>
            <p:cNvCxnSpPr/>
            <p:nvPr/>
          </p:nvCxnSpPr>
          <p:spPr>
            <a:xfrm>
              <a:off x="8704889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5" name="직선 연결선 534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6" name="타원 535"/>
            <p:cNvSpPr/>
            <p:nvPr/>
          </p:nvSpPr>
          <p:spPr>
            <a:xfrm>
              <a:off x="9094080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cxnSp>
        <p:nvCxnSpPr>
          <p:cNvPr id="273" name="직선 연결선 272"/>
          <p:cNvCxnSpPr>
            <a:stCxn id="250" idx="2"/>
          </p:cNvCxnSpPr>
          <p:nvPr/>
        </p:nvCxnSpPr>
        <p:spPr>
          <a:xfrm flipH="1">
            <a:off x="8210498" y="3351230"/>
            <a:ext cx="1" cy="3322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직선 연결선 273"/>
          <p:cNvCxnSpPr>
            <a:endCxn id="253" idx="0"/>
          </p:cNvCxnSpPr>
          <p:nvPr/>
        </p:nvCxnSpPr>
        <p:spPr>
          <a:xfrm>
            <a:off x="9223556" y="3351230"/>
            <a:ext cx="3886" cy="6372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직선 연결선 274"/>
          <p:cNvCxnSpPr/>
          <p:nvPr/>
        </p:nvCxnSpPr>
        <p:spPr>
          <a:xfrm>
            <a:off x="10240500" y="3351230"/>
            <a:ext cx="0" cy="3322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직선 연결선 275"/>
          <p:cNvCxnSpPr/>
          <p:nvPr/>
        </p:nvCxnSpPr>
        <p:spPr>
          <a:xfrm flipV="1">
            <a:off x="8210498" y="3676966"/>
            <a:ext cx="2030002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7" name="그룹 276"/>
          <p:cNvGrpSpPr/>
          <p:nvPr/>
        </p:nvGrpSpPr>
        <p:grpSpPr>
          <a:xfrm>
            <a:off x="9086871" y="3504290"/>
            <a:ext cx="273366" cy="266712"/>
            <a:chOff x="9572828" y="3343638"/>
            <a:chExt cx="363851" cy="354994"/>
          </a:xfrm>
        </p:grpSpPr>
        <p:sp>
          <p:nvSpPr>
            <p:cNvPr id="529" name="순서도: 지연 528"/>
            <p:cNvSpPr/>
            <p:nvPr/>
          </p:nvSpPr>
          <p:spPr>
            <a:xfrm rot="16200000">
              <a:off x="9580405" y="3342358"/>
              <a:ext cx="354994" cy="357554"/>
            </a:xfrm>
            <a:prstGeom prst="flowChartDelay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530" name="직선 연결선 529"/>
            <p:cNvCxnSpPr/>
            <p:nvPr/>
          </p:nvCxnSpPr>
          <p:spPr>
            <a:xfrm>
              <a:off x="9579125" y="3484124"/>
              <a:ext cx="357554" cy="17749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1" name="직선 연결선 530"/>
            <p:cNvCxnSpPr/>
            <p:nvPr/>
          </p:nvCxnSpPr>
          <p:spPr>
            <a:xfrm flipH="1">
              <a:off x="9572828" y="3484124"/>
              <a:ext cx="363851" cy="1773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8" name="그룹 277"/>
          <p:cNvGrpSpPr/>
          <p:nvPr/>
        </p:nvGrpSpPr>
        <p:grpSpPr>
          <a:xfrm rot="16200000">
            <a:off x="9412844" y="1966903"/>
            <a:ext cx="1656489" cy="181096"/>
            <a:chOff x="7206341" y="4369985"/>
            <a:chExt cx="2204787" cy="241039"/>
          </a:xfrm>
        </p:grpSpPr>
        <p:cxnSp>
          <p:nvCxnSpPr>
            <p:cNvPr id="521" name="직선 연결선 520"/>
            <p:cNvCxnSpPr>
              <a:stCxn id="252" idx="0"/>
              <a:endCxn id="261" idx="2"/>
            </p:cNvCxnSpPr>
            <p:nvPr/>
          </p:nvCxnSpPr>
          <p:spPr>
            <a:xfrm rot="5400000" flipV="1">
              <a:off x="8308735" y="3392502"/>
              <a:ext cx="0" cy="220478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22" name="그룹 521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526" name="직선 연결선 525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7" name="직선 연결선 526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8" name="직선 연결선 527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23" name="직선 연결선 522"/>
            <p:cNvCxnSpPr/>
            <p:nvPr/>
          </p:nvCxnSpPr>
          <p:spPr>
            <a:xfrm>
              <a:off x="7331503" y="4374223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4" name="직선 연결선 523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5" name="타원 524"/>
            <p:cNvSpPr/>
            <p:nvPr/>
          </p:nvSpPr>
          <p:spPr>
            <a:xfrm>
              <a:off x="9094080" y="4401336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279" name="그룹 278"/>
          <p:cNvGrpSpPr/>
          <p:nvPr/>
        </p:nvGrpSpPr>
        <p:grpSpPr>
          <a:xfrm rot="10800000">
            <a:off x="8605976" y="906480"/>
            <a:ext cx="1242933" cy="179918"/>
            <a:chOff x="7756785" y="4369985"/>
            <a:chExt cx="1654343" cy="239471"/>
          </a:xfrm>
        </p:grpSpPr>
        <p:cxnSp>
          <p:nvCxnSpPr>
            <p:cNvPr id="513" name="직선 연결선 512"/>
            <p:cNvCxnSpPr>
              <a:stCxn id="261" idx="1"/>
              <a:endCxn id="260" idx="3"/>
            </p:cNvCxnSpPr>
            <p:nvPr/>
          </p:nvCxnSpPr>
          <p:spPr>
            <a:xfrm rot="10800000" flipH="1">
              <a:off x="7756785" y="4489720"/>
              <a:ext cx="1654343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14" name="그룹 513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518" name="직선 연결선 517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9" name="직선 연결선 518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0" name="직선 연결선 519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15" name="직선 연결선 514"/>
            <p:cNvCxnSpPr/>
            <p:nvPr/>
          </p:nvCxnSpPr>
          <p:spPr>
            <a:xfrm>
              <a:off x="7881297" y="436998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6" name="직선 연결선 515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7" name="타원 516"/>
            <p:cNvSpPr/>
            <p:nvPr/>
          </p:nvSpPr>
          <p:spPr>
            <a:xfrm>
              <a:off x="9094080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280" name="그룹 279"/>
          <p:cNvGrpSpPr/>
          <p:nvPr/>
        </p:nvGrpSpPr>
        <p:grpSpPr>
          <a:xfrm rot="5400000">
            <a:off x="6884714" y="712457"/>
            <a:ext cx="637385" cy="1223227"/>
            <a:chOff x="8562771" y="2981340"/>
            <a:chExt cx="848360" cy="1628116"/>
          </a:xfrm>
        </p:grpSpPr>
        <p:cxnSp>
          <p:nvCxnSpPr>
            <p:cNvPr id="503" name="직선 연결선 502"/>
            <p:cNvCxnSpPr>
              <a:endCxn id="234" idx="0"/>
            </p:cNvCxnSpPr>
            <p:nvPr/>
          </p:nvCxnSpPr>
          <p:spPr>
            <a:xfrm rot="16200000" flipH="1">
              <a:off x="9038146" y="4121327"/>
              <a:ext cx="3" cy="74596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04" name="그룹 503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510" name="직선 연결선 509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1" name="직선 연결선 510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2" name="직선 연결선 511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05" name="직선 연결선 504"/>
            <p:cNvCxnSpPr/>
            <p:nvPr/>
          </p:nvCxnSpPr>
          <p:spPr>
            <a:xfrm rot="16200000" flipH="1" flipV="1">
              <a:off x="7923731" y="3732279"/>
              <a:ext cx="1507048" cy="517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6" name="직선 연결선 505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7" name="타원 506"/>
            <p:cNvSpPr/>
            <p:nvPr/>
          </p:nvSpPr>
          <p:spPr>
            <a:xfrm>
              <a:off x="9094080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508" name="직선 연결선 507"/>
            <p:cNvCxnSpPr/>
            <p:nvPr/>
          </p:nvCxnSpPr>
          <p:spPr>
            <a:xfrm rot="5400000">
              <a:off x="8681172" y="2991673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9" name="타원 508"/>
            <p:cNvSpPr/>
            <p:nvPr/>
          </p:nvSpPr>
          <p:spPr>
            <a:xfrm>
              <a:off x="8579311" y="3116523"/>
              <a:ext cx="194807" cy="194807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cxnSp>
        <p:nvCxnSpPr>
          <p:cNvPr id="281" name="직선 연결선 280"/>
          <p:cNvCxnSpPr/>
          <p:nvPr/>
        </p:nvCxnSpPr>
        <p:spPr>
          <a:xfrm>
            <a:off x="6176609" y="2494555"/>
            <a:ext cx="1" cy="3911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90539" y="2494555"/>
            <a:ext cx="1" cy="3911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 flipH="1">
            <a:off x="6677865" y="2108973"/>
            <a:ext cx="1" cy="38558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 flipV="1">
            <a:off x="6175538" y="2494556"/>
            <a:ext cx="1015001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5" name="그룹 284"/>
          <p:cNvGrpSpPr/>
          <p:nvPr/>
        </p:nvGrpSpPr>
        <p:grpSpPr>
          <a:xfrm>
            <a:off x="6541182" y="2320679"/>
            <a:ext cx="273366" cy="266712"/>
            <a:chOff x="9572828" y="3343638"/>
            <a:chExt cx="363851" cy="354994"/>
          </a:xfrm>
        </p:grpSpPr>
        <p:sp>
          <p:nvSpPr>
            <p:cNvPr id="500" name="순서도: 지연 499"/>
            <p:cNvSpPr/>
            <p:nvPr/>
          </p:nvSpPr>
          <p:spPr>
            <a:xfrm rot="16200000">
              <a:off x="9580405" y="3342358"/>
              <a:ext cx="354994" cy="357554"/>
            </a:xfrm>
            <a:prstGeom prst="flowChartDelay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501" name="직선 연결선 500"/>
            <p:cNvCxnSpPr/>
            <p:nvPr/>
          </p:nvCxnSpPr>
          <p:spPr>
            <a:xfrm>
              <a:off x="9579125" y="3484124"/>
              <a:ext cx="357554" cy="17749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2" name="직선 연결선 501"/>
            <p:cNvCxnSpPr/>
            <p:nvPr/>
          </p:nvCxnSpPr>
          <p:spPr>
            <a:xfrm flipH="1">
              <a:off x="9572828" y="3484124"/>
              <a:ext cx="363851" cy="1773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3" name="그룹 292"/>
          <p:cNvGrpSpPr/>
          <p:nvPr/>
        </p:nvGrpSpPr>
        <p:grpSpPr>
          <a:xfrm rot="16200000">
            <a:off x="8834273" y="2404782"/>
            <a:ext cx="777397" cy="184433"/>
            <a:chOff x="8381612" y="4376008"/>
            <a:chExt cx="1034716" cy="245480"/>
          </a:xfrm>
        </p:grpSpPr>
        <p:cxnSp>
          <p:nvCxnSpPr>
            <p:cNvPr id="492" name="직선 연결선 491"/>
            <p:cNvCxnSpPr>
              <a:stCxn id="251" idx="0"/>
              <a:endCxn id="259" idx="2"/>
            </p:cNvCxnSpPr>
            <p:nvPr/>
          </p:nvCxnSpPr>
          <p:spPr>
            <a:xfrm rot="5400000" flipH="1" flipV="1">
              <a:off x="8898969" y="3987342"/>
              <a:ext cx="2" cy="103471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93" name="그룹 492"/>
            <p:cNvGrpSpPr/>
            <p:nvPr/>
          </p:nvGrpSpPr>
          <p:grpSpPr>
            <a:xfrm>
              <a:off x="9288888" y="4384687"/>
              <a:ext cx="122239" cy="236801"/>
              <a:chOff x="2297548" y="3794540"/>
              <a:chExt cx="122239" cy="236801"/>
            </a:xfrm>
          </p:grpSpPr>
          <p:cxnSp>
            <p:nvCxnSpPr>
              <p:cNvPr id="497" name="직선 연결선 496"/>
              <p:cNvCxnSpPr/>
              <p:nvPr/>
            </p:nvCxnSpPr>
            <p:spPr>
              <a:xfrm flipV="1">
                <a:off x="2297548" y="3794540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8" name="직선 연결선 497"/>
              <p:cNvCxnSpPr/>
              <p:nvPr/>
            </p:nvCxnSpPr>
            <p:spPr>
              <a:xfrm>
                <a:off x="2297548" y="3909104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9" name="직선 연결선 498"/>
              <p:cNvCxnSpPr/>
              <p:nvPr/>
            </p:nvCxnSpPr>
            <p:spPr>
              <a:xfrm>
                <a:off x="2297548" y="3912438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94" name="직선 연결선 493"/>
            <p:cNvCxnSpPr/>
            <p:nvPr/>
          </p:nvCxnSpPr>
          <p:spPr>
            <a:xfrm>
              <a:off x="8508700" y="4376008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5" name="직선 연결선 494"/>
            <p:cNvCxnSpPr/>
            <p:nvPr/>
          </p:nvCxnSpPr>
          <p:spPr>
            <a:xfrm>
              <a:off x="9288888" y="438201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6" name="타원 495"/>
            <p:cNvSpPr/>
            <p:nvPr/>
          </p:nvSpPr>
          <p:spPr>
            <a:xfrm>
              <a:off x="9094080" y="4405685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294" name="그룹 293"/>
          <p:cNvGrpSpPr/>
          <p:nvPr/>
        </p:nvGrpSpPr>
        <p:grpSpPr>
          <a:xfrm>
            <a:off x="8118192" y="1229207"/>
            <a:ext cx="713770" cy="738541"/>
            <a:chOff x="8465571" y="3638490"/>
            <a:chExt cx="950028" cy="982998"/>
          </a:xfrm>
        </p:grpSpPr>
        <p:cxnSp>
          <p:nvCxnSpPr>
            <p:cNvPr id="483" name="직선 연결선 482"/>
            <p:cNvCxnSpPr>
              <a:endCxn id="259" idx="1"/>
            </p:cNvCxnSpPr>
            <p:nvPr/>
          </p:nvCxnSpPr>
          <p:spPr>
            <a:xfrm flipV="1">
              <a:off x="8588424" y="4498748"/>
              <a:ext cx="827175" cy="595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84" name="그룹 483"/>
            <p:cNvGrpSpPr/>
            <p:nvPr/>
          </p:nvGrpSpPr>
          <p:grpSpPr>
            <a:xfrm>
              <a:off x="9288888" y="4384687"/>
              <a:ext cx="122239" cy="236801"/>
              <a:chOff x="2297548" y="3794540"/>
              <a:chExt cx="122239" cy="236801"/>
            </a:xfrm>
          </p:grpSpPr>
          <p:cxnSp>
            <p:nvCxnSpPr>
              <p:cNvPr id="489" name="직선 연결선 488"/>
              <p:cNvCxnSpPr/>
              <p:nvPr/>
            </p:nvCxnSpPr>
            <p:spPr>
              <a:xfrm flipV="1">
                <a:off x="2297548" y="3794540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0" name="직선 연결선 489"/>
              <p:cNvCxnSpPr/>
              <p:nvPr/>
            </p:nvCxnSpPr>
            <p:spPr>
              <a:xfrm>
                <a:off x="2297548" y="3909104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1" name="직선 연결선 490"/>
              <p:cNvCxnSpPr/>
              <p:nvPr/>
            </p:nvCxnSpPr>
            <p:spPr>
              <a:xfrm>
                <a:off x="2297548" y="3912438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85" name="직선 연결선 484"/>
            <p:cNvCxnSpPr>
              <a:stCxn id="260" idx="2"/>
            </p:cNvCxnSpPr>
            <p:nvPr/>
          </p:nvCxnSpPr>
          <p:spPr>
            <a:xfrm>
              <a:off x="8588430" y="3638490"/>
              <a:ext cx="6496" cy="86843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6" name="직선 연결선 485"/>
            <p:cNvCxnSpPr/>
            <p:nvPr/>
          </p:nvCxnSpPr>
          <p:spPr>
            <a:xfrm>
              <a:off x="9288888" y="438201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7" name="타원 486"/>
            <p:cNvSpPr/>
            <p:nvPr/>
          </p:nvSpPr>
          <p:spPr>
            <a:xfrm>
              <a:off x="9094080" y="4405685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88" name="직선 연결선 487"/>
            <p:cNvCxnSpPr/>
            <p:nvPr/>
          </p:nvCxnSpPr>
          <p:spPr>
            <a:xfrm rot="5400000">
              <a:off x="8583972" y="3642331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5" name="그룹 294"/>
          <p:cNvGrpSpPr/>
          <p:nvPr/>
        </p:nvGrpSpPr>
        <p:grpSpPr>
          <a:xfrm rot="16200000">
            <a:off x="7536357" y="2919273"/>
            <a:ext cx="871054" cy="1734972"/>
            <a:chOff x="8251753" y="4375065"/>
            <a:chExt cx="1159374" cy="2309247"/>
          </a:xfrm>
        </p:grpSpPr>
        <p:cxnSp>
          <p:nvCxnSpPr>
            <p:cNvPr id="474" name="직선 연결선 473"/>
            <p:cNvCxnSpPr/>
            <p:nvPr/>
          </p:nvCxnSpPr>
          <p:spPr>
            <a:xfrm rot="5400000" flipV="1">
              <a:off x="8891976" y="3975744"/>
              <a:ext cx="0" cy="103830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75" name="그룹 474"/>
            <p:cNvGrpSpPr/>
            <p:nvPr/>
          </p:nvGrpSpPr>
          <p:grpSpPr>
            <a:xfrm>
              <a:off x="9288888" y="4377735"/>
              <a:ext cx="122239" cy="236801"/>
              <a:chOff x="2297548" y="3787588"/>
              <a:chExt cx="122239" cy="236801"/>
            </a:xfrm>
          </p:grpSpPr>
          <p:cxnSp>
            <p:nvCxnSpPr>
              <p:cNvPr id="480" name="직선 연결선 479"/>
              <p:cNvCxnSpPr/>
              <p:nvPr/>
            </p:nvCxnSpPr>
            <p:spPr>
              <a:xfrm flipV="1">
                <a:off x="2297548" y="378758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1" name="직선 연결선 480"/>
              <p:cNvCxnSpPr/>
              <p:nvPr/>
            </p:nvCxnSpPr>
            <p:spPr>
              <a:xfrm>
                <a:off x="2297548" y="390215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2" name="직선 연결선 481"/>
              <p:cNvCxnSpPr/>
              <p:nvPr/>
            </p:nvCxnSpPr>
            <p:spPr>
              <a:xfrm>
                <a:off x="2297548" y="3905485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6" name="직선 연결선 475"/>
            <p:cNvCxnSpPr/>
            <p:nvPr/>
          </p:nvCxnSpPr>
          <p:spPr>
            <a:xfrm rot="5400000">
              <a:off x="7276668" y="5593441"/>
              <a:ext cx="2181742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7" name="직선 연결선 476"/>
            <p:cNvCxnSpPr/>
            <p:nvPr/>
          </p:nvCxnSpPr>
          <p:spPr>
            <a:xfrm>
              <a:off x="9288888" y="437506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8" name="타원 477"/>
            <p:cNvSpPr/>
            <p:nvPr/>
          </p:nvSpPr>
          <p:spPr>
            <a:xfrm>
              <a:off x="9094080" y="4398735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79" name="직선 연결선 478"/>
            <p:cNvCxnSpPr/>
            <p:nvPr/>
          </p:nvCxnSpPr>
          <p:spPr>
            <a:xfrm rot="16200000">
              <a:off x="8370154" y="6430302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6" name="그룹 295"/>
          <p:cNvGrpSpPr/>
          <p:nvPr/>
        </p:nvGrpSpPr>
        <p:grpSpPr>
          <a:xfrm rot="16200000">
            <a:off x="7010154" y="2581751"/>
            <a:ext cx="1048967" cy="2587929"/>
            <a:chOff x="8014952" y="4375065"/>
            <a:chExt cx="1396175" cy="3444534"/>
          </a:xfrm>
        </p:grpSpPr>
        <p:cxnSp>
          <p:nvCxnSpPr>
            <p:cNvPr id="465" name="직선 연결선 464"/>
            <p:cNvCxnSpPr/>
            <p:nvPr/>
          </p:nvCxnSpPr>
          <p:spPr>
            <a:xfrm rot="5400000" flipV="1">
              <a:off x="8773575" y="3857342"/>
              <a:ext cx="0" cy="127510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66" name="그룹 465"/>
            <p:cNvGrpSpPr/>
            <p:nvPr/>
          </p:nvGrpSpPr>
          <p:grpSpPr>
            <a:xfrm>
              <a:off x="9288888" y="4377735"/>
              <a:ext cx="122239" cy="236801"/>
              <a:chOff x="2297548" y="3787588"/>
              <a:chExt cx="122239" cy="236801"/>
            </a:xfrm>
          </p:grpSpPr>
          <p:cxnSp>
            <p:nvCxnSpPr>
              <p:cNvPr id="471" name="직선 연결선 470"/>
              <p:cNvCxnSpPr/>
              <p:nvPr/>
            </p:nvCxnSpPr>
            <p:spPr>
              <a:xfrm flipV="1">
                <a:off x="2297548" y="378758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2" name="직선 연결선 471"/>
              <p:cNvCxnSpPr/>
              <p:nvPr/>
            </p:nvCxnSpPr>
            <p:spPr>
              <a:xfrm>
                <a:off x="2297548" y="390215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직선 연결선 472"/>
              <p:cNvCxnSpPr/>
              <p:nvPr/>
            </p:nvCxnSpPr>
            <p:spPr>
              <a:xfrm>
                <a:off x="2297548" y="3905485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67" name="직선 연결선 466"/>
            <p:cNvCxnSpPr/>
            <p:nvPr/>
          </p:nvCxnSpPr>
          <p:spPr>
            <a:xfrm rot="5400000">
              <a:off x="6467089" y="6155950"/>
              <a:ext cx="332729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8" name="직선 연결선 467"/>
            <p:cNvCxnSpPr/>
            <p:nvPr/>
          </p:nvCxnSpPr>
          <p:spPr>
            <a:xfrm>
              <a:off x="9288888" y="437506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9" name="타원 468"/>
            <p:cNvSpPr/>
            <p:nvPr/>
          </p:nvSpPr>
          <p:spPr>
            <a:xfrm>
              <a:off x="9094080" y="4398735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70" name="직선 연결선 469"/>
            <p:cNvCxnSpPr/>
            <p:nvPr/>
          </p:nvCxnSpPr>
          <p:spPr>
            <a:xfrm rot="16200000">
              <a:off x="8133353" y="7577683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7" name="그룹 296"/>
          <p:cNvGrpSpPr/>
          <p:nvPr/>
        </p:nvGrpSpPr>
        <p:grpSpPr>
          <a:xfrm rot="16200000">
            <a:off x="5344880" y="2062379"/>
            <a:ext cx="2205637" cy="4783343"/>
            <a:chOff x="6475424" y="4375065"/>
            <a:chExt cx="2935703" cy="6366630"/>
          </a:xfrm>
        </p:grpSpPr>
        <p:cxnSp>
          <p:nvCxnSpPr>
            <p:cNvPr id="456" name="직선 연결선 455"/>
            <p:cNvCxnSpPr/>
            <p:nvPr/>
          </p:nvCxnSpPr>
          <p:spPr>
            <a:xfrm rot="5400000" flipV="1">
              <a:off x="8002475" y="3086243"/>
              <a:ext cx="0" cy="281730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57" name="그룹 456"/>
            <p:cNvGrpSpPr/>
            <p:nvPr/>
          </p:nvGrpSpPr>
          <p:grpSpPr>
            <a:xfrm>
              <a:off x="9288888" y="4377735"/>
              <a:ext cx="122239" cy="236801"/>
              <a:chOff x="2297548" y="3787588"/>
              <a:chExt cx="122239" cy="236801"/>
            </a:xfrm>
          </p:grpSpPr>
          <p:cxnSp>
            <p:nvCxnSpPr>
              <p:cNvPr id="462" name="직선 연결선 461"/>
              <p:cNvCxnSpPr/>
              <p:nvPr/>
            </p:nvCxnSpPr>
            <p:spPr>
              <a:xfrm flipV="1">
                <a:off x="2297548" y="378758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3" name="직선 연결선 462"/>
              <p:cNvCxnSpPr/>
              <p:nvPr/>
            </p:nvCxnSpPr>
            <p:spPr>
              <a:xfrm>
                <a:off x="2297548" y="390215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직선 연결선 463"/>
              <p:cNvCxnSpPr/>
              <p:nvPr/>
            </p:nvCxnSpPr>
            <p:spPr>
              <a:xfrm>
                <a:off x="2297548" y="3905485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58" name="직선 연결선 457"/>
            <p:cNvCxnSpPr/>
            <p:nvPr/>
          </p:nvCxnSpPr>
          <p:spPr>
            <a:xfrm rot="5400000">
              <a:off x="3470349" y="7620834"/>
              <a:ext cx="6241723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9" name="직선 연결선 458"/>
            <p:cNvCxnSpPr/>
            <p:nvPr/>
          </p:nvCxnSpPr>
          <p:spPr>
            <a:xfrm>
              <a:off x="9288888" y="437506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0" name="타원 459"/>
            <p:cNvSpPr/>
            <p:nvPr/>
          </p:nvSpPr>
          <p:spPr>
            <a:xfrm>
              <a:off x="9094080" y="4398735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61" name="직선 연결선 460"/>
            <p:cNvCxnSpPr/>
            <p:nvPr/>
          </p:nvCxnSpPr>
          <p:spPr>
            <a:xfrm rot="16200000">
              <a:off x="6593825" y="1049454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8" name="그룹 297"/>
          <p:cNvGrpSpPr/>
          <p:nvPr/>
        </p:nvGrpSpPr>
        <p:grpSpPr>
          <a:xfrm rot="16200000">
            <a:off x="5919645" y="2502139"/>
            <a:ext cx="2056663" cy="3761251"/>
            <a:chOff x="6673709" y="4375065"/>
            <a:chExt cx="2737418" cy="5006225"/>
          </a:xfrm>
        </p:grpSpPr>
        <p:cxnSp>
          <p:nvCxnSpPr>
            <p:cNvPr id="447" name="직선 연결선 446"/>
            <p:cNvCxnSpPr/>
            <p:nvPr/>
          </p:nvCxnSpPr>
          <p:spPr>
            <a:xfrm rot="5400000" flipV="1">
              <a:off x="8101617" y="3185386"/>
              <a:ext cx="0" cy="2619015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48" name="그룹 447"/>
            <p:cNvGrpSpPr/>
            <p:nvPr/>
          </p:nvGrpSpPr>
          <p:grpSpPr>
            <a:xfrm>
              <a:off x="9288888" y="4377735"/>
              <a:ext cx="122239" cy="236801"/>
              <a:chOff x="2297548" y="3787588"/>
              <a:chExt cx="122239" cy="236801"/>
            </a:xfrm>
          </p:grpSpPr>
          <p:cxnSp>
            <p:nvCxnSpPr>
              <p:cNvPr id="453" name="직선 연결선 452"/>
              <p:cNvCxnSpPr/>
              <p:nvPr/>
            </p:nvCxnSpPr>
            <p:spPr>
              <a:xfrm flipV="1">
                <a:off x="2297548" y="378758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4" name="직선 연결선 453"/>
              <p:cNvCxnSpPr/>
              <p:nvPr/>
            </p:nvCxnSpPr>
            <p:spPr>
              <a:xfrm>
                <a:off x="2297548" y="390215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5" name="직선 연결선 454"/>
              <p:cNvCxnSpPr/>
              <p:nvPr/>
            </p:nvCxnSpPr>
            <p:spPr>
              <a:xfrm>
                <a:off x="2297548" y="3905485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49" name="직선 연결선 448"/>
            <p:cNvCxnSpPr/>
            <p:nvPr/>
          </p:nvCxnSpPr>
          <p:spPr>
            <a:xfrm rot="5400000">
              <a:off x="4348837" y="6940632"/>
              <a:ext cx="4881317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0" name="직선 연결선 449"/>
            <p:cNvCxnSpPr/>
            <p:nvPr/>
          </p:nvCxnSpPr>
          <p:spPr>
            <a:xfrm>
              <a:off x="9288888" y="437506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1" name="타원 450"/>
            <p:cNvSpPr/>
            <p:nvPr/>
          </p:nvSpPr>
          <p:spPr>
            <a:xfrm>
              <a:off x="9094080" y="4398735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52" name="직선 연결선 451"/>
            <p:cNvCxnSpPr/>
            <p:nvPr/>
          </p:nvCxnSpPr>
          <p:spPr>
            <a:xfrm rot="16200000">
              <a:off x="6792110" y="914847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9" name="그룹 298"/>
          <p:cNvGrpSpPr/>
          <p:nvPr/>
        </p:nvGrpSpPr>
        <p:grpSpPr>
          <a:xfrm rot="16200000">
            <a:off x="6427249" y="2857757"/>
            <a:ext cx="1915445" cy="2908799"/>
            <a:chOff x="6861669" y="4375065"/>
            <a:chExt cx="2549458" cy="3871611"/>
          </a:xfrm>
        </p:grpSpPr>
        <p:cxnSp>
          <p:nvCxnSpPr>
            <p:cNvPr id="438" name="직선 연결선 437"/>
            <p:cNvCxnSpPr/>
            <p:nvPr/>
          </p:nvCxnSpPr>
          <p:spPr>
            <a:xfrm rot="5400000" flipV="1">
              <a:off x="8195597" y="3279367"/>
              <a:ext cx="0" cy="243105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39" name="그룹 438"/>
            <p:cNvGrpSpPr/>
            <p:nvPr/>
          </p:nvGrpSpPr>
          <p:grpSpPr>
            <a:xfrm>
              <a:off x="9288888" y="4377735"/>
              <a:ext cx="122239" cy="236801"/>
              <a:chOff x="2297548" y="3787588"/>
              <a:chExt cx="122239" cy="236801"/>
            </a:xfrm>
          </p:grpSpPr>
          <p:cxnSp>
            <p:nvCxnSpPr>
              <p:cNvPr id="444" name="직선 연결선 443"/>
              <p:cNvCxnSpPr/>
              <p:nvPr/>
            </p:nvCxnSpPr>
            <p:spPr>
              <a:xfrm flipV="1">
                <a:off x="2297548" y="378758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5" name="직선 연결선 444"/>
              <p:cNvCxnSpPr/>
              <p:nvPr/>
            </p:nvCxnSpPr>
            <p:spPr>
              <a:xfrm>
                <a:off x="2297548" y="390215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6" name="직선 연결선 445"/>
              <p:cNvCxnSpPr/>
              <p:nvPr/>
            </p:nvCxnSpPr>
            <p:spPr>
              <a:xfrm>
                <a:off x="2297548" y="3905485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40" name="직선 연결선 439"/>
            <p:cNvCxnSpPr/>
            <p:nvPr/>
          </p:nvCxnSpPr>
          <p:spPr>
            <a:xfrm rot="5400000">
              <a:off x="5104103" y="6373325"/>
              <a:ext cx="3746703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1" name="직선 연결선 440"/>
            <p:cNvCxnSpPr/>
            <p:nvPr/>
          </p:nvCxnSpPr>
          <p:spPr>
            <a:xfrm>
              <a:off x="9288888" y="437506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2" name="타원 441"/>
            <p:cNvSpPr/>
            <p:nvPr/>
          </p:nvSpPr>
          <p:spPr>
            <a:xfrm>
              <a:off x="9094080" y="4398735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43" name="직선 연결선 442"/>
            <p:cNvCxnSpPr/>
            <p:nvPr/>
          </p:nvCxnSpPr>
          <p:spPr>
            <a:xfrm rot="16200000">
              <a:off x="6980070" y="7999529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0" name="그룹 299"/>
          <p:cNvGrpSpPr/>
          <p:nvPr/>
        </p:nvGrpSpPr>
        <p:grpSpPr>
          <a:xfrm rot="5400000" flipV="1">
            <a:off x="5391894" y="2174350"/>
            <a:ext cx="389156" cy="1029566"/>
            <a:chOff x="8893160" y="4375065"/>
            <a:chExt cx="517967" cy="1370353"/>
          </a:xfrm>
        </p:grpSpPr>
        <p:cxnSp>
          <p:nvCxnSpPr>
            <p:cNvPr id="428" name="직선 연결선 427"/>
            <p:cNvCxnSpPr/>
            <p:nvPr/>
          </p:nvCxnSpPr>
          <p:spPr>
            <a:xfrm rot="5400000" flipV="1">
              <a:off x="9152143" y="4235910"/>
              <a:ext cx="0" cy="51796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29" name="그룹 428"/>
            <p:cNvGrpSpPr/>
            <p:nvPr/>
          </p:nvGrpSpPr>
          <p:grpSpPr>
            <a:xfrm>
              <a:off x="9288888" y="4377735"/>
              <a:ext cx="122239" cy="236801"/>
              <a:chOff x="2297548" y="3787588"/>
              <a:chExt cx="122239" cy="236801"/>
            </a:xfrm>
          </p:grpSpPr>
          <p:cxnSp>
            <p:nvCxnSpPr>
              <p:cNvPr id="435" name="직선 연결선 434"/>
              <p:cNvCxnSpPr/>
              <p:nvPr/>
            </p:nvCxnSpPr>
            <p:spPr>
              <a:xfrm flipV="1">
                <a:off x="2297548" y="378758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6" name="직선 연결선 435"/>
              <p:cNvCxnSpPr/>
              <p:nvPr/>
            </p:nvCxnSpPr>
            <p:spPr>
              <a:xfrm>
                <a:off x="2297548" y="390215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7" name="직선 연결선 436"/>
              <p:cNvCxnSpPr/>
              <p:nvPr/>
            </p:nvCxnSpPr>
            <p:spPr>
              <a:xfrm>
                <a:off x="2297548" y="3905485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30" name="직선 연결선 429"/>
            <p:cNvCxnSpPr/>
            <p:nvPr/>
          </p:nvCxnSpPr>
          <p:spPr>
            <a:xfrm rot="5400000" flipV="1">
              <a:off x="8317737" y="5067724"/>
              <a:ext cx="1150847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1" name="직선 연결선 430"/>
            <p:cNvCxnSpPr/>
            <p:nvPr/>
          </p:nvCxnSpPr>
          <p:spPr>
            <a:xfrm>
              <a:off x="9288888" y="437506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2" name="타원 431"/>
            <p:cNvSpPr/>
            <p:nvPr/>
          </p:nvSpPr>
          <p:spPr>
            <a:xfrm>
              <a:off x="9094080" y="4398735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33" name="직선 연결선 432"/>
            <p:cNvCxnSpPr/>
            <p:nvPr/>
          </p:nvCxnSpPr>
          <p:spPr>
            <a:xfrm>
              <a:off x="9275145" y="550861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4" name="직선 연결선 433"/>
            <p:cNvCxnSpPr/>
            <p:nvPr/>
          </p:nvCxnSpPr>
          <p:spPr>
            <a:xfrm rot="5400000" flipV="1">
              <a:off x="9152144" y="5372938"/>
              <a:ext cx="0" cy="51796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1" name="그룹 300"/>
          <p:cNvGrpSpPr/>
          <p:nvPr/>
        </p:nvGrpSpPr>
        <p:grpSpPr>
          <a:xfrm rot="5400000">
            <a:off x="4620153" y="1227194"/>
            <a:ext cx="1096202" cy="2222419"/>
            <a:chOff x="7952082" y="1651416"/>
            <a:chExt cx="1459045" cy="2958040"/>
          </a:xfrm>
        </p:grpSpPr>
        <p:cxnSp>
          <p:nvCxnSpPr>
            <p:cNvPr id="419" name="직선 연결선 418"/>
            <p:cNvCxnSpPr/>
            <p:nvPr/>
          </p:nvCxnSpPr>
          <p:spPr>
            <a:xfrm rot="16200000">
              <a:off x="8738324" y="3821506"/>
              <a:ext cx="0" cy="134560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20" name="그룹 419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425" name="직선 연결선 424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6" name="직선 연결선 425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7" name="직선 연결선 426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21" name="직선 연결선 420"/>
            <p:cNvCxnSpPr/>
            <p:nvPr/>
          </p:nvCxnSpPr>
          <p:spPr>
            <a:xfrm rot="16200000" flipH="1" flipV="1">
              <a:off x="6651248" y="3069317"/>
              <a:ext cx="2835803" cy="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2" name="직선 연결선 421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3" name="타원 422"/>
            <p:cNvSpPr/>
            <p:nvPr/>
          </p:nvSpPr>
          <p:spPr>
            <a:xfrm>
              <a:off x="9094080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24" name="직선 연결선 423"/>
            <p:cNvCxnSpPr/>
            <p:nvPr/>
          </p:nvCxnSpPr>
          <p:spPr>
            <a:xfrm rot="5400000">
              <a:off x="8070483" y="1661749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2" name="직사각형 301"/>
          <p:cNvSpPr/>
          <p:nvPr/>
        </p:nvSpPr>
        <p:spPr>
          <a:xfrm>
            <a:off x="8831963" y="6283642"/>
            <a:ext cx="790956" cy="465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7799444" y="6283642"/>
            <a:ext cx="790956" cy="465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9851797" y="6283642"/>
            <a:ext cx="790956" cy="465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305" name="그룹 304"/>
          <p:cNvGrpSpPr/>
          <p:nvPr/>
        </p:nvGrpSpPr>
        <p:grpSpPr>
          <a:xfrm rot="5400000">
            <a:off x="8861842" y="5830300"/>
            <a:ext cx="726774" cy="179918"/>
            <a:chOff x="8443791" y="4369985"/>
            <a:chExt cx="967336" cy="239471"/>
          </a:xfrm>
        </p:grpSpPr>
        <p:cxnSp>
          <p:nvCxnSpPr>
            <p:cNvPr id="410" name="직선 연결선 409"/>
            <p:cNvCxnSpPr/>
            <p:nvPr/>
          </p:nvCxnSpPr>
          <p:spPr>
            <a:xfrm rot="16200000">
              <a:off x="8927458" y="4006053"/>
              <a:ext cx="0" cy="96733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11" name="그룹 410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416" name="직선 연결선 415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7" name="직선 연결선 416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8" name="직선 연결선 417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12" name="직선 연결선 411"/>
            <p:cNvCxnSpPr/>
            <p:nvPr/>
          </p:nvCxnSpPr>
          <p:spPr>
            <a:xfrm>
              <a:off x="8568899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3" name="직선 연결선 412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4" name="타원 413"/>
            <p:cNvSpPr/>
            <p:nvPr/>
          </p:nvSpPr>
          <p:spPr>
            <a:xfrm>
              <a:off x="9094080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15" name="타원 414"/>
            <p:cNvSpPr/>
            <p:nvPr/>
          </p:nvSpPr>
          <p:spPr>
            <a:xfrm>
              <a:off x="8571242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306" name="그룹 305"/>
          <p:cNvGrpSpPr/>
          <p:nvPr/>
        </p:nvGrpSpPr>
        <p:grpSpPr>
          <a:xfrm rot="5400000">
            <a:off x="9477410" y="5423820"/>
            <a:ext cx="726775" cy="992873"/>
            <a:chOff x="8443788" y="4369985"/>
            <a:chExt cx="967339" cy="1321513"/>
          </a:xfrm>
        </p:grpSpPr>
        <p:cxnSp>
          <p:nvCxnSpPr>
            <p:cNvPr id="399" name="직선 연결선 398"/>
            <p:cNvCxnSpPr/>
            <p:nvPr/>
          </p:nvCxnSpPr>
          <p:spPr>
            <a:xfrm rot="16200000">
              <a:off x="9169292" y="4247888"/>
              <a:ext cx="0" cy="483665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00" name="그룹 399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407" name="직선 연결선 406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8" name="직선 연결선 407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9" name="직선 연결선 408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1" name="직선 연결선 400"/>
            <p:cNvCxnSpPr/>
            <p:nvPr/>
          </p:nvCxnSpPr>
          <p:spPr>
            <a:xfrm rot="16200000" flipH="1">
              <a:off x="8415868" y="5011668"/>
              <a:ext cx="102318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2" name="직선 연결선 401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3" name="타원 402"/>
            <p:cNvSpPr/>
            <p:nvPr/>
          </p:nvSpPr>
          <p:spPr>
            <a:xfrm>
              <a:off x="9094080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04" name="직선 연결선 403"/>
            <p:cNvCxnSpPr/>
            <p:nvPr/>
          </p:nvCxnSpPr>
          <p:spPr>
            <a:xfrm rot="16200000">
              <a:off x="8685625" y="5331259"/>
              <a:ext cx="0" cy="48367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5" name="직선 연결선 404"/>
            <p:cNvCxnSpPr/>
            <p:nvPr/>
          </p:nvCxnSpPr>
          <p:spPr>
            <a:xfrm>
              <a:off x="8568869" y="545469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6" name="타원 405"/>
            <p:cNvSpPr/>
            <p:nvPr/>
          </p:nvSpPr>
          <p:spPr>
            <a:xfrm>
              <a:off x="8577895" y="5485753"/>
              <a:ext cx="194805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307" name="그룹 306"/>
          <p:cNvGrpSpPr/>
          <p:nvPr/>
        </p:nvGrpSpPr>
        <p:grpSpPr>
          <a:xfrm rot="16200000" flipH="1">
            <a:off x="8247372" y="5423821"/>
            <a:ext cx="726775" cy="992873"/>
            <a:chOff x="8443788" y="4369985"/>
            <a:chExt cx="967339" cy="1321513"/>
          </a:xfrm>
        </p:grpSpPr>
        <p:cxnSp>
          <p:nvCxnSpPr>
            <p:cNvPr id="389" name="직선 연결선 388"/>
            <p:cNvCxnSpPr/>
            <p:nvPr/>
          </p:nvCxnSpPr>
          <p:spPr>
            <a:xfrm rot="16200000">
              <a:off x="9169292" y="4247888"/>
              <a:ext cx="0" cy="483665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90" name="그룹 389"/>
            <p:cNvGrpSpPr/>
            <p:nvPr/>
          </p:nvGrpSpPr>
          <p:grpSpPr>
            <a:xfrm>
              <a:off x="9288888" y="4372655"/>
              <a:ext cx="122239" cy="236801"/>
              <a:chOff x="2297548" y="3782508"/>
              <a:chExt cx="122239" cy="236801"/>
            </a:xfrm>
          </p:grpSpPr>
          <p:cxnSp>
            <p:nvCxnSpPr>
              <p:cNvPr id="396" name="직선 연결선 395"/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7" name="직선 연결선 396"/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8" name="직선 연결선 397"/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91" name="직선 연결선 390"/>
            <p:cNvCxnSpPr/>
            <p:nvPr/>
          </p:nvCxnSpPr>
          <p:spPr>
            <a:xfrm rot="16200000" flipH="1">
              <a:off x="8415868" y="5011668"/>
              <a:ext cx="102318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2" name="직선 연결선 391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3" name="타원 392"/>
            <p:cNvSpPr/>
            <p:nvPr/>
          </p:nvSpPr>
          <p:spPr>
            <a:xfrm>
              <a:off x="9094080" y="4393653"/>
              <a:ext cx="194806" cy="194806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394" name="직선 연결선 393"/>
            <p:cNvCxnSpPr/>
            <p:nvPr/>
          </p:nvCxnSpPr>
          <p:spPr>
            <a:xfrm rot="16200000">
              <a:off x="8685625" y="5331259"/>
              <a:ext cx="0" cy="48367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5" name="직선 연결선 394"/>
            <p:cNvCxnSpPr/>
            <p:nvPr/>
          </p:nvCxnSpPr>
          <p:spPr>
            <a:xfrm>
              <a:off x="8568869" y="545469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8" name="직사각형 307"/>
          <p:cNvSpPr/>
          <p:nvPr/>
        </p:nvSpPr>
        <p:spPr>
          <a:xfrm>
            <a:off x="4142721" y="5699007"/>
            <a:ext cx="790956" cy="4655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09" name="직사각형 308"/>
          <p:cNvSpPr/>
          <p:nvPr/>
        </p:nvSpPr>
        <p:spPr>
          <a:xfrm>
            <a:off x="4142721" y="6283642"/>
            <a:ext cx="790956" cy="4655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10" name="TextBox 309"/>
          <p:cNvSpPr txBox="1"/>
          <p:nvPr/>
        </p:nvSpPr>
        <p:spPr>
          <a:xfrm>
            <a:off x="3591329" y="1294562"/>
            <a:ext cx="72272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</a:t>
            </a:r>
            <a:endParaRPr lang="ko-KR" altLang="en-US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1" name="모서리가 둥근 직사각형 310"/>
          <p:cNvSpPr/>
          <p:nvPr/>
        </p:nvSpPr>
        <p:spPr>
          <a:xfrm>
            <a:off x="3672055" y="1605147"/>
            <a:ext cx="3979351" cy="1807250"/>
          </a:xfrm>
          <a:prstGeom prst="roundRect">
            <a:avLst>
              <a:gd name="adj" fmla="val 1912"/>
            </a:avLst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12" name="모서리가 둥근 직사각형 311"/>
          <p:cNvSpPr/>
          <p:nvPr/>
        </p:nvSpPr>
        <p:spPr>
          <a:xfrm>
            <a:off x="7754539" y="2827489"/>
            <a:ext cx="3944523" cy="2763963"/>
          </a:xfrm>
          <a:prstGeom prst="roundRect">
            <a:avLst>
              <a:gd name="adj" fmla="val 1912"/>
            </a:avLst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13" name="TextBox 312"/>
          <p:cNvSpPr txBox="1"/>
          <p:nvPr/>
        </p:nvSpPr>
        <p:spPr>
          <a:xfrm>
            <a:off x="11200988" y="2489202"/>
            <a:ext cx="54299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</a:t>
            </a:r>
            <a:endParaRPr lang="ko-KR" altLang="en-US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6" name="모서리가 둥근 직사각형 315"/>
          <p:cNvSpPr/>
          <p:nvPr/>
        </p:nvSpPr>
        <p:spPr>
          <a:xfrm>
            <a:off x="7754539" y="5998718"/>
            <a:ext cx="2942925" cy="810676"/>
          </a:xfrm>
          <a:prstGeom prst="roundRect">
            <a:avLst>
              <a:gd name="adj" fmla="val 1912"/>
            </a:avLst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18" name="모서리가 둥근 직사각형 317"/>
          <p:cNvSpPr/>
          <p:nvPr/>
        </p:nvSpPr>
        <p:spPr>
          <a:xfrm>
            <a:off x="4094035" y="5646249"/>
            <a:ext cx="2146638" cy="1163144"/>
          </a:xfrm>
          <a:prstGeom prst="roundRect">
            <a:avLst>
              <a:gd name="adj" fmla="val 1912"/>
            </a:avLst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19" name="모서리가 둥근 직사각형 318"/>
          <p:cNvSpPr/>
          <p:nvPr/>
        </p:nvSpPr>
        <p:spPr>
          <a:xfrm>
            <a:off x="5730794" y="721916"/>
            <a:ext cx="4966670" cy="555029"/>
          </a:xfrm>
          <a:prstGeom prst="roundRect">
            <a:avLst>
              <a:gd name="adj" fmla="val 1912"/>
            </a:avLst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20" name="TextBox 319"/>
          <p:cNvSpPr txBox="1"/>
          <p:nvPr/>
        </p:nvSpPr>
        <p:spPr>
          <a:xfrm>
            <a:off x="3497250" y="5649468"/>
            <a:ext cx="72272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</a:t>
            </a:r>
            <a:endParaRPr lang="ko-KR" altLang="en-US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7588820" y="5700570"/>
            <a:ext cx="72272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</a:t>
            </a:r>
            <a:endParaRPr lang="ko-KR" altLang="en-US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8" name="모서리가 둥근 직사각형 327"/>
          <p:cNvSpPr/>
          <p:nvPr/>
        </p:nvSpPr>
        <p:spPr>
          <a:xfrm>
            <a:off x="8784881" y="1596045"/>
            <a:ext cx="2914181" cy="553148"/>
          </a:xfrm>
          <a:prstGeom prst="roundRect">
            <a:avLst>
              <a:gd name="adj" fmla="val 1912"/>
            </a:avLst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40" name="TextBox 339"/>
          <p:cNvSpPr txBox="1"/>
          <p:nvPr/>
        </p:nvSpPr>
        <p:spPr>
          <a:xfrm>
            <a:off x="11195220" y="1256036"/>
            <a:ext cx="54299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</a:t>
            </a:r>
            <a:endParaRPr lang="ko-KR" altLang="en-US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0033332" y="410368"/>
            <a:ext cx="72272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</a:t>
            </a:r>
            <a:endParaRPr lang="ko-KR" altLang="en-US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3" name="TextBox 342"/>
          <p:cNvSpPr txBox="1"/>
          <p:nvPr/>
        </p:nvSpPr>
        <p:spPr>
          <a:xfrm>
            <a:off x="6777929" y="2203938"/>
            <a:ext cx="5244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Type</a:t>
            </a:r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9279131" y="3708628"/>
            <a:ext cx="5244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Type</a:t>
            </a:r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5391788" y="6283642"/>
            <a:ext cx="790956" cy="4655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346" name="그룹 345"/>
          <p:cNvGrpSpPr/>
          <p:nvPr/>
        </p:nvGrpSpPr>
        <p:grpSpPr>
          <a:xfrm>
            <a:off x="4933677" y="6404056"/>
            <a:ext cx="458111" cy="217149"/>
            <a:chOff x="3116600" y="6182064"/>
            <a:chExt cx="458111" cy="217149"/>
          </a:xfrm>
        </p:grpSpPr>
        <p:cxnSp>
          <p:nvCxnSpPr>
            <p:cNvPr id="386" name="직선 연결선 385"/>
            <p:cNvCxnSpPr/>
            <p:nvPr/>
          </p:nvCxnSpPr>
          <p:spPr>
            <a:xfrm flipH="1">
              <a:off x="3207143" y="6182064"/>
              <a:ext cx="1" cy="217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7" name="직선 연결선 386"/>
            <p:cNvCxnSpPr/>
            <p:nvPr/>
          </p:nvCxnSpPr>
          <p:spPr>
            <a:xfrm flipV="1">
              <a:off x="3116600" y="6292875"/>
              <a:ext cx="458111" cy="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8" name="직선 연결선 387"/>
            <p:cNvCxnSpPr/>
            <p:nvPr/>
          </p:nvCxnSpPr>
          <p:spPr>
            <a:xfrm flipH="1">
              <a:off x="3488676" y="6182064"/>
              <a:ext cx="1" cy="217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7" name="직사각형 346"/>
          <p:cNvSpPr/>
          <p:nvPr/>
        </p:nvSpPr>
        <p:spPr>
          <a:xfrm>
            <a:off x="10865853" y="5089372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348" name="그룹 347"/>
          <p:cNvGrpSpPr/>
          <p:nvPr/>
        </p:nvGrpSpPr>
        <p:grpSpPr>
          <a:xfrm rot="10800000">
            <a:off x="9622922" y="5234185"/>
            <a:ext cx="1242933" cy="177912"/>
            <a:chOff x="7756782" y="4369985"/>
            <a:chExt cx="1654344" cy="236801"/>
          </a:xfrm>
        </p:grpSpPr>
        <p:cxnSp>
          <p:nvCxnSpPr>
            <p:cNvPr id="383" name="직선 연결선 382"/>
            <p:cNvCxnSpPr/>
            <p:nvPr/>
          </p:nvCxnSpPr>
          <p:spPr>
            <a:xfrm rot="10800000" flipH="1">
              <a:off x="7756782" y="4494892"/>
              <a:ext cx="1654344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4" name="직선 연결선 383"/>
            <p:cNvCxnSpPr/>
            <p:nvPr/>
          </p:nvCxnSpPr>
          <p:spPr>
            <a:xfrm>
              <a:off x="7898675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5" name="직선 연결선 384"/>
            <p:cNvCxnSpPr/>
            <p:nvPr/>
          </p:nvCxnSpPr>
          <p:spPr>
            <a:xfrm>
              <a:off x="9288888" y="4369985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9" name="직사각형 348"/>
          <p:cNvSpPr/>
          <p:nvPr/>
        </p:nvSpPr>
        <p:spPr>
          <a:xfrm>
            <a:off x="5776253" y="763673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350" name="그룹 349"/>
          <p:cNvGrpSpPr/>
          <p:nvPr/>
        </p:nvGrpSpPr>
        <p:grpSpPr>
          <a:xfrm>
            <a:off x="6567209" y="817977"/>
            <a:ext cx="1247810" cy="177912"/>
            <a:chOff x="4750132" y="595985"/>
            <a:chExt cx="1247810" cy="177912"/>
          </a:xfrm>
        </p:grpSpPr>
        <p:cxnSp>
          <p:nvCxnSpPr>
            <p:cNvPr id="379" name="직선 연결선 378"/>
            <p:cNvCxnSpPr/>
            <p:nvPr/>
          </p:nvCxnSpPr>
          <p:spPr>
            <a:xfrm flipH="1">
              <a:off x="4750132" y="683940"/>
              <a:ext cx="1247810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0" name="직선 연결선 379"/>
            <p:cNvCxnSpPr/>
            <p:nvPr/>
          </p:nvCxnSpPr>
          <p:spPr>
            <a:xfrm rot="10800000">
              <a:off x="5901222" y="595985"/>
              <a:ext cx="0" cy="1779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1" name="직선 연결선 380"/>
            <p:cNvCxnSpPr/>
            <p:nvPr/>
          </p:nvCxnSpPr>
          <p:spPr>
            <a:xfrm rot="10800000">
              <a:off x="4860788" y="595985"/>
              <a:ext cx="0" cy="1779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3" name="직사각형 352"/>
          <p:cNvSpPr/>
          <p:nvPr/>
        </p:nvSpPr>
        <p:spPr>
          <a:xfrm>
            <a:off x="10867444" y="1642764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354" name="그룹 353"/>
          <p:cNvGrpSpPr/>
          <p:nvPr/>
        </p:nvGrpSpPr>
        <p:grpSpPr>
          <a:xfrm>
            <a:off x="9628685" y="1787827"/>
            <a:ext cx="1237964" cy="179918"/>
            <a:chOff x="7767869" y="4382017"/>
            <a:chExt cx="1647730" cy="239471"/>
          </a:xfrm>
        </p:grpSpPr>
        <p:cxnSp>
          <p:nvCxnSpPr>
            <p:cNvPr id="355" name="직선 연결선 354"/>
            <p:cNvCxnSpPr/>
            <p:nvPr/>
          </p:nvCxnSpPr>
          <p:spPr>
            <a:xfrm>
              <a:off x="7767869" y="4498748"/>
              <a:ext cx="1647730" cy="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56" name="그룹 355"/>
            <p:cNvGrpSpPr/>
            <p:nvPr/>
          </p:nvGrpSpPr>
          <p:grpSpPr>
            <a:xfrm>
              <a:off x="9288888" y="4384687"/>
              <a:ext cx="122239" cy="236801"/>
              <a:chOff x="2297548" y="3794540"/>
              <a:chExt cx="122239" cy="236801"/>
            </a:xfrm>
          </p:grpSpPr>
          <p:cxnSp>
            <p:nvCxnSpPr>
              <p:cNvPr id="366" name="직선 연결선 365"/>
              <p:cNvCxnSpPr/>
              <p:nvPr/>
            </p:nvCxnSpPr>
            <p:spPr>
              <a:xfrm flipV="1">
                <a:off x="2297548" y="3794540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7" name="직선 연결선 376"/>
              <p:cNvCxnSpPr/>
              <p:nvPr/>
            </p:nvCxnSpPr>
            <p:spPr>
              <a:xfrm>
                <a:off x="2297548" y="3909104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8" name="직선 연결선 377"/>
              <p:cNvCxnSpPr/>
              <p:nvPr/>
            </p:nvCxnSpPr>
            <p:spPr>
              <a:xfrm>
                <a:off x="2297548" y="3912438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7" name="직선 연결선 356"/>
            <p:cNvCxnSpPr/>
            <p:nvPr/>
          </p:nvCxnSpPr>
          <p:spPr>
            <a:xfrm>
              <a:off x="9288888" y="438201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8" name="타원 357"/>
            <p:cNvSpPr/>
            <p:nvPr/>
          </p:nvSpPr>
          <p:spPr>
            <a:xfrm>
              <a:off x="9094080" y="4405692"/>
              <a:ext cx="194806" cy="194807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365" name="직선 연결선 364"/>
            <p:cNvCxnSpPr/>
            <p:nvPr/>
          </p:nvCxnSpPr>
          <p:spPr>
            <a:xfrm>
              <a:off x="7899621" y="4382017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293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ER Diagram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Notations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2143491" y="5538287"/>
            <a:ext cx="1844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Barker’s notation</a:t>
            </a:r>
          </a:p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(CASE* method)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5806" y="5661397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IE notation</a:t>
            </a:r>
          </a:p>
        </p:txBody>
      </p:sp>
      <p:cxnSp>
        <p:nvCxnSpPr>
          <p:cNvPr id="140" name="직선 연결선 139"/>
          <p:cNvCxnSpPr/>
          <p:nvPr/>
        </p:nvCxnSpPr>
        <p:spPr>
          <a:xfrm>
            <a:off x="6054969" y="1647092"/>
            <a:ext cx="0" cy="470095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0" name="모서리가 둥근 직사각형 79"/>
          <p:cNvSpPr/>
          <p:nvPr/>
        </p:nvSpPr>
        <p:spPr>
          <a:xfrm>
            <a:off x="606067" y="2090148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702174" y="2090148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83" name="직선 연결선 82"/>
          <p:cNvCxnSpPr/>
          <p:nvPr/>
        </p:nvCxnSpPr>
        <p:spPr>
          <a:xfrm>
            <a:off x="873370" y="2228036"/>
            <a:ext cx="8288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모서리가 둥근 직사각형 83"/>
          <p:cNvSpPr/>
          <p:nvPr/>
        </p:nvSpPr>
        <p:spPr>
          <a:xfrm>
            <a:off x="2358667" y="2090148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3454774" y="2090148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2625970" y="2228036"/>
            <a:ext cx="8288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모서리가 둥근 직사각형 86"/>
          <p:cNvSpPr/>
          <p:nvPr/>
        </p:nvSpPr>
        <p:spPr>
          <a:xfrm>
            <a:off x="4116485" y="2090148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88" name="모서리가 둥근 직사각형 87"/>
          <p:cNvSpPr/>
          <p:nvPr/>
        </p:nvSpPr>
        <p:spPr>
          <a:xfrm>
            <a:off x="5212592" y="2090148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89" name="직선 연결선 88"/>
          <p:cNvCxnSpPr/>
          <p:nvPr/>
        </p:nvCxnSpPr>
        <p:spPr>
          <a:xfrm>
            <a:off x="4383788" y="2228036"/>
            <a:ext cx="8288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모서리가 둥근 직사각형 90"/>
          <p:cNvSpPr/>
          <p:nvPr/>
        </p:nvSpPr>
        <p:spPr>
          <a:xfrm>
            <a:off x="606067" y="2886281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1702174" y="2886281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09" name="직선 연결선 108"/>
          <p:cNvCxnSpPr/>
          <p:nvPr/>
        </p:nvCxnSpPr>
        <p:spPr>
          <a:xfrm>
            <a:off x="873370" y="3024169"/>
            <a:ext cx="41568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모서리가 둥근 직사각형 109"/>
          <p:cNvSpPr/>
          <p:nvPr/>
        </p:nvSpPr>
        <p:spPr>
          <a:xfrm>
            <a:off x="2358667" y="2886281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3454774" y="2886281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116485" y="2886281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5212592" y="2886281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606067" y="3679131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1702174" y="3679131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2358667" y="4471980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3454774" y="4471980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44" name="직선 연결선 143"/>
          <p:cNvCxnSpPr/>
          <p:nvPr/>
        </p:nvCxnSpPr>
        <p:spPr>
          <a:xfrm>
            <a:off x="2625970" y="4609868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모서리가 둥근 직사각형 144"/>
          <p:cNvSpPr/>
          <p:nvPr/>
        </p:nvSpPr>
        <p:spPr>
          <a:xfrm>
            <a:off x="6630044" y="2090148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7726151" y="2090148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47" name="직선 연결선 146"/>
          <p:cNvCxnSpPr/>
          <p:nvPr/>
        </p:nvCxnSpPr>
        <p:spPr>
          <a:xfrm>
            <a:off x="6897347" y="2228036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모서리가 둥근 직사각형 147"/>
          <p:cNvSpPr/>
          <p:nvPr/>
        </p:nvSpPr>
        <p:spPr>
          <a:xfrm>
            <a:off x="8382644" y="2090148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9478751" y="2090148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50" name="직선 연결선 149"/>
          <p:cNvCxnSpPr/>
          <p:nvPr/>
        </p:nvCxnSpPr>
        <p:spPr>
          <a:xfrm>
            <a:off x="8649947" y="2228036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모서리가 둥근 직사각형 150"/>
          <p:cNvSpPr/>
          <p:nvPr/>
        </p:nvSpPr>
        <p:spPr>
          <a:xfrm>
            <a:off x="10140462" y="2090148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11236569" y="2090148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53" name="직선 연결선 152"/>
          <p:cNvCxnSpPr/>
          <p:nvPr/>
        </p:nvCxnSpPr>
        <p:spPr>
          <a:xfrm>
            <a:off x="10407765" y="2228036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모서리가 둥근 직사각형 153"/>
          <p:cNvSpPr/>
          <p:nvPr/>
        </p:nvSpPr>
        <p:spPr>
          <a:xfrm>
            <a:off x="6630044" y="2886281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7726151" y="2886281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56" name="직선 연결선 155"/>
          <p:cNvCxnSpPr/>
          <p:nvPr/>
        </p:nvCxnSpPr>
        <p:spPr>
          <a:xfrm>
            <a:off x="6897347" y="3024169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7" name="모서리가 둥근 직사각형 156"/>
          <p:cNvSpPr/>
          <p:nvPr/>
        </p:nvSpPr>
        <p:spPr>
          <a:xfrm>
            <a:off x="8382644" y="2886281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9478751" y="2886281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59" name="직선 연결선 158"/>
          <p:cNvCxnSpPr/>
          <p:nvPr/>
        </p:nvCxnSpPr>
        <p:spPr>
          <a:xfrm>
            <a:off x="8649947" y="3024169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0" name="모서리가 둥근 직사각형 159"/>
          <p:cNvSpPr/>
          <p:nvPr/>
        </p:nvSpPr>
        <p:spPr>
          <a:xfrm>
            <a:off x="10140462" y="2886281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1236569" y="2886281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62" name="직선 연결선 161"/>
          <p:cNvCxnSpPr/>
          <p:nvPr/>
        </p:nvCxnSpPr>
        <p:spPr>
          <a:xfrm>
            <a:off x="10407765" y="3024169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" name="모서리가 둥근 직사각형 162"/>
          <p:cNvSpPr/>
          <p:nvPr/>
        </p:nvSpPr>
        <p:spPr>
          <a:xfrm>
            <a:off x="6630044" y="3679131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7726151" y="3679131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65" name="직선 연결선 164"/>
          <p:cNvCxnSpPr/>
          <p:nvPr/>
        </p:nvCxnSpPr>
        <p:spPr>
          <a:xfrm>
            <a:off x="6897347" y="3817019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모서리가 둥근 직사각형 171"/>
          <p:cNvSpPr/>
          <p:nvPr/>
        </p:nvSpPr>
        <p:spPr>
          <a:xfrm>
            <a:off x="8382644" y="4470338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9478751" y="4470338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74" name="직선 연결선 173"/>
          <p:cNvCxnSpPr/>
          <p:nvPr/>
        </p:nvCxnSpPr>
        <p:spPr>
          <a:xfrm>
            <a:off x="8649947" y="4608226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모서리가 둥근 직사각형 174"/>
          <p:cNvSpPr/>
          <p:nvPr/>
        </p:nvSpPr>
        <p:spPr>
          <a:xfrm>
            <a:off x="606067" y="4468696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1702174" y="4468696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77" name="직선 연결선 176"/>
          <p:cNvCxnSpPr/>
          <p:nvPr/>
        </p:nvCxnSpPr>
        <p:spPr>
          <a:xfrm>
            <a:off x="873370" y="4606584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8" name="모서리가 둥근 직사각형 177"/>
          <p:cNvSpPr/>
          <p:nvPr/>
        </p:nvSpPr>
        <p:spPr>
          <a:xfrm>
            <a:off x="4116485" y="4468696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79" name="모서리가 둥근 직사각형 178"/>
          <p:cNvSpPr/>
          <p:nvPr/>
        </p:nvSpPr>
        <p:spPr>
          <a:xfrm>
            <a:off x="5212592" y="4468696"/>
            <a:ext cx="267303" cy="279060"/>
          </a:xfrm>
          <a:prstGeom prst="roundRect">
            <a:avLst>
              <a:gd name="adj" fmla="val 178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80" name="직선 연결선 179"/>
          <p:cNvCxnSpPr/>
          <p:nvPr/>
        </p:nvCxnSpPr>
        <p:spPr>
          <a:xfrm>
            <a:off x="4383788" y="4606584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1" name="모서리가 둥근 직사각형 180"/>
          <p:cNvSpPr/>
          <p:nvPr/>
        </p:nvSpPr>
        <p:spPr>
          <a:xfrm>
            <a:off x="6630044" y="4468696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7726151" y="4468696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83" name="직선 연결선 182"/>
          <p:cNvCxnSpPr/>
          <p:nvPr/>
        </p:nvCxnSpPr>
        <p:spPr>
          <a:xfrm>
            <a:off x="6897347" y="4606584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모서리가 둥근 직사각형 183"/>
          <p:cNvSpPr/>
          <p:nvPr/>
        </p:nvSpPr>
        <p:spPr>
          <a:xfrm>
            <a:off x="10140462" y="4468696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</a:t>
            </a:r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11236569" y="4468696"/>
            <a:ext cx="267303" cy="27906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</a:t>
            </a:r>
          </a:p>
        </p:txBody>
      </p:sp>
      <p:cxnSp>
        <p:nvCxnSpPr>
          <p:cNvPr id="186" name="직선 연결선 185"/>
          <p:cNvCxnSpPr/>
          <p:nvPr/>
        </p:nvCxnSpPr>
        <p:spPr>
          <a:xfrm>
            <a:off x="10407765" y="4606584"/>
            <a:ext cx="8288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>
            <a:off x="1289050" y="3024169"/>
            <a:ext cx="4156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직선 연결선 187"/>
          <p:cNvCxnSpPr/>
          <p:nvPr/>
        </p:nvCxnSpPr>
        <p:spPr>
          <a:xfrm>
            <a:off x="873370" y="3817019"/>
            <a:ext cx="4156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직선 연결선 188"/>
          <p:cNvCxnSpPr/>
          <p:nvPr/>
        </p:nvCxnSpPr>
        <p:spPr>
          <a:xfrm>
            <a:off x="1289050" y="3817019"/>
            <a:ext cx="41568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>
            <a:off x="2623414" y="3024169"/>
            <a:ext cx="41568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3039094" y="3024169"/>
            <a:ext cx="4156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직선 연결선 191"/>
          <p:cNvCxnSpPr/>
          <p:nvPr/>
        </p:nvCxnSpPr>
        <p:spPr>
          <a:xfrm>
            <a:off x="4381232" y="3024169"/>
            <a:ext cx="41568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>
            <a:off x="4796912" y="3024169"/>
            <a:ext cx="4156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그룹 10"/>
          <p:cNvGrpSpPr/>
          <p:nvPr/>
        </p:nvGrpSpPr>
        <p:grpSpPr>
          <a:xfrm>
            <a:off x="1579935" y="2112148"/>
            <a:ext cx="122239" cy="236801"/>
            <a:chOff x="2297548" y="3782508"/>
            <a:chExt cx="122239" cy="236801"/>
          </a:xfrm>
        </p:grpSpPr>
        <p:cxnSp>
          <p:nvCxnSpPr>
            <p:cNvPr id="194" name="직선 연결선 193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직선 연결선 194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>
            <a:off x="1579935" y="2905768"/>
            <a:ext cx="122239" cy="236801"/>
            <a:chOff x="2297548" y="3782508"/>
            <a:chExt cx="122239" cy="236801"/>
          </a:xfrm>
        </p:grpSpPr>
        <p:cxnSp>
          <p:nvCxnSpPr>
            <p:cNvPr id="198" name="직선 연결선 197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직선 연결선 199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1" name="그룹 200"/>
          <p:cNvGrpSpPr/>
          <p:nvPr/>
        </p:nvGrpSpPr>
        <p:grpSpPr>
          <a:xfrm>
            <a:off x="1579935" y="3699390"/>
            <a:ext cx="122239" cy="236801"/>
            <a:chOff x="2297548" y="3782508"/>
            <a:chExt cx="122239" cy="236801"/>
          </a:xfrm>
        </p:grpSpPr>
        <p:cxnSp>
          <p:nvCxnSpPr>
            <p:cNvPr id="202" name="직선 연결선 201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5" name="그룹 204"/>
          <p:cNvGrpSpPr/>
          <p:nvPr/>
        </p:nvGrpSpPr>
        <p:grpSpPr>
          <a:xfrm flipH="1">
            <a:off x="2623414" y="4490808"/>
            <a:ext cx="122239" cy="236801"/>
            <a:chOff x="2297548" y="3782508"/>
            <a:chExt cx="122239" cy="236801"/>
          </a:xfrm>
        </p:grpSpPr>
        <p:cxnSp>
          <p:nvCxnSpPr>
            <p:cNvPr id="206" name="직선 연결선 205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직선 연결선 206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직선 연결선 207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9" name="그룹 208"/>
          <p:cNvGrpSpPr/>
          <p:nvPr/>
        </p:nvGrpSpPr>
        <p:grpSpPr>
          <a:xfrm>
            <a:off x="5091063" y="4487633"/>
            <a:ext cx="122239" cy="236801"/>
            <a:chOff x="2297548" y="3782508"/>
            <a:chExt cx="122239" cy="236801"/>
          </a:xfrm>
        </p:grpSpPr>
        <p:cxnSp>
          <p:nvCxnSpPr>
            <p:cNvPr id="210" name="직선 연결선 209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직선 연결선 210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직선 연결선 211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3" name="그룹 212"/>
          <p:cNvGrpSpPr/>
          <p:nvPr/>
        </p:nvGrpSpPr>
        <p:grpSpPr>
          <a:xfrm>
            <a:off x="3331087" y="4490808"/>
            <a:ext cx="122239" cy="236801"/>
            <a:chOff x="2297548" y="3782508"/>
            <a:chExt cx="122239" cy="236801"/>
          </a:xfrm>
        </p:grpSpPr>
        <p:cxnSp>
          <p:nvCxnSpPr>
            <p:cNvPr id="214" name="직선 연결선 213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7" name="그룹 216"/>
          <p:cNvGrpSpPr/>
          <p:nvPr/>
        </p:nvGrpSpPr>
        <p:grpSpPr>
          <a:xfrm flipH="1">
            <a:off x="4387860" y="2112148"/>
            <a:ext cx="122239" cy="236801"/>
            <a:chOff x="2297548" y="3782508"/>
            <a:chExt cx="122239" cy="236801"/>
          </a:xfrm>
        </p:grpSpPr>
        <p:cxnSp>
          <p:nvCxnSpPr>
            <p:cNvPr id="218" name="직선 연결선 217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9" name="직선 연결선 218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0" name="직선 연결선 219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5095533" y="2112148"/>
            <a:ext cx="122239" cy="236801"/>
            <a:chOff x="2297548" y="3782508"/>
            <a:chExt cx="122239" cy="236801"/>
          </a:xfrm>
        </p:grpSpPr>
        <p:cxnSp>
          <p:nvCxnSpPr>
            <p:cNvPr id="222" name="직선 연결선 221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5" name="그룹 224"/>
          <p:cNvGrpSpPr/>
          <p:nvPr/>
        </p:nvGrpSpPr>
        <p:grpSpPr>
          <a:xfrm flipH="1">
            <a:off x="4387860" y="2905768"/>
            <a:ext cx="122239" cy="236801"/>
            <a:chOff x="2297548" y="3782508"/>
            <a:chExt cx="122239" cy="236801"/>
          </a:xfrm>
        </p:grpSpPr>
        <p:cxnSp>
          <p:nvCxnSpPr>
            <p:cNvPr id="226" name="직선 연결선 225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7" name="직선 연결선 226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9" name="그룹 228"/>
          <p:cNvGrpSpPr/>
          <p:nvPr/>
        </p:nvGrpSpPr>
        <p:grpSpPr>
          <a:xfrm>
            <a:off x="5095533" y="2905768"/>
            <a:ext cx="122239" cy="236801"/>
            <a:chOff x="2297548" y="3782508"/>
            <a:chExt cx="122239" cy="236801"/>
          </a:xfrm>
        </p:grpSpPr>
        <p:cxnSp>
          <p:nvCxnSpPr>
            <p:cNvPr id="230" name="직선 연결선 229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1" name="직선 연결선 230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2" name="직선 연결선 231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5" name="그룹 234"/>
          <p:cNvGrpSpPr/>
          <p:nvPr/>
        </p:nvGrpSpPr>
        <p:grpSpPr>
          <a:xfrm flipH="1">
            <a:off x="8649393" y="4490303"/>
            <a:ext cx="122239" cy="236801"/>
            <a:chOff x="2297548" y="3782508"/>
            <a:chExt cx="122239" cy="236801"/>
          </a:xfrm>
        </p:grpSpPr>
        <p:cxnSp>
          <p:nvCxnSpPr>
            <p:cNvPr id="236" name="직선 연결선 235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직선 연결선 237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9" name="그룹 238"/>
          <p:cNvGrpSpPr/>
          <p:nvPr/>
        </p:nvGrpSpPr>
        <p:grpSpPr>
          <a:xfrm>
            <a:off x="9357066" y="4490303"/>
            <a:ext cx="122239" cy="236801"/>
            <a:chOff x="2297548" y="3782508"/>
            <a:chExt cx="122239" cy="236801"/>
          </a:xfrm>
        </p:grpSpPr>
        <p:cxnSp>
          <p:nvCxnSpPr>
            <p:cNvPr id="240" name="직선 연결선 239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직선 연결선 240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직선 연결선 241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43" name="직선 연결선 242"/>
          <p:cNvCxnSpPr/>
          <p:nvPr/>
        </p:nvCxnSpPr>
        <p:spPr>
          <a:xfrm>
            <a:off x="8771632" y="4487633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4" name="직선 연결선 243"/>
          <p:cNvCxnSpPr/>
          <p:nvPr/>
        </p:nvCxnSpPr>
        <p:spPr>
          <a:xfrm>
            <a:off x="9357066" y="4487633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8774749" y="4511301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45" name="타원 244"/>
          <p:cNvSpPr/>
          <p:nvPr/>
        </p:nvSpPr>
        <p:spPr>
          <a:xfrm>
            <a:off x="9162258" y="4511301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cxnSp>
        <p:nvCxnSpPr>
          <p:cNvPr id="254" name="직선 연결선 253"/>
          <p:cNvCxnSpPr/>
          <p:nvPr/>
        </p:nvCxnSpPr>
        <p:spPr>
          <a:xfrm>
            <a:off x="7019033" y="4487633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직선 연결선 254"/>
          <p:cNvCxnSpPr/>
          <p:nvPr/>
        </p:nvCxnSpPr>
        <p:spPr>
          <a:xfrm>
            <a:off x="7604467" y="4487633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6" name="타원 255"/>
          <p:cNvSpPr/>
          <p:nvPr/>
        </p:nvSpPr>
        <p:spPr>
          <a:xfrm>
            <a:off x="7022150" y="4511301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57" name="타원 256"/>
          <p:cNvSpPr/>
          <p:nvPr/>
        </p:nvSpPr>
        <p:spPr>
          <a:xfrm>
            <a:off x="7409659" y="4511301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pSp>
        <p:nvGrpSpPr>
          <p:cNvPr id="262" name="그룹 261"/>
          <p:cNvGrpSpPr/>
          <p:nvPr/>
        </p:nvGrpSpPr>
        <p:grpSpPr>
          <a:xfrm>
            <a:off x="11113448" y="4490303"/>
            <a:ext cx="122239" cy="236801"/>
            <a:chOff x="2297548" y="3782508"/>
            <a:chExt cx="122239" cy="236801"/>
          </a:xfrm>
        </p:grpSpPr>
        <p:cxnSp>
          <p:nvCxnSpPr>
            <p:cNvPr id="263" name="직선 연결선 262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직선 연결선 263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5" name="직선 연결선 264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6" name="직선 연결선 265"/>
          <p:cNvCxnSpPr/>
          <p:nvPr/>
        </p:nvCxnSpPr>
        <p:spPr>
          <a:xfrm>
            <a:off x="10528014" y="4487633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7" name="직선 연결선 266"/>
          <p:cNvCxnSpPr/>
          <p:nvPr/>
        </p:nvCxnSpPr>
        <p:spPr>
          <a:xfrm>
            <a:off x="11113448" y="4487633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8" name="타원 267"/>
          <p:cNvSpPr/>
          <p:nvPr/>
        </p:nvSpPr>
        <p:spPr>
          <a:xfrm>
            <a:off x="10531131" y="4511301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69" name="타원 268"/>
          <p:cNvSpPr/>
          <p:nvPr/>
        </p:nvSpPr>
        <p:spPr>
          <a:xfrm>
            <a:off x="10918640" y="4511301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pSp>
        <p:nvGrpSpPr>
          <p:cNvPr id="286" name="그룹 285"/>
          <p:cNvGrpSpPr/>
          <p:nvPr/>
        </p:nvGrpSpPr>
        <p:grpSpPr>
          <a:xfrm>
            <a:off x="7604467" y="3698828"/>
            <a:ext cx="122239" cy="236801"/>
            <a:chOff x="2297548" y="3782508"/>
            <a:chExt cx="122239" cy="236801"/>
          </a:xfrm>
        </p:grpSpPr>
        <p:cxnSp>
          <p:nvCxnSpPr>
            <p:cNvPr id="287" name="직선 연결선 286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0" name="직선 연결선 289"/>
          <p:cNvCxnSpPr/>
          <p:nvPr/>
        </p:nvCxnSpPr>
        <p:spPr>
          <a:xfrm>
            <a:off x="7019033" y="3696158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1" name="직선 연결선 290"/>
          <p:cNvCxnSpPr/>
          <p:nvPr/>
        </p:nvCxnSpPr>
        <p:spPr>
          <a:xfrm>
            <a:off x="7604467" y="3696158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2" name="타원 291"/>
          <p:cNvSpPr/>
          <p:nvPr/>
        </p:nvSpPr>
        <p:spPr>
          <a:xfrm>
            <a:off x="7022150" y="3719826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cxnSp>
        <p:nvCxnSpPr>
          <p:cNvPr id="314" name="직선 연결선 313"/>
          <p:cNvCxnSpPr/>
          <p:nvPr/>
        </p:nvCxnSpPr>
        <p:spPr>
          <a:xfrm>
            <a:off x="8771632" y="2902132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5" name="직선 연결선 314"/>
          <p:cNvCxnSpPr/>
          <p:nvPr/>
        </p:nvCxnSpPr>
        <p:spPr>
          <a:xfrm>
            <a:off x="9357066" y="2902132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7" name="타원 316"/>
          <p:cNvSpPr/>
          <p:nvPr/>
        </p:nvSpPr>
        <p:spPr>
          <a:xfrm>
            <a:off x="9162258" y="2925800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pSp>
        <p:nvGrpSpPr>
          <p:cNvPr id="322" name="그룹 321"/>
          <p:cNvGrpSpPr/>
          <p:nvPr/>
        </p:nvGrpSpPr>
        <p:grpSpPr>
          <a:xfrm>
            <a:off x="7604467" y="2904802"/>
            <a:ext cx="122239" cy="236801"/>
            <a:chOff x="2297548" y="3782508"/>
            <a:chExt cx="122239" cy="236801"/>
          </a:xfrm>
        </p:grpSpPr>
        <p:cxnSp>
          <p:nvCxnSpPr>
            <p:cNvPr id="323" name="직선 연결선 322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4" name="직선 연결선 323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5" name="직선 연결선 324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26" name="직선 연결선 325"/>
          <p:cNvCxnSpPr/>
          <p:nvPr/>
        </p:nvCxnSpPr>
        <p:spPr>
          <a:xfrm>
            <a:off x="7019033" y="2902132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>
            <a:off x="7604467" y="2902132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9" name="타원 328"/>
          <p:cNvSpPr/>
          <p:nvPr/>
        </p:nvSpPr>
        <p:spPr>
          <a:xfrm>
            <a:off x="7409659" y="2925800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pSp>
        <p:nvGrpSpPr>
          <p:cNvPr id="330" name="그룹 329"/>
          <p:cNvGrpSpPr/>
          <p:nvPr/>
        </p:nvGrpSpPr>
        <p:grpSpPr>
          <a:xfrm flipH="1">
            <a:off x="10405775" y="2904802"/>
            <a:ext cx="122239" cy="236801"/>
            <a:chOff x="2297548" y="3782508"/>
            <a:chExt cx="122239" cy="236801"/>
          </a:xfrm>
        </p:grpSpPr>
        <p:cxnSp>
          <p:nvCxnSpPr>
            <p:cNvPr id="331" name="직선 연결선 330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2" name="직선 연결선 331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3" name="직선 연결선 332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4" name="그룹 333"/>
          <p:cNvGrpSpPr/>
          <p:nvPr/>
        </p:nvGrpSpPr>
        <p:grpSpPr>
          <a:xfrm>
            <a:off x="11113448" y="2904802"/>
            <a:ext cx="122239" cy="236801"/>
            <a:chOff x="2297548" y="3782508"/>
            <a:chExt cx="122239" cy="236801"/>
          </a:xfrm>
        </p:grpSpPr>
        <p:cxnSp>
          <p:nvCxnSpPr>
            <p:cNvPr id="335" name="직선 연결선 334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6" name="직선 연결선 335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7" name="직선 연결선 336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8" name="직선 연결선 337"/>
          <p:cNvCxnSpPr/>
          <p:nvPr/>
        </p:nvCxnSpPr>
        <p:spPr>
          <a:xfrm>
            <a:off x="10528014" y="2902132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9" name="직선 연결선 338"/>
          <p:cNvCxnSpPr/>
          <p:nvPr/>
        </p:nvCxnSpPr>
        <p:spPr>
          <a:xfrm>
            <a:off x="11113448" y="2902132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1" name="타원 340"/>
          <p:cNvSpPr/>
          <p:nvPr/>
        </p:nvSpPr>
        <p:spPr>
          <a:xfrm>
            <a:off x="10918640" y="2925800"/>
            <a:ext cx="194806" cy="1948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cxnSp>
        <p:nvCxnSpPr>
          <p:cNvPr id="351" name="직선 연결선 350"/>
          <p:cNvCxnSpPr/>
          <p:nvPr/>
        </p:nvCxnSpPr>
        <p:spPr>
          <a:xfrm>
            <a:off x="8771632" y="2108611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2" name="직선 연결선 351"/>
          <p:cNvCxnSpPr/>
          <p:nvPr/>
        </p:nvCxnSpPr>
        <p:spPr>
          <a:xfrm>
            <a:off x="9357066" y="2108611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59" name="그룹 358"/>
          <p:cNvGrpSpPr/>
          <p:nvPr/>
        </p:nvGrpSpPr>
        <p:grpSpPr>
          <a:xfrm>
            <a:off x="7604467" y="2111281"/>
            <a:ext cx="122239" cy="236801"/>
            <a:chOff x="2297548" y="3782508"/>
            <a:chExt cx="122239" cy="236801"/>
          </a:xfrm>
        </p:grpSpPr>
        <p:cxnSp>
          <p:nvCxnSpPr>
            <p:cNvPr id="360" name="직선 연결선 359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1" name="직선 연결선 360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2" name="직선 연결선 361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63" name="직선 연결선 362"/>
          <p:cNvCxnSpPr/>
          <p:nvPr/>
        </p:nvCxnSpPr>
        <p:spPr>
          <a:xfrm>
            <a:off x="7019033" y="2108611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4" name="직선 연결선 363"/>
          <p:cNvCxnSpPr/>
          <p:nvPr/>
        </p:nvCxnSpPr>
        <p:spPr>
          <a:xfrm>
            <a:off x="7604467" y="2108611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67" name="그룹 366"/>
          <p:cNvGrpSpPr/>
          <p:nvPr/>
        </p:nvGrpSpPr>
        <p:grpSpPr>
          <a:xfrm flipH="1">
            <a:off x="10405775" y="2111281"/>
            <a:ext cx="122239" cy="236801"/>
            <a:chOff x="2297548" y="3782508"/>
            <a:chExt cx="122239" cy="236801"/>
          </a:xfrm>
        </p:grpSpPr>
        <p:cxnSp>
          <p:nvCxnSpPr>
            <p:cNvPr id="368" name="직선 연결선 367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9" name="직선 연결선 368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0" name="직선 연결선 369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1" name="그룹 370"/>
          <p:cNvGrpSpPr/>
          <p:nvPr/>
        </p:nvGrpSpPr>
        <p:grpSpPr>
          <a:xfrm>
            <a:off x="11113448" y="2111281"/>
            <a:ext cx="122239" cy="236801"/>
            <a:chOff x="2297548" y="3782508"/>
            <a:chExt cx="122239" cy="236801"/>
          </a:xfrm>
        </p:grpSpPr>
        <p:cxnSp>
          <p:nvCxnSpPr>
            <p:cNvPr id="372" name="직선 연결선 371"/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3" name="직선 연결선 372"/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4" name="직선 연결선 373"/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75" name="직선 연결선 374"/>
          <p:cNvCxnSpPr/>
          <p:nvPr/>
        </p:nvCxnSpPr>
        <p:spPr>
          <a:xfrm>
            <a:off x="10528014" y="2108611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6" name="직선 연결선 375"/>
          <p:cNvCxnSpPr/>
          <p:nvPr/>
        </p:nvCxnSpPr>
        <p:spPr>
          <a:xfrm>
            <a:off x="11113448" y="2108611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38750" y="1704398"/>
            <a:ext cx="1049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Customer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2" name="TextBox 381"/>
          <p:cNvSpPr txBox="1"/>
          <p:nvPr/>
        </p:nvSpPr>
        <p:spPr>
          <a:xfrm>
            <a:off x="7507062" y="1339315"/>
            <a:ext cx="1049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Order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49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5E12E-17AD-204A-9725-653C3635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68DDDD7C-3D59-F371-9572-F905A2D03D5D}"/>
              </a:ext>
            </a:extLst>
          </p:cNvPr>
          <p:cNvSpPr/>
          <p:nvPr/>
        </p:nvSpPr>
        <p:spPr>
          <a:xfrm>
            <a:off x="8831963" y="3988515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age_rating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03F29E5-7C3A-A084-5951-1B527FABE83D}"/>
              </a:ext>
            </a:extLst>
          </p:cNvPr>
          <p:cNvSpPr/>
          <p:nvPr/>
        </p:nvSpPr>
        <p:spPr>
          <a:xfrm>
            <a:off x="6871661" y="3999179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distributor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8611D48-E48E-7DEC-3609-8650793EFFC3}"/>
              </a:ext>
            </a:extLst>
          </p:cNvPr>
          <p:cNvSpPr/>
          <p:nvPr/>
        </p:nvSpPr>
        <p:spPr>
          <a:xfrm>
            <a:off x="7204712" y="5113818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show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status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CC4D974-4C01-5755-BD6F-B1F02FE97D84}"/>
              </a:ext>
            </a:extLst>
          </p:cNvPr>
          <p:cNvSpPr/>
          <p:nvPr/>
        </p:nvSpPr>
        <p:spPr>
          <a:xfrm>
            <a:off x="8193407" y="5099473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type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77936A7-DB08-5300-EADA-51FF53847CB2}"/>
              </a:ext>
            </a:extLst>
          </p:cNvPr>
          <p:cNvSpPr/>
          <p:nvPr/>
        </p:nvSpPr>
        <p:spPr>
          <a:xfrm>
            <a:off x="9153146" y="5113818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method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D0AC695-EB96-9721-4FDA-A69EB4F29B84}"/>
              </a:ext>
            </a:extLst>
          </p:cNvPr>
          <p:cNvSpPr/>
          <p:nvPr/>
        </p:nvSpPr>
        <p:spPr>
          <a:xfrm>
            <a:off x="10310624" y="5185944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subtitle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71FFC11-FCCA-1302-82C6-18692002158A}"/>
              </a:ext>
            </a:extLst>
          </p:cNvPr>
          <p:cNvSpPr/>
          <p:nvPr/>
        </p:nvSpPr>
        <p:spPr>
          <a:xfrm>
            <a:off x="10537319" y="4284980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language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74CB58B-9174-3CBD-36ED-9CE7465E108A}"/>
              </a:ext>
            </a:extLst>
          </p:cNvPr>
          <p:cNvSpPr/>
          <p:nvPr/>
        </p:nvSpPr>
        <p:spPr>
          <a:xfrm>
            <a:off x="9434181" y="4517747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tax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5AC6393-B74D-E474-E8C8-CBE64BFC4AE1}"/>
              </a:ext>
            </a:extLst>
          </p:cNvPr>
          <p:cNvSpPr/>
          <p:nvPr/>
        </p:nvSpPr>
        <p:spPr>
          <a:xfrm>
            <a:off x="10141841" y="4016927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method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7715FB-7F35-86F1-D905-92772E70044D}"/>
              </a:ext>
            </a:extLst>
          </p:cNvPr>
          <p:cNvSpPr/>
          <p:nvPr/>
        </p:nvSpPr>
        <p:spPr>
          <a:xfrm>
            <a:off x="7917563" y="3507926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tier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4E7FC92-1F5E-96AE-4C05-BFFE71CD70DF}"/>
              </a:ext>
            </a:extLst>
          </p:cNvPr>
          <p:cNvSpPr/>
          <p:nvPr/>
        </p:nvSpPr>
        <p:spPr>
          <a:xfrm>
            <a:off x="3996959" y="3549633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city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region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48C7214-4C69-C3FA-347F-28E0E4ACF949}"/>
              </a:ext>
            </a:extLst>
          </p:cNvPr>
          <p:cNvSpPr/>
          <p:nvPr/>
        </p:nvSpPr>
        <p:spPr>
          <a:xfrm>
            <a:off x="4993493" y="3296874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ko-KR" sz="800" dirty="0" err="1"/>
              <a:t>maintenanceticket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9485C66-335C-7FDD-CA6B-5A85A76A98BE}"/>
              </a:ext>
            </a:extLst>
          </p:cNvPr>
          <p:cNvSpPr/>
          <p:nvPr/>
        </p:nvSpPr>
        <p:spPr>
          <a:xfrm>
            <a:off x="4940315" y="4495568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screen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layout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DD2DB76-C94C-9E38-8DA3-AB3BA9B35D85}"/>
              </a:ext>
            </a:extLst>
          </p:cNvPr>
          <p:cNvSpPr/>
          <p:nvPr/>
        </p:nvSpPr>
        <p:spPr>
          <a:xfrm>
            <a:off x="3632375" y="4866705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screen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E95B532-D73A-0EA4-DC4E-69F8C0F900F4}"/>
              </a:ext>
            </a:extLst>
          </p:cNvPr>
          <p:cNvSpPr/>
          <p:nvPr/>
        </p:nvSpPr>
        <p:spPr>
          <a:xfrm>
            <a:off x="4787915" y="5158883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theater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0A2F0EE-B54E-7019-7AAD-6C057894E85F}"/>
              </a:ext>
            </a:extLst>
          </p:cNvPr>
          <p:cNvSpPr/>
          <p:nvPr/>
        </p:nvSpPr>
        <p:spPr>
          <a:xfrm>
            <a:off x="3792171" y="1758527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259769D-BE04-39F6-D62E-E5576752C5CD}"/>
              </a:ext>
            </a:extLst>
          </p:cNvPr>
          <p:cNvSpPr/>
          <p:nvPr/>
        </p:nvSpPr>
        <p:spPr>
          <a:xfrm>
            <a:off x="4940315" y="1875744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version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00277F7-D402-3D37-C8FB-6C9FF26060D4}"/>
              </a:ext>
            </a:extLst>
          </p:cNvPr>
          <p:cNvSpPr/>
          <p:nvPr/>
        </p:nvSpPr>
        <p:spPr>
          <a:xfrm>
            <a:off x="5894721" y="1847803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showtime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749F85E-4F74-E134-1D29-3B5B35C68D31}"/>
              </a:ext>
            </a:extLst>
          </p:cNvPr>
          <p:cNvSpPr/>
          <p:nvPr/>
        </p:nvSpPr>
        <p:spPr>
          <a:xfrm>
            <a:off x="6219391" y="2518923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rule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48" name="직사각형 547">
            <a:extLst>
              <a:ext uri="{FF2B5EF4-FFF2-40B4-BE49-F238E27FC236}">
                <a16:creationId xmlns:a16="http://schemas.microsoft.com/office/drawing/2014/main" id="{6A42FC80-6CF6-D8FB-00A5-6B6F61A08791}"/>
              </a:ext>
            </a:extLst>
          </p:cNvPr>
          <p:cNvSpPr/>
          <p:nvPr/>
        </p:nvSpPr>
        <p:spPr>
          <a:xfrm>
            <a:off x="6127124" y="3128983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</a:t>
            </a:r>
          </a:p>
        </p:txBody>
      </p:sp>
      <p:sp>
        <p:nvSpPr>
          <p:cNvPr id="549" name="직사각형 548">
            <a:extLst>
              <a:ext uri="{FF2B5EF4-FFF2-40B4-BE49-F238E27FC236}">
                <a16:creationId xmlns:a16="http://schemas.microsoft.com/office/drawing/2014/main" id="{C883FA9D-5F1E-D447-3D58-544B0BF53D29}"/>
              </a:ext>
            </a:extLst>
          </p:cNvPr>
          <p:cNvSpPr/>
          <p:nvPr/>
        </p:nvSpPr>
        <p:spPr>
          <a:xfrm>
            <a:off x="7148066" y="2833032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 rule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applies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0" name="직사각형 549">
            <a:extLst>
              <a:ext uri="{FF2B5EF4-FFF2-40B4-BE49-F238E27FC236}">
                <a16:creationId xmlns:a16="http://schemas.microsoft.com/office/drawing/2014/main" id="{4E642996-40D0-328A-6122-3524884930A3}"/>
              </a:ext>
            </a:extLst>
          </p:cNvPr>
          <p:cNvSpPr/>
          <p:nvPr/>
        </p:nvSpPr>
        <p:spPr>
          <a:xfrm>
            <a:off x="7642470" y="1382268"/>
            <a:ext cx="790956" cy="465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promotion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1" name="직사각형 550">
            <a:extLst>
              <a:ext uri="{FF2B5EF4-FFF2-40B4-BE49-F238E27FC236}">
                <a16:creationId xmlns:a16="http://schemas.microsoft.com/office/drawing/2014/main" id="{F2275BF3-E869-167B-C9F8-BA1AE77D50EB}"/>
              </a:ext>
            </a:extLst>
          </p:cNvPr>
          <p:cNvSpPr/>
          <p:nvPr/>
        </p:nvSpPr>
        <p:spPr>
          <a:xfrm>
            <a:off x="7754113" y="2023821"/>
            <a:ext cx="790956" cy="465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coupon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92D493EC-BCE3-F80A-7600-C21CA3BF1211}"/>
              </a:ext>
            </a:extLst>
          </p:cNvPr>
          <p:cNvSpPr/>
          <p:nvPr/>
        </p:nvSpPr>
        <p:spPr>
          <a:xfrm>
            <a:off x="8545069" y="1525759"/>
            <a:ext cx="790956" cy="465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coupon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redeem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3" name="직사각형 552">
            <a:extLst>
              <a:ext uri="{FF2B5EF4-FFF2-40B4-BE49-F238E27FC236}">
                <a16:creationId xmlns:a16="http://schemas.microsoft.com/office/drawing/2014/main" id="{CA00E282-4214-9915-70E1-36FCE4AFEE5A}"/>
              </a:ext>
            </a:extLst>
          </p:cNvPr>
          <p:cNvSpPr/>
          <p:nvPr/>
        </p:nvSpPr>
        <p:spPr>
          <a:xfrm>
            <a:off x="9622919" y="1278647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D6B78433-3830-F1CC-5D52-99B5B8700D09}"/>
              </a:ext>
            </a:extLst>
          </p:cNvPr>
          <p:cNvSpPr/>
          <p:nvPr/>
        </p:nvSpPr>
        <p:spPr>
          <a:xfrm>
            <a:off x="10620615" y="1201432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preference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5" name="직사각형 554">
            <a:extLst>
              <a:ext uri="{FF2B5EF4-FFF2-40B4-BE49-F238E27FC236}">
                <a16:creationId xmlns:a16="http://schemas.microsoft.com/office/drawing/2014/main" id="{C98C140B-298F-926C-3FA3-9459A76BDC8C}"/>
              </a:ext>
            </a:extLst>
          </p:cNvPr>
          <p:cNvSpPr/>
          <p:nvPr/>
        </p:nvSpPr>
        <p:spPr>
          <a:xfrm>
            <a:off x="10379208" y="1876996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block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list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6" name="직사각형 555">
            <a:extLst>
              <a:ext uri="{FF2B5EF4-FFF2-40B4-BE49-F238E27FC236}">
                <a16:creationId xmlns:a16="http://schemas.microsoft.com/office/drawing/2014/main" id="{263F0815-FF72-A1E3-0BE1-5909309D1313}"/>
              </a:ext>
            </a:extLst>
          </p:cNvPr>
          <p:cNvSpPr/>
          <p:nvPr/>
        </p:nvSpPr>
        <p:spPr>
          <a:xfrm>
            <a:off x="9515437" y="1949664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 login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history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7" name="직사각형 556">
            <a:extLst>
              <a:ext uri="{FF2B5EF4-FFF2-40B4-BE49-F238E27FC236}">
                <a16:creationId xmlns:a16="http://schemas.microsoft.com/office/drawing/2014/main" id="{F200C074-F3DC-AC31-8EE8-3D72553D8C9C}"/>
              </a:ext>
            </a:extLst>
          </p:cNvPr>
          <p:cNvSpPr/>
          <p:nvPr/>
        </p:nvSpPr>
        <p:spPr>
          <a:xfrm>
            <a:off x="10430683" y="422945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non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8" name="직사각형 557">
            <a:extLst>
              <a:ext uri="{FF2B5EF4-FFF2-40B4-BE49-F238E27FC236}">
                <a16:creationId xmlns:a16="http://schemas.microsoft.com/office/drawing/2014/main" id="{359D67A2-8C5A-ED77-7DB9-2BDF698CAD4A}"/>
              </a:ext>
            </a:extLst>
          </p:cNvPr>
          <p:cNvSpPr/>
          <p:nvPr/>
        </p:nvSpPr>
        <p:spPr>
          <a:xfrm>
            <a:off x="9548624" y="562882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role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0" name="직사각형 559">
            <a:extLst>
              <a:ext uri="{FF2B5EF4-FFF2-40B4-BE49-F238E27FC236}">
                <a16:creationId xmlns:a16="http://schemas.microsoft.com/office/drawing/2014/main" id="{E8D52D63-934C-2D23-491B-D1D8D3E69577}"/>
              </a:ext>
            </a:extLst>
          </p:cNvPr>
          <p:cNvSpPr/>
          <p:nvPr/>
        </p:nvSpPr>
        <p:spPr>
          <a:xfrm>
            <a:off x="6096000" y="330114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hold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2" name="직사각형 561">
            <a:extLst>
              <a:ext uri="{FF2B5EF4-FFF2-40B4-BE49-F238E27FC236}">
                <a16:creationId xmlns:a16="http://schemas.microsoft.com/office/drawing/2014/main" id="{B9DDF02B-4B80-9421-4848-CC4C4EC83EF3}"/>
              </a:ext>
            </a:extLst>
          </p:cNvPr>
          <p:cNvSpPr/>
          <p:nvPr/>
        </p:nvSpPr>
        <p:spPr>
          <a:xfrm>
            <a:off x="5435941" y="1112179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ticket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3" name="직사각형 562">
            <a:extLst>
              <a:ext uri="{FF2B5EF4-FFF2-40B4-BE49-F238E27FC236}">
                <a16:creationId xmlns:a16="http://schemas.microsoft.com/office/drawing/2014/main" id="{79B05F6B-D0B4-3EAE-22EB-DD55EAB994E8}"/>
              </a:ext>
            </a:extLst>
          </p:cNvPr>
          <p:cNvSpPr/>
          <p:nvPr/>
        </p:nvSpPr>
        <p:spPr>
          <a:xfrm>
            <a:off x="4438245" y="700154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refund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4" name="직사각형 563">
            <a:extLst>
              <a:ext uri="{FF2B5EF4-FFF2-40B4-BE49-F238E27FC236}">
                <a16:creationId xmlns:a16="http://schemas.microsoft.com/office/drawing/2014/main" id="{33614E36-492E-0775-7565-871A53010A8D}"/>
              </a:ext>
            </a:extLst>
          </p:cNvPr>
          <p:cNvSpPr/>
          <p:nvPr/>
        </p:nvSpPr>
        <p:spPr>
          <a:xfrm>
            <a:off x="4561979" y="200188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5" name="직사각형 564">
            <a:extLst>
              <a:ext uri="{FF2B5EF4-FFF2-40B4-BE49-F238E27FC236}">
                <a16:creationId xmlns:a16="http://schemas.microsoft.com/office/drawing/2014/main" id="{641B6462-2207-DDCE-2649-DC35DDE12D88}"/>
              </a:ext>
            </a:extLst>
          </p:cNvPr>
          <p:cNvSpPr/>
          <p:nvPr/>
        </p:nvSpPr>
        <p:spPr>
          <a:xfrm>
            <a:off x="7246992" y="755340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6" name="직사각형 565">
            <a:extLst>
              <a:ext uri="{FF2B5EF4-FFF2-40B4-BE49-F238E27FC236}">
                <a16:creationId xmlns:a16="http://schemas.microsoft.com/office/drawing/2014/main" id="{9A4C99CA-4A01-34F3-C045-101B7F96D790}"/>
              </a:ext>
            </a:extLst>
          </p:cNvPr>
          <p:cNvSpPr/>
          <p:nvPr/>
        </p:nvSpPr>
        <p:spPr>
          <a:xfrm>
            <a:off x="7081195" y="165625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7" name="직사각형 566">
            <a:extLst>
              <a:ext uri="{FF2B5EF4-FFF2-40B4-BE49-F238E27FC236}">
                <a16:creationId xmlns:a16="http://schemas.microsoft.com/office/drawing/2014/main" id="{71338092-500B-6E69-83EE-590B95EAF949}"/>
              </a:ext>
            </a:extLst>
          </p:cNvPr>
          <p:cNvSpPr/>
          <p:nvPr/>
        </p:nvSpPr>
        <p:spPr>
          <a:xfrm>
            <a:off x="1776577" y="340199"/>
            <a:ext cx="790956" cy="465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review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8" name="직사각형 567">
            <a:extLst>
              <a:ext uri="{FF2B5EF4-FFF2-40B4-BE49-F238E27FC236}">
                <a16:creationId xmlns:a16="http://schemas.microsoft.com/office/drawing/2014/main" id="{3BD5033E-1D71-B8EE-2883-4885E17B02BB}"/>
              </a:ext>
            </a:extLst>
          </p:cNvPr>
          <p:cNvSpPr/>
          <p:nvPr/>
        </p:nvSpPr>
        <p:spPr>
          <a:xfrm>
            <a:off x="1960478" y="1045879"/>
            <a:ext cx="790956" cy="465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recommendation</a:t>
            </a:r>
            <a:endParaRPr lang="ko-KR" altLang="en-US" sz="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69" name="직사각형 568">
            <a:extLst>
              <a:ext uri="{FF2B5EF4-FFF2-40B4-BE49-F238E27FC236}">
                <a16:creationId xmlns:a16="http://schemas.microsoft.com/office/drawing/2014/main" id="{42DA9BB0-7952-A456-B69E-D59B4E8A151E}"/>
              </a:ext>
            </a:extLst>
          </p:cNvPr>
          <p:cNvSpPr/>
          <p:nvPr/>
        </p:nvSpPr>
        <p:spPr>
          <a:xfrm>
            <a:off x="3086104" y="1009493"/>
            <a:ext cx="790956" cy="465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similarity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70" name="직사각형 569">
            <a:extLst>
              <a:ext uri="{FF2B5EF4-FFF2-40B4-BE49-F238E27FC236}">
                <a16:creationId xmlns:a16="http://schemas.microsoft.com/office/drawing/2014/main" id="{FDE790A0-4099-6AE6-AD9A-A111C7D441E0}"/>
              </a:ext>
            </a:extLst>
          </p:cNvPr>
          <p:cNvSpPr/>
          <p:nvPr/>
        </p:nvSpPr>
        <p:spPr>
          <a:xfrm>
            <a:off x="3010291" y="346708"/>
            <a:ext cx="790956" cy="465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review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like</a:t>
            </a:r>
          </a:p>
        </p:txBody>
      </p:sp>
      <p:sp>
        <p:nvSpPr>
          <p:cNvPr id="571" name="직사각형 570">
            <a:extLst>
              <a:ext uri="{FF2B5EF4-FFF2-40B4-BE49-F238E27FC236}">
                <a16:creationId xmlns:a16="http://schemas.microsoft.com/office/drawing/2014/main" id="{475D5036-1E8F-8166-E4E9-2D59D0C9F67B}"/>
              </a:ext>
            </a:extLst>
          </p:cNvPr>
          <p:cNvSpPr/>
          <p:nvPr/>
        </p:nvSpPr>
        <p:spPr>
          <a:xfrm>
            <a:off x="1490129" y="2286155"/>
            <a:ext cx="790956" cy="4655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snack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store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72" name="직사각형 571">
            <a:extLst>
              <a:ext uri="{FF2B5EF4-FFF2-40B4-BE49-F238E27FC236}">
                <a16:creationId xmlns:a16="http://schemas.microsoft.com/office/drawing/2014/main" id="{0259EC46-F8CC-DA6B-367D-C3545E9F777F}"/>
              </a:ext>
            </a:extLst>
          </p:cNvPr>
          <p:cNvSpPr/>
          <p:nvPr/>
        </p:nvSpPr>
        <p:spPr>
          <a:xfrm>
            <a:off x="2618273" y="2182431"/>
            <a:ext cx="790956" cy="4655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snack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order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item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73" name="직사각형 572">
            <a:extLst>
              <a:ext uri="{FF2B5EF4-FFF2-40B4-BE49-F238E27FC236}">
                <a16:creationId xmlns:a16="http://schemas.microsoft.com/office/drawing/2014/main" id="{AFCD426D-7751-8A9E-42FE-8BF76D47640B}"/>
              </a:ext>
            </a:extLst>
          </p:cNvPr>
          <p:cNvSpPr/>
          <p:nvPr/>
        </p:nvSpPr>
        <p:spPr>
          <a:xfrm>
            <a:off x="2464901" y="2845216"/>
            <a:ext cx="790956" cy="4655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snack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order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74" name="직사각형 573">
            <a:extLst>
              <a:ext uri="{FF2B5EF4-FFF2-40B4-BE49-F238E27FC236}">
                <a16:creationId xmlns:a16="http://schemas.microsoft.com/office/drawing/2014/main" id="{AF7489E2-B326-8179-C400-0968908B537C}"/>
              </a:ext>
            </a:extLst>
          </p:cNvPr>
          <p:cNvSpPr/>
          <p:nvPr/>
        </p:nvSpPr>
        <p:spPr>
          <a:xfrm>
            <a:off x="1486589" y="2912850"/>
            <a:ext cx="790956" cy="4655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menu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B6312787-B5AC-28B7-EBA7-B346077143DB}"/>
              </a:ext>
            </a:extLst>
          </p:cNvPr>
          <p:cNvSpPr/>
          <p:nvPr/>
        </p:nvSpPr>
        <p:spPr>
          <a:xfrm>
            <a:off x="985621" y="4517747"/>
            <a:ext cx="790956" cy="4655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audit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log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BF0187DC-FB98-9B2A-CC46-FB4AC2640261}"/>
              </a:ext>
            </a:extLst>
          </p:cNvPr>
          <p:cNvSpPr/>
          <p:nvPr/>
        </p:nvSpPr>
        <p:spPr>
          <a:xfrm>
            <a:off x="2003766" y="4665012"/>
            <a:ext cx="790956" cy="4655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notification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56B1CD-8443-5283-FA29-B673B210C820}"/>
              </a:ext>
            </a:extLst>
          </p:cNvPr>
          <p:cNvSpPr/>
          <p:nvPr/>
        </p:nvSpPr>
        <p:spPr>
          <a:xfrm>
            <a:off x="3601481" y="4235473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800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F809-BB80-A4D2-DD9D-A3F5788A6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직사각형 785">
            <a:extLst>
              <a:ext uri="{FF2B5EF4-FFF2-40B4-BE49-F238E27FC236}">
                <a16:creationId xmlns:a16="http://schemas.microsoft.com/office/drawing/2014/main" id="{167785D2-3875-2A20-9212-D44215DB8C55}"/>
              </a:ext>
            </a:extLst>
          </p:cNvPr>
          <p:cNvSpPr>
            <a:spLocks noChangeAspect="1"/>
          </p:cNvSpPr>
          <p:nvPr/>
        </p:nvSpPr>
        <p:spPr>
          <a:xfrm>
            <a:off x="7868471" y="1009717"/>
            <a:ext cx="72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87" name="직사각형 786">
            <a:extLst>
              <a:ext uri="{FF2B5EF4-FFF2-40B4-BE49-F238E27FC236}">
                <a16:creationId xmlns:a16="http://schemas.microsoft.com/office/drawing/2014/main" id="{D06B7AD1-A11D-DBA3-1C22-3C9C8AAC9D51}"/>
              </a:ext>
            </a:extLst>
          </p:cNvPr>
          <p:cNvSpPr>
            <a:spLocks/>
          </p:cNvSpPr>
          <p:nvPr/>
        </p:nvSpPr>
        <p:spPr>
          <a:xfrm>
            <a:off x="7868471" y="1909450"/>
            <a:ext cx="72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version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92" name="직사각형 791">
            <a:extLst>
              <a:ext uri="{FF2B5EF4-FFF2-40B4-BE49-F238E27FC236}">
                <a16:creationId xmlns:a16="http://schemas.microsoft.com/office/drawing/2014/main" id="{718E83B1-12AE-47F4-D125-A813EFDC9608}"/>
              </a:ext>
            </a:extLst>
          </p:cNvPr>
          <p:cNvSpPr>
            <a:spLocks/>
          </p:cNvSpPr>
          <p:nvPr/>
        </p:nvSpPr>
        <p:spPr>
          <a:xfrm>
            <a:off x="7868471" y="2809183"/>
            <a:ext cx="72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showtime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93" name="직사각형 792">
            <a:extLst>
              <a:ext uri="{FF2B5EF4-FFF2-40B4-BE49-F238E27FC236}">
                <a16:creationId xmlns:a16="http://schemas.microsoft.com/office/drawing/2014/main" id="{2AE36EC8-12C7-0308-9609-C66776FE05A9}"/>
              </a:ext>
            </a:extLst>
          </p:cNvPr>
          <p:cNvSpPr>
            <a:spLocks/>
          </p:cNvSpPr>
          <p:nvPr/>
        </p:nvSpPr>
        <p:spPr>
          <a:xfrm>
            <a:off x="9148203" y="2809183"/>
            <a:ext cx="720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</a:t>
            </a:r>
          </a:p>
        </p:txBody>
      </p:sp>
      <p:sp>
        <p:nvSpPr>
          <p:cNvPr id="794" name="직사각형 793">
            <a:extLst>
              <a:ext uri="{FF2B5EF4-FFF2-40B4-BE49-F238E27FC236}">
                <a16:creationId xmlns:a16="http://schemas.microsoft.com/office/drawing/2014/main" id="{77AA902C-5C0E-EE64-A15E-F6A186FDA38E}"/>
              </a:ext>
            </a:extLst>
          </p:cNvPr>
          <p:cNvSpPr>
            <a:spLocks/>
          </p:cNvSpPr>
          <p:nvPr/>
        </p:nvSpPr>
        <p:spPr>
          <a:xfrm>
            <a:off x="7868471" y="3708916"/>
            <a:ext cx="72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screen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95" name="직사각형 794">
            <a:extLst>
              <a:ext uri="{FF2B5EF4-FFF2-40B4-BE49-F238E27FC236}">
                <a16:creationId xmlns:a16="http://schemas.microsoft.com/office/drawing/2014/main" id="{1F82D27E-CCC2-FFE7-7AEC-E5BE92C2F41E}"/>
              </a:ext>
            </a:extLst>
          </p:cNvPr>
          <p:cNvSpPr>
            <a:spLocks/>
          </p:cNvSpPr>
          <p:nvPr/>
        </p:nvSpPr>
        <p:spPr>
          <a:xfrm>
            <a:off x="7868471" y="5501286"/>
            <a:ext cx="72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96" name="직사각형 795">
            <a:extLst>
              <a:ext uri="{FF2B5EF4-FFF2-40B4-BE49-F238E27FC236}">
                <a16:creationId xmlns:a16="http://schemas.microsoft.com/office/drawing/2014/main" id="{A904EFE9-747C-EE9D-F34C-D9ABDABBFADC}"/>
              </a:ext>
            </a:extLst>
          </p:cNvPr>
          <p:cNvSpPr>
            <a:spLocks/>
          </p:cNvSpPr>
          <p:nvPr/>
        </p:nvSpPr>
        <p:spPr>
          <a:xfrm>
            <a:off x="7868471" y="4605101"/>
            <a:ext cx="72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screen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layout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98" name="직사각형 797">
            <a:extLst>
              <a:ext uri="{FF2B5EF4-FFF2-40B4-BE49-F238E27FC236}">
                <a16:creationId xmlns:a16="http://schemas.microsoft.com/office/drawing/2014/main" id="{21179079-C055-2275-30DD-3D5DB94F426C}"/>
              </a:ext>
            </a:extLst>
          </p:cNvPr>
          <p:cNvSpPr>
            <a:spLocks/>
          </p:cNvSpPr>
          <p:nvPr/>
        </p:nvSpPr>
        <p:spPr>
          <a:xfrm>
            <a:off x="9148203" y="3708916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type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799" name="직선 연결선[R] 798">
            <a:extLst>
              <a:ext uri="{FF2B5EF4-FFF2-40B4-BE49-F238E27FC236}">
                <a16:creationId xmlns:a16="http://schemas.microsoft.com/office/drawing/2014/main" id="{1D91A243-8818-8D65-6167-C3BF5D2CF70E}"/>
              </a:ext>
            </a:extLst>
          </p:cNvPr>
          <p:cNvCxnSpPr>
            <a:cxnSpLocks/>
          </p:cNvCxnSpPr>
          <p:nvPr/>
        </p:nvCxnSpPr>
        <p:spPr>
          <a:xfrm flipV="1">
            <a:off x="8441831" y="1441717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직선 연결선[R] 801">
            <a:extLst>
              <a:ext uri="{FF2B5EF4-FFF2-40B4-BE49-F238E27FC236}">
                <a16:creationId xmlns:a16="http://schemas.microsoft.com/office/drawing/2014/main" id="{B40FE8C6-CD80-CBA8-1124-164A119A8EB3}"/>
              </a:ext>
            </a:extLst>
          </p:cNvPr>
          <p:cNvCxnSpPr>
            <a:cxnSpLocks/>
          </p:cNvCxnSpPr>
          <p:nvPr/>
        </p:nvCxnSpPr>
        <p:spPr>
          <a:xfrm flipV="1">
            <a:off x="8229573" y="2341450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직선 연결선[R] 802">
            <a:extLst>
              <a:ext uri="{FF2B5EF4-FFF2-40B4-BE49-F238E27FC236}">
                <a16:creationId xmlns:a16="http://schemas.microsoft.com/office/drawing/2014/main" id="{35D66A23-BB03-EE7E-07E6-C006151AE9FC}"/>
              </a:ext>
            </a:extLst>
          </p:cNvPr>
          <p:cNvCxnSpPr>
            <a:cxnSpLocks/>
          </p:cNvCxnSpPr>
          <p:nvPr/>
        </p:nvCxnSpPr>
        <p:spPr>
          <a:xfrm flipV="1">
            <a:off x="8228471" y="3241183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직선 연결선[R] 803">
            <a:extLst>
              <a:ext uri="{FF2B5EF4-FFF2-40B4-BE49-F238E27FC236}">
                <a16:creationId xmlns:a16="http://schemas.microsoft.com/office/drawing/2014/main" id="{97B2F029-9EB7-434C-C975-1CF9B2A9D035}"/>
              </a:ext>
            </a:extLst>
          </p:cNvPr>
          <p:cNvCxnSpPr>
            <a:cxnSpLocks/>
          </p:cNvCxnSpPr>
          <p:nvPr/>
        </p:nvCxnSpPr>
        <p:spPr>
          <a:xfrm flipV="1">
            <a:off x="8228471" y="4140916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직선 연결선[R] 804">
            <a:extLst>
              <a:ext uri="{FF2B5EF4-FFF2-40B4-BE49-F238E27FC236}">
                <a16:creationId xmlns:a16="http://schemas.microsoft.com/office/drawing/2014/main" id="{9A6488B1-F589-3676-75D5-38E354827766}"/>
              </a:ext>
            </a:extLst>
          </p:cNvPr>
          <p:cNvCxnSpPr>
            <a:cxnSpLocks/>
          </p:cNvCxnSpPr>
          <p:nvPr/>
        </p:nvCxnSpPr>
        <p:spPr>
          <a:xfrm flipV="1">
            <a:off x="8228471" y="5037101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직선 연결선[R] 805">
            <a:extLst>
              <a:ext uri="{FF2B5EF4-FFF2-40B4-BE49-F238E27FC236}">
                <a16:creationId xmlns:a16="http://schemas.microsoft.com/office/drawing/2014/main" id="{1A1AB792-F503-3CD6-0408-147C10DEB8F8}"/>
              </a:ext>
            </a:extLst>
          </p:cNvPr>
          <p:cNvCxnSpPr>
            <a:cxnSpLocks/>
            <a:stCxn id="793" idx="1"/>
            <a:endCxn id="792" idx="3"/>
          </p:cNvCxnSpPr>
          <p:nvPr/>
        </p:nvCxnSpPr>
        <p:spPr>
          <a:xfrm flipH="1">
            <a:off x="8588471" y="3025183"/>
            <a:ext cx="5597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직선 연결선[R] 808">
            <a:extLst>
              <a:ext uri="{FF2B5EF4-FFF2-40B4-BE49-F238E27FC236}">
                <a16:creationId xmlns:a16="http://schemas.microsoft.com/office/drawing/2014/main" id="{B5F1A381-B34B-92C4-4C30-9C77E585194D}"/>
              </a:ext>
            </a:extLst>
          </p:cNvPr>
          <p:cNvCxnSpPr>
            <a:cxnSpLocks/>
          </p:cNvCxnSpPr>
          <p:nvPr/>
        </p:nvCxnSpPr>
        <p:spPr>
          <a:xfrm flipH="1">
            <a:off x="8588471" y="5717286"/>
            <a:ext cx="9197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직선 연결선[R] 809">
            <a:extLst>
              <a:ext uri="{FF2B5EF4-FFF2-40B4-BE49-F238E27FC236}">
                <a16:creationId xmlns:a16="http://schemas.microsoft.com/office/drawing/2014/main" id="{1DC1B960-0F4D-3FC6-DBC6-31FB66B6C934}"/>
              </a:ext>
            </a:extLst>
          </p:cNvPr>
          <p:cNvCxnSpPr>
            <a:cxnSpLocks/>
          </p:cNvCxnSpPr>
          <p:nvPr/>
        </p:nvCxnSpPr>
        <p:spPr>
          <a:xfrm flipV="1">
            <a:off x="9509305" y="3241183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직선 연결선[R] 810">
            <a:extLst>
              <a:ext uri="{FF2B5EF4-FFF2-40B4-BE49-F238E27FC236}">
                <a16:creationId xmlns:a16="http://schemas.microsoft.com/office/drawing/2014/main" id="{B0431A9A-2C36-866E-9047-75333C70DC55}"/>
              </a:ext>
            </a:extLst>
          </p:cNvPr>
          <p:cNvCxnSpPr>
            <a:cxnSpLocks/>
            <a:endCxn id="798" idx="2"/>
          </p:cNvCxnSpPr>
          <p:nvPr/>
        </p:nvCxnSpPr>
        <p:spPr>
          <a:xfrm flipV="1">
            <a:off x="9508203" y="4140916"/>
            <a:ext cx="0" cy="157637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5" name="직사각형 814">
            <a:extLst>
              <a:ext uri="{FF2B5EF4-FFF2-40B4-BE49-F238E27FC236}">
                <a16:creationId xmlns:a16="http://schemas.microsoft.com/office/drawing/2014/main" id="{08640B3C-DF82-1AEE-97D5-EC68306DB2CB}"/>
              </a:ext>
            </a:extLst>
          </p:cNvPr>
          <p:cNvSpPr/>
          <p:nvPr/>
        </p:nvSpPr>
        <p:spPr>
          <a:xfrm>
            <a:off x="6588739" y="2809183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show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status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17" name="직사각형 816">
            <a:extLst>
              <a:ext uri="{FF2B5EF4-FFF2-40B4-BE49-F238E27FC236}">
                <a16:creationId xmlns:a16="http://schemas.microsoft.com/office/drawing/2014/main" id="{C0D3499A-3200-22A2-4558-0C16D2383784}"/>
              </a:ext>
            </a:extLst>
          </p:cNvPr>
          <p:cNvSpPr>
            <a:spLocks/>
          </p:cNvSpPr>
          <p:nvPr/>
        </p:nvSpPr>
        <p:spPr>
          <a:xfrm>
            <a:off x="7435151" y="104461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age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rating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18" name="직사각형 817">
            <a:extLst>
              <a:ext uri="{FF2B5EF4-FFF2-40B4-BE49-F238E27FC236}">
                <a16:creationId xmlns:a16="http://schemas.microsoft.com/office/drawing/2014/main" id="{D7C87244-5E4B-924C-B7E0-E63841E8648F}"/>
              </a:ext>
            </a:extLst>
          </p:cNvPr>
          <p:cNvSpPr>
            <a:spLocks/>
          </p:cNvSpPr>
          <p:nvPr/>
        </p:nvSpPr>
        <p:spPr>
          <a:xfrm>
            <a:off x="8316940" y="104461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distributor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19" name="직사각형 818">
            <a:extLst>
              <a:ext uri="{FF2B5EF4-FFF2-40B4-BE49-F238E27FC236}">
                <a16:creationId xmlns:a16="http://schemas.microsoft.com/office/drawing/2014/main" id="{3D52BC28-4EDD-BC36-A65F-4FE73601AE90}"/>
              </a:ext>
            </a:extLst>
          </p:cNvPr>
          <p:cNvSpPr>
            <a:spLocks/>
          </p:cNvSpPr>
          <p:nvPr/>
        </p:nvSpPr>
        <p:spPr>
          <a:xfrm>
            <a:off x="9148203" y="2146865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language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20" name="직사각형 819">
            <a:extLst>
              <a:ext uri="{FF2B5EF4-FFF2-40B4-BE49-F238E27FC236}">
                <a16:creationId xmlns:a16="http://schemas.microsoft.com/office/drawing/2014/main" id="{6C87B0CD-0549-19FC-0339-A9A46DE716B4}"/>
              </a:ext>
            </a:extLst>
          </p:cNvPr>
          <p:cNvSpPr>
            <a:spLocks/>
          </p:cNvSpPr>
          <p:nvPr/>
        </p:nvSpPr>
        <p:spPr>
          <a:xfrm>
            <a:off x="9148203" y="1654890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subtitle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21" name="직사각형 820">
            <a:extLst>
              <a:ext uri="{FF2B5EF4-FFF2-40B4-BE49-F238E27FC236}">
                <a16:creationId xmlns:a16="http://schemas.microsoft.com/office/drawing/2014/main" id="{D4B44754-E55B-C1B9-E16D-779D7A981845}"/>
              </a:ext>
            </a:extLst>
          </p:cNvPr>
          <p:cNvSpPr>
            <a:spLocks/>
          </p:cNvSpPr>
          <p:nvPr/>
        </p:nvSpPr>
        <p:spPr>
          <a:xfrm>
            <a:off x="6588739" y="1009717"/>
            <a:ext cx="720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similarity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22" name="직선 연결선[R] 821">
            <a:extLst>
              <a:ext uri="{FF2B5EF4-FFF2-40B4-BE49-F238E27FC236}">
                <a16:creationId xmlns:a16="http://schemas.microsoft.com/office/drawing/2014/main" id="{C393539F-C444-703E-33B0-FDC430844C4F}"/>
              </a:ext>
            </a:extLst>
          </p:cNvPr>
          <p:cNvCxnSpPr>
            <a:cxnSpLocks/>
          </p:cNvCxnSpPr>
          <p:nvPr/>
        </p:nvCxnSpPr>
        <p:spPr>
          <a:xfrm flipH="1">
            <a:off x="8588471" y="1995052"/>
            <a:ext cx="5597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직선 연결선[R] 825">
            <a:extLst>
              <a:ext uri="{FF2B5EF4-FFF2-40B4-BE49-F238E27FC236}">
                <a16:creationId xmlns:a16="http://schemas.microsoft.com/office/drawing/2014/main" id="{C11E00F0-A72E-3BF7-2382-70F89FB36317}"/>
              </a:ext>
            </a:extLst>
          </p:cNvPr>
          <p:cNvCxnSpPr>
            <a:cxnSpLocks/>
          </p:cNvCxnSpPr>
          <p:nvPr/>
        </p:nvCxnSpPr>
        <p:spPr>
          <a:xfrm flipH="1">
            <a:off x="7308739" y="3024037"/>
            <a:ext cx="5597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직선 연결선[R] 827">
            <a:extLst>
              <a:ext uri="{FF2B5EF4-FFF2-40B4-BE49-F238E27FC236}">
                <a16:creationId xmlns:a16="http://schemas.microsoft.com/office/drawing/2014/main" id="{4190CA47-2DE9-7C2E-01BA-94D40BD8D79D}"/>
              </a:ext>
            </a:extLst>
          </p:cNvPr>
          <p:cNvCxnSpPr>
            <a:cxnSpLocks/>
          </p:cNvCxnSpPr>
          <p:nvPr/>
        </p:nvCxnSpPr>
        <p:spPr>
          <a:xfrm flipH="1">
            <a:off x="8588471" y="2234815"/>
            <a:ext cx="5597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직선 연결선[R] 828">
            <a:extLst>
              <a:ext uri="{FF2B5EF4-FFF2-40B4-BE49-F238E27FC236}">
                <a16:creationId xmlns:a16="http://schemas.microsoft.com/office/drawing/2014/main" id="{6DE8CB05-4758-9489-E377-A8DE6C316615}"/>
              </a:ext>
            </a:extLst>
          </p:cNvPr>
          <p:cNvCxnSpPr>
            <a:cxnSpLocks/>
          </p:cNvCxnSpPr>
          <p:nvPr/>
        </p:nvCxnSpPr>
        <p:spPr>
          <a:xfrm flipH="1">
            <a:off x="7308739" y="1144151"/>
            <a:ext cx="559732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직사각형 832">
            <a:extLst>
              <a:ext uri="{FF2B5EF4-FFF2-40B4-BE49-F238E27FC236}">
                <a16:creationId xmlns:a16="http://schemas.microsoft.com/office/drawing/2014/main" id="{3B7872F3-E865-FFCB-7885-9B80AB35640B}"/>
              </a:ext>
            </a:extLst>
          </p:cNvPr>
          <p:cNvSpPr>
            <a:spLocks/>
          </p:cNvSpPr>
          <p:nvPr/>
        </p:nvSpPr>
        <p:spPr>
          <a:xfrm>
            <a:off x="5307906" y="3704222"/>
            <a:ext cx="72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theater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34" name="직사각형 833">
            <a:extLst>
              <a:ext uri="{FF2B5EF4-FFF2-40B4-BE49-F238E27FC236}">
                <a16:creationId xmlns:a16="http://schemas.microsoft.com/office/drawing/2014/main" id="{33D6312F-1941-C0E2-0AA2-7BD801DEAED6}"/>
              </a:ext>
            </a:extLst>
          </p:cNvPr>
          <p:cNvSpPr>
            <a:spLocks/>
          </p:cNvSpPr>
          <p:nvPr/>
        </p:nvSpPr>
        <p:spPr>
          <a:xfrm>
            <a:off x="1147624" y="3702051"/>
            <a:ext cx="720000" cy="432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snack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store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35" name="직사각형 834">
            <a:extLst>
              <a:ext uri="{FF2B5EF4-FFF2-40B4-BE49-F238E27FC236}">
                <a16:creationId xmlns:a16="http://schemas.microsoft.com/office/drawing/2014/main" id="{CC8643A1-ABF9-7720-0A6F-A213A1D88C42}"/>
              </a:ext>
            </a:extLst>
          </p:cNvPr>
          <p:cNvSpPr>
            <a:spLocks/>
          </p:cNvSpPr>
          <p:nvPr/>
        </p:nvSpPr>
        <p:spPr>
          <a:xfrm>
            <a:off x="5307906" y="2808037"/>
            <a:ext cx="72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city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region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36" name="직사각형 835">
            <a:extLst>
              <a:ext uri="{FF2B5EF4-FFF2-40B4-BE49-F238E27FC236}">
                <a16:creationId xmlns:a16="http://schemas.microsoft.com/office/drawing/2014/main" id="{DE520E0A-039A-7620-215B-0DECDF4226F4}"/>
              </a:ext>
            </a:extLst>
          </p:cNvPr>
          <p:cNvSpPr>
            <a:spLocks/>
          </p:cNvSpPr>
          <p:nvPr/>
        </p:nvSpPr>
        <p:spPr>
          <a:xfrm>
            <a:off x="6588739" y="5501286"/>
            <a:ext cx="720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hold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40" name="직사각형 839">
            <a:extLst>
              <a:ext uri="{FF2B5EF4-FFF2-40B4-BE49-F238E27FC236}">
                <a16:creationId xmlns:a16="http://schemas.microsoft.com/office/drawing/2014/main" id="{2017D448-8DFB-3E3B-ED80-865D9211AAC4}"/>
              </a:ext>
            </a:extLst>
          </p:cNvPr>
          <p:cNvSpPr>
            <a:spLocks/>
          </p:cNvSpPr>
          <p:nvPr/>
        </p:nvSpPr>
        <p:spPr>
          <a:xfrm>
            <a:off x="3867906" y="5496592"/>
            <a:ext cx="720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42" name="직사각형 841">
            <a:extLst>
              <a:ext uri="{FF2B5EF4-FFF2-40B4-BE49-F238E27FC236}">
                <a16:creationId xmlns:a16="http://schemas.microsoft.com/office/drawing/2014/main" id="{74750387-C0AD-C781-8EF6-815D071F29C8}"/>
              </a:ext>
            </a:extLst>
          </p:cNvPr>
          <p:cNvSpPr>
            <a:spLocks/>
          </p:cNvSpPr>
          <p:nvPr/>
        </p:nvSpPr>
        <p:spPr>
          <a:xfrm>
            <a:off x="10427934" y="5496592"/>
            <a:ext cx="72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ko-KR" sz="700" dirty="0" err="1"/>
              <a:t>maintenanceticket</a:t>
            </a:r>
            <a:endParaRPr lang="ko-KR" altLang="en-US" sz="7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43" name="직선 연결선[R] 842">
            <a:extLst>
              <a:ext uri="{FF2B5EF4-FFF2-40B4-BE49-F238E27FC236}">
                <a16:creationId xmlns:a16="http://schemas.microsoft.com/office/drawing/2014/main" id="{29DCBC4F-57AB-F3B5-C17F-A50F1F78EC3F}"/>
              </a:ext>
            </a:extLst>
          </p:cNvPr>
          <p:cNvCxnSpPr>
            <a:cxnSpLocks/>
            <a:stCxn id="833" idx="0"/>
            <a:endCxn id="835" idx="2"/>
          </p:cNvCxnSpPr>
          <p:nvPr/>
        </p:nvCxnSpPr>
        <p:spPr>
          <a:xfrm flipV="1">
            <a:off x="5667906" y="3240037"/>
            <a:ext cx="0" cy="4641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직선 연결선[R] 843">
            <a:extLst>
              <a:ext uri="{FF2B5EF4-FFF2-40B4-BE49-F238E27FC236}">
                <a16:creationId xmlns:a16="http://schemas.microsoft.com/office/drawing/2014/main" id="{5ED08D15-A24B-4C4A-E0BE-08C6D6971085}"/>
              </a:ext>
            </a:extLst>
          </p:cNvPr>
          <p:cNvCxnSpPr>
            <a:cxnSpLocks/>
            <a:stCxn id="834" idx="3"/>
            <a:endCxn id="833" idx="1"/>
          </p:cNvCxnSpPr>
          <p:nvPr/>
        </p:nvCxnSpPr>
        <p:spPr>
          <a:xfrm>
            <a:off x="1867624" y="3918051"/>
            <a:ext cx="3440282" cy="217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직선 연결선[R] 848">
            <a:extLst>
              <a:ext uri="{FF2B5EF4-FFF2-40B4-BE49-F238E27FC236}">
                <a16:creationId xmlns:a16="http://schemas.microsoft.com/office/drawing/2014/main" id="{78A4860A-B5BC-0868-95F4-4986261A05D8}"/>
              </a:ext>
            </a:extLst>
          </p:cNvPr>
          <p:cNvCxnSpPr>
            <a:cxnSpLocks/>
            <a:stCxn id="794" idx="1"/>
            <a:endCxn id="833" idx="3"/>
          </p:cNvCxnSpPr>
          <p:nvPr/>
        </p:nvCxnSpPr>
        <p:spPr>
          <a:xfrm flipH="1" flipV="1">
            <a:off x="6027906" y="3920222"/>
            <a:ext cx="1840565" cy="469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직선 연결선[R] 851">
            <a:extLst>
              <a:ext uri="{FF2B5EF4-FFF2-40B4-BE49-F238E27FC236}">
                <a16:creationId xmlns:a16="http://schemas.microsoft.com/office/drawing/2014/main" id="{7AB6CDD9-727B-BD57-1D41-B8306D0D4781}"/>
              </a:ext>
            </a:extLst>
          </p:cNvPr>
          <p:cNvCxnSpPr>
            <a:cxnSpLocks/>
            <a:stCxn id="836" idx="1"/>
            <a:endCxn id="840" idx="3"/>
          </p:cNvCxnSpPr>
          <p:nvPr/>
        </p:nvCxnSpPr>
        <p:spPr>
          <a:xfrm flipH="1" flipV="1">
            <a:off x="4587906" y="5712592"/>
            <a:ext cx="2000833" cy="469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직선 연결선[R] 854">
            <a:extLst>
              <a:ext uri="{FF2B5EF4-FFF2-40B4-BE49-F238E27FC236}">
                <a16:creationId xmlns:a16="http://schemas.microsoft.com/office/drawing/2014/main" id="{BEDF4BB3-6743-DBF9-FAE2-4D9140BC5C16}"/>
              </a:ext>
            </a:extLst>
          </p:cNvPr>
          <p:cNvCxnSpPr>
            <a:cxnSpLocks/>
            <a:stCxn id="795" idx="1"/>
            <a:endCxn id="836" idx="3"/>
          </p:cNvCxnSpPr>
          <p:nvPr/>
        </p:nvCxnSpPr>
        <p:spPr>
          <a:xfrm flipH="1">
            <a:off x="7308739" y="5717286"/>
            <a:ext cx="5597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직선 연결선[R] 857">
            <a:extLst>
              <a:ext uri="{FF2B5EF4-FFF2-40B4-BE49-F238E27FC236}">
                <a16:creationId xmlns:a16="http://schemas.microsoft.com/office/drawing/2014/main" id="{3BECFD1C-5F6D-9BF6-0792-3AFE9E0E9D06}"/>
              </a:ext>
            </a:extLst>
          </p:cNvPr>
          <p:cNvCxnSpPr>
            <a:cxnSpLocks/>
          </p:cNvCxnSpPr>
          <p:nvPr/>
        </p:nvCxnSpPr>
        <p:spPr>
          <a:xfrm flipH="1">
            <a:off x="8588471" y="5834852"/>
            <a:ext cx="183946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직선 연결선[R] 860">
            <a:extLst>
              <a:ext uri="{FF2B5EF4-FFF2-40B4-BE49-F238E27FC236}">
                <a16:creationId xmlns:a16="http://schemas.microsoft.com/office/drawing/2014/main" id="{346056F5-272B-55FA-6CA9-6F0519E5E516}"/>
              </a:ext>
            </a:extLst>
          </p:cNvPr>
          <p:cNvCxnSpPr>
            <a:cxnSpLocks/>
          </p:cNvCxnSpPr>
          <p:nvPr/>
        </p:nvCxnSpPr>
        <p:spPr>
          <a:xfrm flipH="1">
            <a:off x="7588605" y="3126486"/>
            <a:ext cx="27986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직선 연결선[R] 861">
            <a:extLst>
              <a:ext uri="{FF2B5EF4-FFF2-40B4-BE49-F238E27FC236}">
                <a16:creationId xmlns:a16="http://schemas.microsoft.com/office/drawing/2014/main" id="{EF62BD6B-9E24-FC4F-8DF2-B539A3FFCFBB}"/>
              </a:ext>
            </a:extLst>
          </p:cNvPr>
          <p:cNvCxnSpPr>
            <a:cxnSpLocks/>
          </p:cNvCxnSpPr>
          <p:nvPr/>
        </p:nvCxnSpPr>
        <p:spPr>
          <a:xfrm flipH="1" flipV="1">
            <a:off x="7588605" y="3126486"/>
            <a:ext cx="0" cy="24547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직선 연결선[R] 865">
            <a:extLst>
              <a:ext uri="{FF2B5EF4-FFF2-40B4-BE49-F238E27FC236}">
                <a16:creationId xmlns:a16="http://schemas.microsoft.com/office/drawing/2014/main" id="{28FE1BC0-2A53-484E-4CB9-9151461B65C8}"/>
              </a:ext>
            </a:extLst>
          </p:cNvPr>
          <p:cNvCxnSpPr>
            <a:cxnSpLocks/>
          </p:cNvCxnSpPr>
          <p:nvPr/>
        </p:nvCxnSpPr>
        <p:spPr>
          <a:xfrm flipH="1">
            <a:off x="7319941" y="5581249"/>
            <a:ext cx="26866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직선 연결선[R] 868">
            <a:extLst>
              <a:ext uri="{FF2B5EF4-FFF2-40B4-BE49-F238E27FC236}">
                <a16:creationId xmlns:a16="http://schemas.microsoft.com/office/drawing/2014/main" id="{AEAAA73C-9E6E-A190-7CA5-1137B3602AD5}"/>
              </a:ext>
            </a:extLst>
          </p:cNvPr>
          <p:cNvCxnSpPr>
            <a:cxnSpLocks/>
          </p:cNvCxnSpPr>
          <p:nvPr/>
        </p:nvCxnSpPr>
        <p:spPr>
          <a:xfrm flipV="1">
            <a:off x="8441831" y="541984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직선 연결선[R] 869">
            <a:extLst>
              <a:ext uri="{FF2B5EF4-FFF2-40B4-BE49-F238E27FC236}">
                <a16:creationId xmlns:a16="http://schemas.microsoft.com/office/drawing/2014/main" id="{078011F8-1D5F-C2A7-945C-99D98151FA6E}"/>
              </a:ext>
            </a:extLst>
          </p:cNvPr>
          <p:cNvCxnSpPr>
            <a:cxnSpLocks/>
          </p:cNvCxnSpPr>
          <p:nvPr/>
        </p:nvCxnSpPr>
        <p:spPr>
          <a:xfrm flipV="1">
            <a:off x="8030465" y="536461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1" name="직사각형 870">
            <a:extLst>
              <a:ext uri="{FF2B5EF4-FFF2-40B4-BE49-F238E27FC236}">
                <a16:creationId xmlns:a16="http://schemas.microsoft.com/office/drawing/2014/main" id="{B6D77364-BDD9-D0F3-67E7-6456973553D2}"/>
              </a:ext>
            </a:extLst>
          </p:cNvPr>
          <p:cNvSpPr>
            <a:spLocks/>
          </p:cNvSpPr>
          <p:nvPr/>
        </p:nvSpPr>
        <p:spPr>
          <a:xfrm>
            <a:off x="10427934" y="4176727"/>
            <a:ext cx="720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rule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72" name="직사각형 871">
            <a:extLst>
              <a:ext uri="{FF2B5EF4-FFF2-40B4-BE49-F238E27FC236}">
                <a16:creationId xmlns:a16="http://schemas.microsoft.com/office/drawing/2014/main" id="{E2951A38-6E4C-84BD-939A-C868E5D34872}"/>
              </a:ext>
            </a:extLst>
          </p:cNvPr>
          <p:cNvSpPr>
            <a:spLocks/>
          </p:cNvSpPr>
          <p:nvPr/>
        </p:nvSpPr>
        <p:spPr>
          <a:xfrm>
            <a:off x="10427934" y="3280542"/>
            <a:ext cx="720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 rule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applies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73" name="직선 연결선[R] 872">
            <a:extLst>
              <a:ext uri="{FF2B5EF4-FFF2-40B4-BE49-F238E27FC236}">
                <a16:creationId xmlns:a16="http://schemas.microsoft.com/office/drawing/2014/main" id="{E89EFD7B-A497-6CD8-1371-EFABE7C46E07}"/>
              </a:ext>
            </a:extLst>
          </p:cNvPr>
          <p:cNvCxnSpPr>
            <a:cxnSpLocks/>
            <a:stCxn id="871" idx="0"/>
            <a:endCxn id="872" idx="2"/>
          </p:cNvCxnSpPr>
          <p:nvPr/>
        </p:nvCxnSpPr>
        <p:spPr>
          <a:xfrm flipV="1">
            <a:off x="10787934" y="3712542"/>
            <a:ext cx="0" cy="4641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직선 연결선[R] 875">
            <a:extLst>
              <a:ext uri="{FF2B5EF4-FFF2-40B4-BE49-F238E27FC236}">
                <a16:creationId xmlns:a16="http://schemas.microsoft.com/office/drawing/2014/main" id="{A64BA13D-B781-CCCA-A6A6-3107AC74EEB1}"/>
              </a:ext>
            </a:extLst>
          </p:cNvPr>
          <p:cNvCxnSpPr>
            <a:cxnSpLocks/>
          </p:cNvCxnSpPr>
          <p:nvPr/>
        </p:nvCxnSpPr>
        <p:spPr>
          <a:xfrm flipV="1">
            <a:off x="5856270" y="3472129"/>
            <a:ext cx="0" cy="23209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직선 연결선[R] 878">
            <a:extLst>
              <a:ext uri="{FF2B5EF4-FFF2-40B4-BE49-F238E27FC236}">
                <a16:creationId xmlns:a16="http://schemas.microsoft.com/office/drawing/2014/main" id="{FDECF8D8-E410-359E-5C44-8CA8C8CAC389}"/>
              </a:ext>
            </a:extLst>
          </p:cNvPr>
          <p:cNvCxnSpPr>
            <a:cxnSpLocks/>
            <a:stCxn id="872" idx="1"/>
          </p:cNvCxnSpPr>
          <p:nvPr/>
        </p:nvCxnSpPr>
        <p:spPr>
          <a:xfrm flipH="1" flipV="1">
            <a:off x="5853439" y="3464363"/>
            <a:ext cx="457449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직선 연결선[R] 882">
            <a:extLst>
              <a:ext uri="{FF2B5EF4-FFF2-40B4-BE49-F238E27FC236}">
                <a16:creationId xmlns:a16="http://schemas.microsoft.com/office/drawing/2014/main" id="{D80F6C81-F853-227A-15F5-566078B6AC87}"/>
              </a:ext>
            </a:extLst>
          </p:cNvPr>
          <p:cNvCxnSpPr>
            <a:cxnSpLocks/>
          </p:cNvCxnSpPr>
          <p:nvPr/>
        </p:nvCxnSpPr>
        <p:spPr>
          <a:xfrm flipH="1">
            <a:off x="9868203" y="3919932"/>
            <a:ext cx="70843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직선 연결선[R] 885">
            <a:extLst>
              <a:ext uri="{FF2B5EF4-FFF2-40B4-BE49-F238E27FC236}">
                <a16:creationId xmlns:a16="http://schemas.microsoft.com/office/drawing/2014/main" id="{2FF43808-DA87-D219-8B6F-5C73E94F3BB0}"/>
              </a:ext>
            </a:extLst>
          </p:cNvPr>
          <p:cNvCxnSpPr>
            <a:cxnSpLocks/>
          </p:cNvCxnSpPr>
          <p:nvPr/>
        </p:nvCxnSpPr>
        <p:spPr>
          <a:xfrm>
            <a:off x="10589079" y="3718992"/>
            <a:ext cx="0" cy="2009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직선 연결선[R] 888">
            <a:extLst>
              <a:ext uri="{FF2B5EF4-FFF2-40B4-BE49-F238E27FC236}">
                <a16:creationId xmlns:a16="http://schemas.microsoft.com/office/drawing/2014/main" id="{6EAD8296-5641-3731-C2DC-103F2F807841}"/>
              </a:ext>
            </a:extLst>
          </p:cNvPr>
          <p:cNvCxnSpPr>
            <a:cxnSpLocks/>
          </p:cNvCxnSpPr>
          <p:nvPr/>
        </p:nvCxnSpPr>
        <p:spPr>
          <a:xfrm flipV="1">
            <a:off x="8441831" y="3576751"/>
            <a:ext cx="0" cy="1197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직선 연결선[R] 890">
            <a:extLst>
              <a:ext uri="{FF2B5EF4-FFF2-40B4-BE49-F238E27FC236}">
                <a16:creationId xmlns:a16="http://schemas.microsoft.com/office/drawing/2014/main" id="{F5B4B534-CAAF-11E1-0889-055801D6849A}"/>
              </a:ext>
            </a:extLst>
          </p:cNvPr>
          <p:cNvCxnSpPr>
            <a:cxnSpLocks/>
          </p:cNvCxnSpPr>
          <p:nvPr/>
        </p:nvCxnSpPr>
        <p:spPr>
          <a:xfrm flipH="1">
            <a:off x="8441831" y="3576751"/>
            <a:ext cx="198610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4" name="직사각형 893">
            <a:extLst>
              <a:ext uri="{FF2B5EF4-FFF2-40B4-BE49-F238E27FC236}">
                <a16:creationId xmlns:a16="http://schemas.microsoft.com/office/drawing/2014/main" id="{2A029252-0629-2E69-34AB-9BC6D2D51FAC}"/>
              </a:ext>
            </a:extLst>
          </p:cNvPr>
          <p:cNvSpPr>
            <a:spLocks/>
          </p:cNvSpPr>
          <p:nvPr/>
        </p:nvSpPr>
        <p:spPr>
          <a:xfrm>
            <a:off x="5307906" y="5905330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tier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95" name="직사각형 894">
            <a:extLst>
              <a:ext uri="{FF2B5EF4-FFF2-40B4-BE49-F238E27FC236}">
                <a16:creationId xmlns:a16="http://schemas.microsoft.com/office/drawing/2014/main" id="{B740D776-18C3-9692-EDAC-3C9EA3EAD887}"/>
              </a:ext>
            </a:extLst>
          </p:cNvPr>
          <p:cNvSpPr>
            <a:spLocks/>
          </p:cNvSpPr>
          <p:nvPr/>
        </p:nvSpPr>
        <p:spPr>
          <a:xfrm>
            <a:off x="2507490" y="5903508"/>
            <a:ext cx="720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 login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history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96" name="직사각형 895">
            <a:extLst>
              <a:ext uri="{FF2B5EF4-FFF2-40B4-BE49-F238E27FC236}">
                <a16:creationId xmlns:a16="http://schemas.microsoft.com/office/drawing/2014/main" id="{2D8FAA84-BA21-056B-E673-62D584DA93FC}"/>
              </a:ext>
            </a:extLst>
          </p:cNvPr>
          <p:cNvSpPr>
            <a:spLocks/>
          </p:cNvSpPr>
          <p:nvPr/>
        </p:nvSpPr>
        <p:spPr>
          <a:xfrm>
            <a:off x="2507490" y="5365249"/>
            <a:ext cx="720000" cy="43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notification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97" name="직사각형 896">
            <a:extLst>
              <a:ext uri="{FF2B5EF4-FFF2-40B4-BE49-F238E27FC236}">
                <a16:creationId xmlns:a16="http://schemas.microsoft.com/office/drawing/2014/main" id="{1BC5948E-F69C-4CF0-F50D-097F68ABA728}"/>
              </a:ext>
            </a:extLst>
          </p:cNvPr>
          <p:cNvSpPr>
            <a:spLocks/>
          </p:cNvSpPr>
          <p:nvPr/>
        </p:nvSpPr>
        <p:spPr>
          <a:xfrm>
            <a:off x="2507490" y="4826990"/>
            <a:ext cx="720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block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list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98" name="직사각형 897">
            <a:extLst>
              <a:ext uri="{FF2B5EF4-FFF2-40B4-BE49-F238E27FC236}">
                <a16:creationId xmlns:a16="http://schemas.microsoft.com/office/drawing/2014/main" id="{8BDA2136-24F1-32A7-54A5-56CB7688E5EF}"/>
              </a:ext>
            </a:extLst>
          </p:cNvPr>
          <p:cNvSpPr>
            <a:spLocks/>
          </p:cNvSpPr>
          <p:nvPr/>
        </p:nvSpPr>
        <p:spPr>
          <a:xfrm>
            <a:off x="2501223" y="3994735"/>
            <a:ext cx="720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preference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99" name="직선 연결선[R] 898">
            <a:extLst>
              <a:ext uri="{FF2B5EF4-FFF2-40B4-BE49-F238E27FC236}">
                <a16:creationId xmlns:a16="http://schemas.microsoft.com/office/drawing/2014/main" id="{4691869E-A15F-C23E-32E0-994E0C0AC66C}"/>
              </a:ext>
            </a:extLst>
          </p:cNvPr>
          <p:cNvCxnSpPr>
            <a:cxnSpLocks/>
            <a:stCxn id="894" idx="1"/>
          </p:cNvCxnSpPr>
          <p:nvPr/>
        </p:nvCxnSpPr>
        <p:spPr>
          <a:xfrm flipH="1">
            <a:off x="4442780" y="6121330"/>
            <a:ext cx="86512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직선 연결선[R] 902">
            <a:extLst>
              <a:ext uri="{FF2B5EF4-FFF2-40B4-BE49-F238E27FC236}">
                <a16:creationId xmlns:a16="http://schemas.microsoft.com/office/drawing/2014/main" id="{5A21AA91-53CE-048F-D29A-064C68E28D01}"/>
              </a:ext>
            </a:extLst>
          </p:cNvPr>
          <p:cNvCxnSpPr>
            <a:cxnSpLocks/>
          </p:cNvCxnSpPr>
          <p:nvPr/>
        </p:nvCxnSpPr>
        <p:spPr>
          <a:xfrm flipV="1">
            <a:off x="4442780" y="5928592"/>
            <a:ext cx="0" cy="1880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직선 연결선[R] 905">
            <a:extLst>
              <a:ext uri="{FF2B5EF4-FFF2-40B4-BE49-F238E27FC236}">
                <a16:creationId xmlns:a16="http://schemas.microsoft.com/office/drawing/2014/main" id="{BDA320C7-4467-858B-F932-1D67C704D35E}"/>
              </a:ext>
            </a:extLst>
          </p:cNvPr>
          <p:cNvCxnSpPr>
            <a:cxnSpLocks/>
          </p:cNvCxnSpPr>
          <p:nvPr/>
        </p:nvCxnSpPr>
        <p:spPr>
          <a:xfrm flipH="1">
            <a:off x="3227490" y="6127546"/>
            <a:ext cx="7771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" name="직선 연결선[R] 906">
            <a:extLst>
              <a:ext uri="{FF2B5EF4-FFF2-40B4-BE49-F238E27FC236}">
                <a16:creationId xmlns:a16="http://schemas.microsoft.com/office/drawing/2014/main" id="{3DFBCDDF-94C2-E892-8BEB-E8AEFBE93AD1}"/>
              </a:ext>
            </a:extLst>
          </p:cNvPr>
          <p:cNvCxnSpPr>
            <a:cxnSpLocks/>
          </p:cNvCxnSpPr>
          <p:nvPr/>
        </p:nvCxnSpPr>
        <p:spPr>
          <a:xfrm flipV="1">
            <a:off x="4010066" y="5928592"/>
            <a:ext cx="0" cy="1880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직선 연결선[R] 908">
            <a:extLst>
              <a:ext uri="{FF2B5EF4-FFF2-40B4-BE49-F238E27FC236}">
                <a16:creationId xmlns:a16="http://schemas.microsoft.com/office/drawing/2014/main" id="{56D38025-F820-E8EC-8378-745E213920E0}"/>
              </a:ext>
            </a:extLst>
          </p:cNvPr>
          <p:cNvCxnSpPr>
            <a:cxnSpLocks/>
          </p:cNvCxnSpPr>
          <p:nvPr/>
        </p:nvCxnSpPr>
        <p:spPr>
          <a:xfrm flipH="1" flipV="1">
            <a:off x="3227490" y="5712592"/>
            <a:ext cx="64041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직선 연결선[R] 910">
            <a:extLst>
              <a:ext uri="{FF2B5EF4-FFF2-40B4-BE49-F238E27FC236}">
                <a16:creationId xmlns:a16="http://schemas.microsoft.com/office/drawing/2014/main" id="{C9A883DB-0B12-33DF-9497-D5CD732A47FC}"/>
              </a:ext>
            </a:extLst>
          </p:cNvPr>
          <p:cNvCxnSpPr>
            <a:cxnSpLocks/>
          </p:cNvCxnSpPr>
          <p:nvPr/>
        </p:nvCxnSpPr>
        <p:spPr>
          <a:xfrm flipH="1">
            <a:off x="3227490" y="5126535"/>
            <a:ext cx="32020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직선 연결선[R] 911">
            <a:extLst>
              <a:ext uri="{FF2B5EF4-FFF2-40B4-BE49-F238E27FC236}">
                <a16:creationId xmlns:a16="http://schemas.microsoft.com/office/drawing/2014/main" id="{B7261062-74A7-63F9-0105-874C42F85CDF}"/>
              </a:ext>
            </a:extLst>
          </p:cNvPr>
          <p:cNvCxnSpPr>
            <a:cxnSpLocks/>
          </p:cNvCxnSpPr>
          <p:nvPr/>
        </p:nvCxnSpPr>
        <p:spPr>
          <a:xfrm flipV="1">
            <a:off x="3547698" y="5126535"/>
            <a:ext cx="0" cy="45471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직선 연결선[R] 918">
            <a:extLst>
              <a:ext uri="{FF2B5EF4-FFF2-40B4-BE49-F238E27FC236}">
                <a16:creationId xmlns:a16="http://schemas.microsoft.com/office/drawing/2014/main" id="{72A44C02-61E0-F71E-6344-5AD5F35737F1}"/>
              </a:ext>
            </a:extLst>
          </p:cNvPr>
          <p:cNvCxnSpPr>
            <a:cxnSpLocks/>
          </p:cNvCxnSpPr>
          <p:nvPr/>
        </p:nvCxnSpPr>
        <p:spPr>
          <a:xfrm flipH="1">
            <a:off x="3547698" y="5581484"/>
            <a:ext cx="32020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직선 연결선[R] 920">
            <a:extLst>
              <a:ext uri="{FF2B5EF4-FFF2-40B4-BE49-F238E27FC236}">
                <a16:creationId xmlns:a16="http://schemas.microsoft.com/office/drawing/2014/main" id="{7037DA5A-ECD3-BDEA-367D-9E76C6997228}"/>
              </a:ext>
            </a:extLst>
          </p:cNvPr>
          <p:cNvCxnSpPr>
            <a:cxnSpLocks/>
            <a:endCxn id="898" idx="3"/>
          </p:cNvCxnSpPr>
          <p:nvPr/>
        </p:nvCxnSpPr>
        <p:spPr>
          <a:xfrm flipH="1">
            <a:off x="3221223" y="4210735"/>
            <a:ext cx="92018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직선 연결선[R] 923">
            <a:extLst>
              <a:ext uri="{FF2B5EF4-FFF2-40B4-BE49-F238E27FC236}">
                <a16:creationId xmlns:a16="http://schemas.microsoft.com/office/drawing/2014/main" id="{4094CBCE-7684-12AE-B74B-3B0F64DDD135}"/>
              </a:ext>
            </a:extLst>
          </p:cNvPr>
          <p:cNvCxnSpPr>
            <a:cxnSpLocks/>
          </p:cNvCxnSpPr>
          <p:nvPr/>
        </p:nvCxnSpPr>
        <p:spPr>
          <a:xfrm flipH="1" flipV="1">
            <a:off x="4141406" y="4202008"/>
            <a:ext cx="6267" cy="12940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8" name="직사각형 927">
            <a:extLst>
              <a:ext uri="{FF2B5EF4-FFF2-40B4-BE49-F238E27FC236}">
                <a16:creationId xmlns:a16="http://schemas.microsoft.com/office/drawing/2014/main" id="{0AED9246-E4C6-21CA-2BCF-83005330A5EB}"/>
              </a:ext>
            </a:extLst>
          </p:cNvPr>
          <p:cNvSpPr>
            <a:spLocks/>
          </p:cNvSpPr>
          <p:nvPr/>
        </p:nvSpPr>
        <p:spPr>
          <a:xfrm>
            <a:off x="3867906" y="2341450"/>
            <a:ext cx="720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929" name="직선 연결선[R] 928">
            <a:extLst>
              <a:ext uri="{FF2B5EF4-FFF2-40B4-BE49-F238E27FC236}">
                <a16:creationId xmlns:a16="http://schemas.microsoft.com/office/drawing/2014/main" id="{BCB886E3-FE8E-480C-FC15-1630AA535FB2}"/>
              </a:ext>
            </a:extLst>
          </p:cNvPr>
          <p:cNvCxnSpPr>
            <a:cxnSpLocks/>
          </p:cNvCxnSpPr>
          <p:nvPr/>
        </p:nvCxnSpPr>
        <p:spPr>
          <a:xfrm flipV="1">
            <a:off x="4314306" y="2772480"/>
            <a:ext cx="0" cy="272314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직사각형 931">
            <a:extLst>
              <a:ext uri="{FF2B5EF4-FFF2-40B4-BE49-F238E27FC236}">
                <a16:creationId xmlns:a16="http://schemas.microsoft.com/office/drawing/2014/main" id="{7F6F90DD-7493-8D83-D63B-5F562DF26CEF}"/>
              </a:ext>
            </a:extLst>
          </p:cNvPr>
          <p:cNvSpPr>
            <a:spLocks/>
          </p:cNvSpPr>
          <p:nvPr/>
        </p:nvSpPr>
        <p:spPr>
          <a:xfrm>
            <a:off x="2507490" y="2341450"/>
            <a:ext cx="720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non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33" name="직사각형 932">
            <a:extLst>
              <a:ext uri="{FF2B5EF4-FFF2-40B4-BE49-F238E27FC236}">
                <a16:creationId xmlns:a16="http://schemas.microsoft.com/office/drawing/2014/main" id="{6D36CA85-789D-B886-D916-57828BD92ED6}"/>
              </a:ext>
            </a:extLst>
          </p:cNvPr>
          <p:cNvSpPr>
            <a:spLocks/>
          </p:cNvSpPr>
          <p:nvPr/>
        </p:nvSpPr>
        <p:spPr>
          <a:xfrm>
            <a:off x="2495572" y="3258117"/>
            <a:ext cx="720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non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34" name="직사각형 933">
            <a:extLst>
              <a:ext uri="{FF2B5EF4-FFF2-40B4-BE49-F238E27FC236}">
                <a16:creationId xmlns:a16="http://schemas.microsoft.com/office/drawing/2014/main" id="{D2B7B728-D05A-42D7-F20C-AC58C96634F8}"/>
              </a:ext>
            </a:extLst>
          </p:cNvPr>
          <p:cNvSpPr>
            <a:spLocks/>
          </p:cNvSpPr>
          <p:nvPr/>
        </p:nvSpPr>
        <p:spPr>
          <a:xfrm>
            <a:off x="3867906" y="6336791"/>
            <a:ext cx="720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role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935" name="직선 연결선[R] 934">
            <a:extLst>
              <a:ext uri="{FF2B5EF4-FFF2-40B4-BE49-F238E27FC236}">
                <a16:creationId xmlns:a16="http://schemas.microsoft.com/office/drawing/2014/main" id="{0F6FD35B-2549-95D4-9755-62E4205C7AE7}"/>
              </a:ext>
            </a:extLst>
          </p:cNvPr>
          <p:cNvCxnSpPr>
            <a:cxnSpLocks/>
            <a:stCxn id="934" idx="0"/>
            <a:endCxn id="840" idx="2"/>
          </p:cNvCxnSpPr>
          <p:nvPr/>
        </p:nvCxnSpPr>
        <p:spPr>
          <a:xfrm flipV="1">
            <a:off x="4227906" y="5928592"/>
            <a:ext cx="0" cy="408199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직선 연결선[R] 937">
            <a:extLst>
              <a:ext uri="{FF2B5EF4-FFF2-40B4-BE49-F238E27FC236}">
                <a16:creationId xmlns:a16="http://schemas.microsoft.com/office/drawing/2014/main" id="{5D9C5526-7724-C31E-77A5-D8BD32A8C4DA}"/>
              </a:ext>
            </a:extLst>
          </p:cNvPr>
          <p:cNvCxnSpPr>
            <a:cxnSpLocks/>
          </p:cNvCxnSpPr>
          <p:nvPr/>
        </p:nvCxnSpPr>
        <p:spPr>
          <a:xfrm flipV="1">
            <a:off x="2873427" y="2790167"/>
            <a:ext cx="0" cy="467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9" name="직사각형 938">
            <a:extLst>
              <a:ext uri="{FF2B5EF4-FFF2-40B4-BE49-F238E27FC236}">
                <a16:creationId xmlns:a16="http://schemas.microsoft.com/office/drawing/2014/main" id="{A44E7D95-2A9E-0B23-2980-086F5713E7BE}"/>
              </a:ext>
            </a:extLst>
          </p:cNvPr>
          <p:cNvSpPr>
            <a:spLocks/>
          </p:cNvSpPr>
          <p:nvPr/>
        </p:nvSpPr>
        <p:spPr>
          <a:xfrm>
            <a:off x="6588188" y="4608649"/>
            <a:ext cx="720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40" name="직사각형 939">
            <a:extLst>
              <a:ext uri="{FF2B5EF4-FFF2-40B4-BE49-F238E27FC236}">
                <a16:creationId xmlns:a16="http://schemas.microsoft.com/office/drawing/2014/main" id="{73087034-AD17-9A9B-1A3C-0595AD1D8B15}"/>
              </a:ext>
            </a:extLst>
          </p:cNvPr>
          <p:cNvSpPr>
            <a:spLocks/>
          </p:cNvSpPr>
          <p:nvPr/>
        </p:nvSpPr>
        <p:spPr>
          <a:xfrm>
            <a:off x="2507490" y="1797431"/>
            <a:ext cx="720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41" name="직사각형 940">
            <a:extLst>
              <a:ext uri="{FF2B5EF4-FFF2-40B4-BE49-F238E27FC236}">
                <a16:creationId xmlns:a16="http://schemas.microsoft.com/office/drawing/2014/main" id="{4101479A-2726-001B-BFA6-AA7E88B1482F}"/>
              </a:ext>
            </a:extLst>
          </p:cNvPr>
          <p:cNvSpPr>
            <a:spLocks/>
          </p:cNvSpPr>
          <p:nvPr/>
        </p:nvSpPr>
        <p:spPr>
          <a:xfrm>
            <a:off x="1147624" y="1797431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method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42" name="직사각형 941">
            <a:extLst>
              <a:ext uri="{FF2B5EF4-FFF2-40B4-BE49-F238E27FC236}">
                <a16:creationId xmlns:a16="http://schemas.microsoft.com/office/drawing/2014/main" id="{9E5F583A-1914-556D-AE2D-37DC05AF45EA}"/>
              </a:ext>
            </a:extLst>
          </p:cNvPr>
          <p:cNvSpPr>
            <a:spLocks/>
          </p:cNvSpPr>
          <p:nvPr/>
        </p:nvSpPr>
        <p:spPr>
          <a:xfrm>
            <a:off x="2513427" y="880764"/>
            <a:ext cx="720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refund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43" name="직사각형 942">
            <a:extLst>
              <a:ext uri="{FF2B5EF4-FFF2-40B4-BE49-F238E27FC236}">
                <a16:creationId xmlns:a16="http://schemas.microsoft.com/office/drawing/2014/main" id="{17A58319-3861-8C05-5188-B75D7C5EF899}"/>
              </a:ext>
            </a:extLst>
          </p:cNvPr>
          <p:cNvSpPr>
            <a:spLocks/>
          </p:cNvSpPr>
          <p:nvPr/>
        </p:nvSpPr>
        <p:spPr>
          <a:xfrm>
            <a:off x="4363194" y="1009717"/>
            <a:ext cx="720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ticket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44" name="직사각형 943">
            <a:extLst>
              <a:ext uri="{FF2B5EF4-FFF2-40B4-BE49-F238E27FC236}">
                <a16:creationId xmlns:a16="http://schemas.microsoft.com/office/drawing/2014/main" id="{5FFB5773-40E7-8632-9125-F69AEC9EB547}"/>
              </a:ext>
            </a:extLst>
          </p:cNvPr>
          <p:cNvSpPr>
            <a:spLocks/>
          </p:cNvSpPr>
          <p:nvPr/>
        </p:nvSpPr>
        <p:spPr>
          <a:xfrm>
            <a:off x="4155343" y="105669"/>
            <a:ext cx="720000" cy="43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coupon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redeem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45" name="직사각형 944">
            <a:extLst>
              <a:ext uri="{FF2B5EF4-FFF2-40B4-BE49-F238E27FC236}">
                <a16:creationId xmlns:a16="http://schemas.microsoft.com/office/drawing/2014/main" id="{597FF33B-2BF8-027C-F2AF-6AE889DFB964}"/>
              </a:ext>
            </a:extLst>
          </p:cNvPr>
          <p:cNvSpPr>
            <a:spLocks/>
          </p:cNvSpPr>
          <p:nvPr/>
        </p:nvSpPr>
        <p:spPr>
          <a:xfrm>
            <a:off x="5307906" y="104461"/>
            <a:ext cx="720000" cy="43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coupon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46" name="직사각형 945">
            <a:extLst>
              <a:ext uri="{FF2B5EF4-FFF2-40B4-BE49-F238E27FC236}">
                <a16:creationId xmlns:a16="http://schemas.microsoft.com/office/drawing/2014/main" id="{CCC696BC-42BB-72FC-7899-8A45F9866C3D}"/>
              </a:ext>
            </a:extLst>
          </p:cNvPr>
          <p:cNvSpPr>
            <a:spLocks/>
          </p:cNvSpPr>
          <p:nvPr/>
        </p:nvSpPr>
        <p:spPr>
          <a:xfrm>
            <a:off x="5307906" y="1020361"/>
            <a:ext cx="720000" cy="43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promotion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947" name="직선 연결선[R] 946">
            <a:extLst>
              <a:ext uri="{FF2B5EF4-FFF2-40B4-BE49-F238E27FC236}">
                <a16:creationId xmlns:a16="http://schemas.microsoft.com/office/drawing/2014/main" id="{65EB60EE-F555-BDBE-602C-5FD8EF186C67}"/>
              </a:ext>
            </a:extLst>
          </p:cNvPr>
          <p:cNvCxnSpPr>
            <a:cxnSpLocks/>
            <a:endCxn id="928" idx="3"/>
          </p:cNvCxnSpPr>
          <p:nvPr/>
        </p:nvCxnSpPr>
        <p:spPr>
          <a:xfrm flipH="1" flipV="1">
            <a:off x="4587906" y="2557450"/>
            <a:ext cx="3442559" cy="5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1" name="직선 연결선[R] 950">
            <a:extLst>
              <a:ext uri="{FF2B5EF4-FFF2-40B4-BE49-F238E27FC236}">
                <a16:creationId xmlns:a16="http://schemas.microsoft.com/office/drawing/2014/main" id="{B25C8C85-803D-DAEC-6323-787AF8ECA471}"/>
              </a:ext>
            </a:extLst>
          </p:cNvPr>
          <p:cNvCxnSpPr>
            <a:cxnSpLocks/>
          </p:cNvCxnSpPr>
          <p:nvPr/>
        </p:nvCxnSpPr>
        <p:spPr>
          <a:xfrm flipV="1">
            <a:off x="8030465" y="2557450"/>
            <a:ext cx="0" cy="2617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직선 연결선[R] 953">
            <a:extLst>
              <a:ext uri="{FF2B5EF4-FFF2-40B4-BE49-F238E27FC236}">
                <a16:creationId xmlns:a16="http://schemas.microsoft.com/office/drawing/2014/main" id="{74FCC42C-A528-1D94-D4FD-88002566E720}"/>
              </a:ext>
            </a:extLst>
          </p:cNvPr>
          <p:cNvCxnSpPr>
            <a:cxnSpLocks/>
          </p:cNvCxnSpPr>
          <p:nvPr/>
        </p:nvCxnSpPr>
        <p:spPr>
          <a:xfrm flipV="1">
            <a:off x="4491484" y="2775573"/>
            <a:ext cx="1514" cy="159553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직선 연결선[R] 956">
            <a:extLst>
              <a:ext uri="{FF2B5EF4-FFF2-40B4-BE49-F238E27FC236}">
                <a16:creationId xmlns:a16="http://schemas.microsoft.com/office/drawing/2014/main" id="{8B1A745E-0CD6-1792-C503-D97BA1BABF7F}"/>
              </a:ext>
            </a:extLst>
          </p:cNvPr>
          <p:cNvCxnSpPr>
            <a:cxnSpLocks/>
          </p:cNvCxnSpPr>
          <p:nvPr/>
        </p:nvCxnSpPr>
        <p:spPr>
          <a:xfrm flipH="1" flipV="1">
            <a:off x="4500263" y="4374782"/>
            <a:ext cx="2236051" cy="1794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0" name="직선 연결선[R] 959">
            <a:extLst>
              <a:ext uri="{FF2B5EF4-FFF2-40B4-BE49-F238E27FC236}">
                <a16:creationId xmlns:a16="http://schemas.microsoft.com/office/drawing/2014/main" id="{4FB34E5B-C976-F9F1-A708-A4EA6523F3C5}"/>
              </a:ext>
            </a:extLst>
          </p:cNvPr>
          <p:cNvCxnSpPr>
            <a:cxnSpLocks/>
          </p:cNvCxnSpPr>
          <p:nvPr/>
        </p:nvCxnSpPr>
        <p:spPr>
          <a:xfrm flipV="1">
            <a:off x="6737138" y="4392727"/>
            <a:ext cx="0" cy="215922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직선 연결선[R] 961">
            <a:extLst>
              <a:ext uri="{FF2B5EF4-FFF2-40B4-BE49-F238E27FC236}">
                <a16:creationId xmlns:a16="http://schemas.microsoft.com/office/drawing/2014/main" id="{DB9FCF67-5675-E0D2-537E-E0542334CB74}"/>
              </a:ext>
            </a:extLst>
          </p:cNvPr>
          <p:cNvCxnSpPr>
            <a:cxnSpLocks/>
          </p:cNvCxnSpPr>
          <p:nvPr/>
        </p:nvCxnSpPr>
        <p:spPr>
          <a:xfrm flipV="1">
            <a:off x="7116130" y="3588175"/>
            <a:ext cx="0" cy="10204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직선 연결선[R] 964">
            <a:extLst>
              <a:ext uri="{FF2B5EF4-FFF2-40B4-BE49-F238E27FC236}">
                <a16:creationId xmlns:a16="http://schemas.microsoft.com/office/drawing/2014/main" id="{417925B4-E3B2-9C3C-D917-9EF81EDA98C1}"/>
              </a:ext>
            </a:extLst>
          </p:cNvPr>
          <p:cNvCxnSpPr>
            <a:cxnSpLocks/>
          </p:cNvCxnSpPr>
          <p:nvPr/>
        </p:nvCxnSpPr>
        <p:spPr>
          <a:xfrm flipH="1">
            <a:off x="7116130" y="3588175"/>
            <a:ext cx="91433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직선 연결선[R] 967">
            <a:extLst>
              <a:ext uri="{FF2B5EF4-FFF2-40B4-BE49-F238E27FC236}">
                <a16:creationId xmlns:a16="http://schemas.microsoft.com/office/drawing/2014/main" id="{02AFDD99-4CDF-18C3-6E08-087FE54FEEBB}"/>
              </a:ext>
            </a:extLst>
          </p:cNvPr>
          <p:cNvCxnSpPr>
            <a:cxnSpLocks/>
          </p:cNvCxnSpPr>
          <p:nvPr/>
        </p:nvCxnSpPr>
        <p:spPr>
          <a:xfrm flipV="1">
            <a:off x="8030465" y="3257900"/>
            <a:ext cx="0" cy="3302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직선 연결선[R] 971">
            <a:extLst>
              <a:ext uri="{FF2B5EF4-FFF2-40B4-BE49-F238E27FC236}">
                <a16:creationId xmlns:a16="http://schemas.microsoft.com/office/drawing/2014/main" id="{27F97DCB-F2E3-A0D5-25EB-48AC78AADA3B}"/>
              </a:ext>
            </a:extLst>
          </p:cNvPr>
          <p:cNvCxnSpPr>
            <a:cxnSpLocks/>
            <a:endCxn id="939" idx="2"/>
          </p:cNvCxnSpPr>
          <p:nvPr/>
        </p:nvCxnSpPr>
        <p:spPr>
          <a:xfrm flipV="1">
            <a:off x="6948188" y="5040649"/>
            <a:ext cx="0" cy="21834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5" name="직선 연결선[R] 974">
            <a:extLst>
              <a:ext uri="{FF2B5EF4-FFF2-40B4-BE49-F238E27FC236}">
                <a16:creationId xmlns:a16="http://schemas.microsoft.com/office/drawing/2014/main" id="{59DF69A8-BD1D-2C9B-726A-775DA97140BC}"/>
              </a:ext>
            </a:extLst>
          </p:cNvPr>
          <p:cNvCxnSpPr>
            <a:cxnSpLocks/>
          </p:cNvCxnSpPr>
          <p:nvPr/>
        </p:nvCxnSpPr>
        <p:spPr>
          <a:xfrm flipH="1" flipV="1">
            <a:off x="6948188" y="5258990"/>
            <a:ext cx="1082277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" name="직선 연결선[R] 977">
            <a:extLst>
              <a:ext uri="{FF2B5EF4-FFF2-40B4-BE49-F238E27FC236}">
                <a16:creationId xmlns:a16="http://schemas.microsoft.com/office/drawing/2014/main" id="{8CE1EC9F-69B7-CF45-6830-11344C3CC164}"/>
              </a:ext>
            </a:extLst>
          </p:cNvPr>
          <p:cNvCxnSpPr>
            <a:cxnSpLocks/>
          </p:cNvCxnSpPr>
          <p:nvPr/>
        </p:nvCxnSpPr>
        <p:spPr>
          <a:xfrm flipV="1">
            <a:off x="8030465" y="5262725"/>
            <a:ext cx="0" cy="233867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직선 연결선[R] 981">
            <a:extLst>
              <a:ext uri="{FF2B5EF4-FFF2-40B4-BE49-F238E27FC236}">
                <a16:creationId xmlns:a16="http://schemas.microsoft.com/office/drawing/2014/main" id="{59928197-B8E1-C4FB-297F-C86F09CE8487}"/>
              </a:ext>
            </a:extLst>
          </p:cNvPr>
          <p:cNvCxnSpPr>
            <a:cxnSpLocks/>
            <a:stCxn id="928" idx="1"/>
            <a:endCxn id="932" idx="3"/>
          </p:cNvCxnSpPr>
          <p:nvPr/>
        </p:nvCxnSpPr>
        <p:spPr>
          <a:xfrm flipH="1">
            <a:off x="3227490" y="2557450"/>
            <a:ext cx="640416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5" name="직선 연결선[R] 984">
            <a:extLst>
              <a:ext uri="{FF2B5EF4-FFF2-40B4-BE49-F238E27FC236}">
                <a16:creationId xmlns:a16="http://schemas.microsoft.com/office/drawing/2014/main" id="{85B8E308-E212-ACE2-A29A-65D01C188E9B}"/>
              </a:ext>
            </a:extLst>
          </p:cNvPr>
          <p:cNvCxnSpPr>
            <a:cxnSpLocks/>
          </p:cNvCxnSpPr>
          <p:nvPr/>
        </p:nvCxnSpPr>
        <p:spPr>
          <a:xfrm flipH="1">
            <a:off x="1867074" y="1995052"/>
            <a:ext cx="64041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6" name="직선 연결선[R] 985">
            <a:extLst>
              <a:ext uri="{FF2B5EF4-FFF2-40B4-BE49-F238E27FC236}">
                <a16:creationId xmlns:a16="http://schemas.microsoft.com/office/drawing/2014/main" id="{E25BD99E-5375-95A2-4435-8E84044207EC}"/>
              </a:ext>
            </a:extLst>
          </p:cNvPr>
          <p:cNvCxnSpPr>
            <a:cxnSpLocks/>
          </p:cNvCxnSpPr>
          <p:nvPr/>
        </p:nvCxnSpPr>
        <p:spPr>
          <a:xfrm flipV="1">
            <a:off x="4141406" y="1093004"/>
            <a:ext cx="0" cy="12484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직선 연결선[R] 988">
            <a:extLst>
              <a:ext uri="{FF2B5EF4-FFF2-40B4-BE49-F238E27FC236}">
                <a16:creationId xmlns:a16="http://schemas.microsoft.com/office/drawing/2014/main" id="{399F24E2-54E7-9063-2E09-37CC6A5522D3}"/>
              </a:ext>
            </a:extLst>
          </p:cNvPr>
          <p:cNvCxnSpPr>
            <a:cxnSpLocks/>
            <a:endCxn id="942" idx="3"/>
          </p:cNvCxnSpPr>
          <p:nvPr/>
        </p:nvCxnSpPr>
        <p:spPr>
          <a:xfrm flipH="1">
            <a:off x="3233427" y="1096764"/>
            <a:ext cx="90797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직선 연결선[R] 991">
            <a:extLst>
              <a:ext uri="{FF2B5EF4-FFF2-40B4-BE49-F238E27FC236}">
                <a16:creationId xmlns:a16="http://schemas.microsoft.com/office/drawing/2014/main" id="{8196688E-7CAE-C60D-AF04-BBFCD66D747E}"/>
              </a:ext>
            </a:extLst>
          </p:cNvPr>
          <p:cNvCxnSpPr>
            <a:cxnSpLocks/>
            <a:stCxn id="940" idx="0"/>
            <a:endCxn id="942" idx="2"/>
          </p:cNvCxnSpPr>
          <p:nvPr/>
        </p:nvCxnSpPr>
        <p:spPr>
          <a:xfrm flipV="1">
            <a:off x="2867490" y="1312764"/>
            <a:ext cx="0" cy="48466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직선 연결선[R] 998">
            <a:extLst>
              <a:ext uri="{FF2B5EF4-FFF2-40B4-BE49-F238E27FC236}">
                <a16:creationId xmlns:a16="http://schemas.microsoft.com/office/drawing/2014/main" id="{20968FBB-54B2-15E0-B58B-F0A023725838}"/>
              </a:ext>
            </a:extLst>
          </p:cNvPr>
          <p:cNvCxnSpPr>
            <a:cxnSpLocks/>
          </p:cNvCxnSpPr>
          <p:nvPr/>
        </p:nvCxnSpPr>
        <p:spPr>
          <a:xfrm flipV="1">
            <a:off x="4309430" y="536461"/>
            <a:ext cx="0" cy="18049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직선 연결선[R] 1000">
            <a:extLst>
              <a:ext uri="{FF2B5EF4-FFF2-40B4-BE49-F238E27FC236}">
                <a16:creationId xmlns:a16="http://schemas.microsoft.com/office/drawing/2014/main" id="{95CDDB58-7267-9AC6-2D84-43E457FF055A}"/>
              </a:ext>
            </a:extLst>
          </p:cNvPr>
          <p:cNvCxnSpPr>
            <a:cxnSpLocks/>
          </p:cNvCxnSpPr>
          <p:nvPr/>
        </p:nvCxnSpPr>
        <p:spPr>
          <a:xfrm flipV="1">
            <a:off x="4468180" y="1441717"/>
            <a:ext cx="0" cy="8996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직선 연결선[R] 1003">
            <a:extLst>
              <a:ext uri="{FF2B5EF4-FFF2-40B4-BE49-F238E27FC236}">
                <a16:creationId xmlns:a16="http://schemas.microsoft.com/office/drawing/2014/main" id="{2E8C39B9-1A64-B8F5-931C-C259D8999DC0}"/>
              </a:ext>
            </a:extLst>
          </p:cNvPr>
          <p:cNvCxnSpPr>
            <a:cxnSpLocks/>
            <a:stCxn id="945" idx="1"/>
            <a:endCxn id="944" idx="3"/>
          </p:cNvCxnSpPr>
          <p:nvPr/>
        </p:nvCxnSpPr>
        <p:spPr>
          <a:xfrm flipH="1">
            <a:off x="4875343" y="320461"/>
            <a:ext cx="432563" cy="12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" name="직선 연결선[R] 1006">
            <a:extLst>
              <a:ext uri="{FF2B5EF4-FFF2-40B4-BE49-F238E27FC236}">
                <a16:creationId xmlns:a16="http://schemas.microsoft.com/office/drawing/2014/main" id="{23BED84B-B954-96C1-76E0-5AC4B22B5D66}"/>
              </a:ext>
            </a:extLst>
          </p:cNvPr>
          <p:cNvCxnSpPr>
            <a:cxnSpLocks/>
            <a:stCxn id="945" idx="2"/>
            <a:endCxn id="946" idx="0"/>
          </p:cNvCxnSpPr>
          <p:nvPr/>
        </p:nvCxnSpPr>
        <p:spPr>
          <a:xfrm>
            <a:off x="5667906" y="536461"/>
            <a:ext cx="0" cy="4839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직사각형 1017">
            <a:extLst>
              <a:ext uri="{FF2B5EF4-FFF2-40B4-BE49-F238E27FC236}">
                <a16:creationId xmlns:a16="http://schemas.microsoft.com/office/drawing/2014/main" id="{7131E697-5380-2B5A-8932-A3EDF7DC95E0}"/>
              </a:ext>
            </a:extLst>
          </p:cNvPr>
          <p:cNvSpPr>
            <a:spLocks/>
          </p:cNvSpPr>
          <p:nvPr/>
        </p:nvSpPr>
        <p:spPr>
          <a:xfrm>
            <a:off x="1147624" y="4587372"/>
            <a:ext cx="720000" cy="432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snack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order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21" name="직사각형 1020">
            <a:extLst>
              <a:ext uri="{FF2B5EF4-FFF2-40B4-BE49-F238E27FC236}">
                <a16:creationId xmlns:a16="http://schemas.microsoft.com/office/drawing/2014/main" id="{691C95C7-D706-998E-53CE-A1338F288048}"/>
              </a:ext>
            </a:extLst>
          </p:cNvPr>
          <p:cNvSpPr>
            <a:spLocks/>
          </p:cNvSpPr>
          <p:nvPr/>
        </p:nvSpPr>
        <p:spPr>
          <a:xfrm>
            <a:off x="1147074" y="5496592"/>
            <a:ext cx="720000" cy="432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snack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order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item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22" name="직사각형 1021">
            <a:extLst>
              <a:ext uri="{FF2B5EF4-FFF2-40B4-BE49-F238E27FC236}">
                <a16:creationId xmlns:a16="http://schemas.microsoft.com/office/drawing/2014/main" id="{17C99A5F-B99A-CD61-45D1-C412302FADA6}"/>
              </a:ext>
            </a:extLst>
          </p:cNvPr>
          <p:cNvSpPr>
            <a:spLocks/>
          </p:cNvSpPr>
          <p:nvPr/>
        </p:nvSpPr>
        <p:spPr>
          <a:xfrm>
            <a:off x="1147624" y="6279191"/>
            <a:ext cx="720000" cy="432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menu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23" name="직사각형 1022">
            <a:extLst>
              <a:ext uri="{FF2B5EF4-FFF2-40B4-BE49-F238E27FC236}">
                <a16:creationId xmlns:a16="http://schemas.microsoft.com/office/drawing/2014/main" id="{8A89EBA8-ABED-DDA2-A38E-5888B8CF0C55}"/>
              </a:ext>
            </a:extLst>
          </p:cNvPr>
          <p:cNvSpPr>
            <a:spLocks/>
          </p:cNvSpPr>
          <p:nvPr/>
        </p:nvSpPr>
        <p:spPr>
          <a:xfrm>
            <a:off x="5745306" y="4600407"/>
            <a:ext cx="720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review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F3FD9BB3-F435-7677-7294-A06CBAE58567}"/>
              </a:ext>
            </a:extLst>
          </p:cNvPr>
          <p:cNvSpPr>
            <a:spLocks/>
          </p:cNvSpPr>
          <p:nvPr/>
        </p:nvSpPr>
        <p:spPr>
          <a:xfrm>
            <a:off x="5001156" y="5172592"/>
            <a:ext cx="720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review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like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1B79D477-6860-6D2C-BCEF-6E85A968E028}"/>
              </a:ext>
            </a:extLst>
          </p:cNvPr>
          <p:cNvSpPr>
            <a:spLocks/>
          </p:cNvSpPr>
          <p:nvPr/>
        </p:nvSpPr>
        <p:spPr>
          <a:xfrm>
            <a:off x="4647981" y="1909450"/>
            <a:ext cx="720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recommendation</a:t>
            </a:r>
            <a:endParaRPr lang="ko-KR" altLang="en-US" sz="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26" name="직사각형 1025">
            <a:extLst>
              <a:ext uri="{FF2B5EF4-FFF2-40B4-BE49-F238E27FC236}">
                <a16:creationId xmlns:a16="http://schemas.microsoft.com/office/drawing/2014/main" id="{EA6A0B95-358A-AB13-F090-5342DCB194D0}"/>
              </a:ext>
            </a:extLst>
          </p:cNvPr>
          <p:cNvSpPr>
            <a:spLocks/>
          </p:cNvSpPr>
          <p:nvPr/>
        </p:nvSpPr>
        <p:spPr>
          <a:xfrm>
            <a:off x="10427934" y="2226369"/>
            <a:ext cx="720000" cy="43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audit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log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027" name="직선 연결선[R] 1026">
            <a:extLst>
              <a:ext uri="{FF2B5EF4-FFF2-40B4-BE49-F238E27FC236}">
                <a16:creationId xmlns:a16="http://schemas.microsoft.com/office/drawing/2014/main" id="{26917DEA-2537-376E-0896-353A37AE95C8}"/>
              </a:ext>
            </a:extLst>
          </p:cNvPr>
          <p:cNvCxnSpPr>
            <a:cxnSpLocks/>
            <a:stCxn id="1018" idx="0"/>
            <a:endCxn id="834" idx="2"/>
          </p:cNvCxnSpPr>
          <p:nvPr/>
        </p:nvCxnSpPr>
        <p:spPr>
          <a:xfrm flipV="1">
            <a:off x="1507624" y="4134051"/>
            <a:ext cx="0" cy="4533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직선 연결선[R] 1029">
            <a:extLst>
              <a:ext uri="{FF2B5EF4-FFF2-40B4-BE49-F238E27FC236}">
                <a16:creationId xmlns:a16="http://schemas.microsoft.com/office/drawing/2014/main" id="{FE3B82B6-E279-A74E-1F1F-1E07BC4163D1}"/>
              </a:ext>
            </a:extLst>
          </p:cNvPr>
          <p:cNvCxnSpPr>
            <a:cxnSpLocks/>
          </p:cNvCxnSpPr>
          <p:nvPr/>
        </p:nvCxnSpPr>
        <p:spPr>
          <a:xfrm flipV="1">
            <a:off x="1507624" y="5032329"/>
            <a:ext cx="0" cy="45332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연결선[R] 1030">
            <a:extLst>
              <a:ext uri="{FF2B5EF4-FFF2-40B4-BE49-F238E27FC236}">
                <a16:creationId xmlns:a16="http://schemas.microsoft.com/office/drawing/2014/main" id="{7E0CD36A-BE6D-4FF0-89A6-0AF133D3D791}"/>
              </a:ext>
            </a:extLst>
          </p:cNvPr>
          <p:cNvCxnSpPr>
            <a:cxnSpLocks/>
          </p:cNvCxnSpPr>
          <p:nvPr/>
        </p:nvCxnSpPr>
        <p:spPr>
          <a:xfrm flipH="1">
            <a:off x="1867624" y="4669991"/>
            <a:ext cx="213700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연결선[R] 1033">
            <a:extLst>
              <a:ext uri="{FF2B5EF4-FFF2-40B4-BE49-F238E27FC236}">
                <a16:creationId xmlns:a16="http://schemas.microsoft.com/office/drawing/2014/main" id="{2F2AD53D-3220-A1B9-3B8E-4D5CF6CF6195}"/>
              </a:ext>
            </a:extLst>
          </p:cNvPr>
          <p:cNvCxnSpPr>
            <a:cxnSpLocks/>
          </p:cNvCxnSpPr>
          <p:nvPr/>
        </p:nvCxnSpPr>
        <p:spPr>
          <a:xfrm>
            <a:off x="4008982" y="4678646"/>
            <a:ext cx="0" cy="8169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직선 연결선[R] 1038">
            <a:extLst>
              <a:ext uri="{FF2B5EF4-FFF2-40B4-BE49-F238E27FC236}">
                <a16:creationId xmlns:a16="http://schemas.microsoft.com/office/drawing/2014/main" id="{20FF2180-AD79-11E7-0426-92384AD7BA97}"/>
              </a:ext>
            </a:extLst>
          </p:cNvPr>
          <p:cNvCxnSpPr>
            <a:cxnSpLocks/>
            <a:stCxn id="1022" idx="0"/>
            <a:endCxn id="1021" idx="2"/>
          </p:cNvCxnSpPr>
          <p:nvPr/>
        </p:nvCxnSpPr>
        <p:spPr>
          <a:xfrm flipH="1" flipV="1">
            <a:off x="1507074" y="5928592"/>
            <a:ext cx="550" cy="350599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직선 연결선[R] 1041">
            <a:extLst>
              <a:ext uri="{FF2B5EF4-FFF2-40B4-BE49-F238E27FC236}">
                <a16:creationId xmlns:a16="http://schemas.microsoft.com/office/drawing/2014/main" id="{8F494B86-E479-AC8C-5F0D-6E47FDC48E03}"/>
              </a:ext>
            </a:extLst>
          </p:cNvPr>
          <p:cNvCxnSpPr>
            <a:cxnSpLocks/>
          </p:cNvCxnSpPr>
          <p:nvPr/>
        </p:nvCxnSpPr>
        <p:spPr>
          <a:xfrm flipV="1">
            <a:off x="8218271" y="1441717"/>
            <a:ext cx="0" cy="23386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직선 연결선[R] 1043">
            <a:extLst>
              <a:ext uri="{FF2B5EF4-FFF2-40B4-BE49-F238E27FC236}">
                <a16:creationId xmlns:a16="http://schemas.microsoft.com/office/drawing/2014/main" id="{F818F792-84C8-A599-C83D-63F665797B6D}"/>
              </a:ext>
            </a:extLst>
          </p:cNvPr>
          <p:cNvCxnSpPr>
            <a:cxnSpLocks/>
          </p:cNvCxnSpPr>
          <p:nvPr/>
        </p:nvCxnSpPr>
        <p:spPr>
          <a:xfrm>
            <a:off x="6218663" y="1675583"/>
            <a:ext cx="200980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직선 연결선[R] 1046">
            <a:extLst>
              <a:ext uri="{FF2B5EF4-FFF2-40B4-BE49-F238E27FC236}">
                <a16:creationId xmlns:a16="http://schemas.microsoft.com/office/drawing/2014/main" id="{CE99C5AB-EAD4-F33D-AFE6-C661780D1260}"/>
              </a:ext>
            </a:extLst>
          </p:cNvPr>
          <p:cNvCxnSpPr>
            <a:cxnSpLocks/>
          </p:cNvCxnSpPr>
          <p:nvPr/>
        </p:nvCxnSpPr>
        <p:spPr>
          <a:xfrm>
            <a:off x="6218663" y="1675583"/>
            <a:ext cx="0" cy="292119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직선 연결선[R] 1049">
            <a:extLst>
              <a:ext uri="{FF2B5EF4-FFF2-40B4-BE49-F238E27FC236}">
                <a16:creationId xmlns:a16="http://schemas.microsoft.com/office/drawing/2014/main" id="{77F9FEAF-827A-8A0A-E1D0-386B5D14BD13}"/>
              </a:ext>
            </a:extLst>
          </p:cNvPr>
          <p:cNvCxnSpPr>
            <a:cxnSpLocks/>
            <a:stCxn id="1023" idx="1"/>
          </p:cNvCxnSpPr>
          <p:nvPr/>
        </p:nvCxnSpPr>
        <p:spPr>
          <a:xfrm flipH="1">
            <a:off x="4480940" y="4816407"/>
            <a:ext cx="126436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직선 연결선[R] 1052">
            <a:extLst>
              <a:ext uri="{FF2B5EF4-FFF2-40B4-BE49-F238E27FC236}">
                <a16:creationId xmlns:a16="http://schemas.microsoft.com/office/drawing/2014/main" id="{746ACD4E-F293-4710-CAA4-F35DF8AA9D5C}"/>
              </a:ext>
            </a:extLst>
          </p:cNvPr>
          <p:cNvCxnSpPr>
            <a:cxnSpLocks/>
          </p:cNvCxnSpPr>
          <p:nvPr/>
        </p:nvCxnSpPr>
        <p:spPr>
          <a:xfrm flipV="1">
            <a:off x="4464380" y="4821101"/>
            <a:ext cx="0" cy="6837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직선 연결선[R] 1058">
            <a:extLst>
              <a:ext uri="{FF2B5EF4-FFF2-40B4-BE49-F238E27FC236}">
                <a16:creationId xmlns:a16="http://schemas.microsoft.com/office/drawing/2014/main" id="{C32259F5-BFA6-C211-AEAE-CB06DB7DD04E}"/>
              </a:ext>
            </a:extLst>
          </p:cNvPr>
          <p:cNvCxnSpPr>
            <a:cxnSpLocks/>
            <a:endCxn id="1024" idx="3"/>
          </p:cNvCxnSpPr>
          <p:nvPr/>
        </p:nvCxnSpPr>
        <p:spPr>
          <a:xfrm flipH="1">
            <a:off x="5721156" y="5388592"/>
            <a:ext cx="39190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직선 연결선[R] 1061">
            <a:extLst>
              <a:ext uri="{FF2B5EF4-FFF2-40B4-BE49-F238E27FC236}">
                <a16:creationId xmlns:a16="http://schemas.microsoft.com/office/drawing/2014/main" id="{582FDB39-6A53-11F9-7D61-1178D1403369}"/>
              </a:ext>
            </a:extLst>
          </p:cNvPr>
          <p:cNvCxnSpPr>
            <a:cxnSpLocks/>
            <a:endCxn id="1023" idx="2"/>
          </p:cNvCxnSpPr>
          <p:nvPr/>
        </p:nvCxnSpPr>
        <p:spPr>
          <a:xfrm flipV="1">
            <a:off x="6105306" y="5032407"/>
            <a:ext cx="0" cy="33284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직선 연결선[R] 1066">
            <a:extLst>
              <a:ext uri="{FF2B5EF4-FFF2-40B4-BE49-F238E27FC236}">
                <a16:creationId xmlns:a16="http://schemas.microsoft.com/office/drawing/2014/main" id="{A7A3EAD8-5F5C-813F-E8CB-C5BC21A065F4}"/>
              </a:ext>
            </a:extLst>
          </p:cNvPr>
          <p:cNvCxnSpPr>
            <a:cxnSpLocks/>
          </p:cNvCxnSpPr>
          <p:nvPr/>
        </p:nvCxnSpPr>
        <p:spPr>
          <a:xfrm flipH="1">
            <a:off x="4587906" y="5554569"/>
            <a:ext cx="39190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연결선[R] 1068">
            <a:extLst>
              <a:ext uri="{FF2B5EF4-FFF2-40B4-BE49-F238E27FC236}">
                <a16:creationId xmlns:a16="http://schemas.microsoft.com/office/drawing/2014/main" id="{42BD3981-8BA7-2EF3-DF43-D40070A6CF99}"/>
              </a:ext>
            </a:extLst>
          </p:cNvPr>
          <p:cNvCxnSpPr>
            <a:cxnSpLocks/>
          </p:cNvCxnSpPr>
          <p:nvPr/>
        </p:nvCxnSpPr>
        <p:spPr>
          <a:xfrm flipV="1">
            <a:off x="4822003" y="2355053"/>
            <a:ext cx="0" cy="34797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직선 연결선[R] 1072">
            <a:extLst>
              <a:ext uri="{FF2B5EF4-FFF2-40B4-BE49-F238E27FC236}">
                <a16:creationId xmlns:a16="http://schemas.microsoft.com/office/drawing/2014/main" id="{F69E2A86-154C-1804-ACF6-078156EC2844}"/>
              </a:ext>
            </a:extLst>
          </p:cNvPr>
          <p:cNvCxnSpPr>
            <a:cxnSpLocks/>
          </p:cNvCxnSpPr>
          <p:nvPr/>
        </p:nvCxnSpPr>
        <p:spPr>
          <a:xfrm flipH="1">
            <a:off x="4587906" y="5842878"/>
            <a:ext cx="23934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직사각형 1074">
            <a:extLst>
              <a:ext uri="{FF2B5EF4-FFF2-40B4-BE49-F238E27FC236}">
                <a16:creationId xmlns:a16="http://schemas.microsoft.com/office/drawing/2014/main" id="{98D04BB0-2438-3E96-0C1D-32AF2607D418}"/>
              </a:ext>
            </a:extLst>
          </p:cNvPr>
          <p:cNvSpPr>
            <a:spLocks/>
          </p:cNvSpPr>
          <p:nvPr/>
        </p:nvSpPr>
        <p:spPr>
          <a:xfrm>
            <a:off x="10427934" y="1648412"/>
            <a:ext cx="72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tax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299BAFF-C2D8-0C6B-1FC5-E87314FD5F4E}"/>
              </a:ext>
            </a:extLst>
          </p:cNvPr>
          <p:cNvGrpSpPr>
            <a:grpSpLocks noChangeAspect="1"/>
          </p:cNvGrpSpPr>
          <p:nvPr/>
        </p:nvGrpSpPr>
        <p:grpSpPr>
          <a:xfrm>
            <a:off x="1793590" y="770327"/>
            <a:ext cx="148067" cy="108000"/>
            <a:chOff x="7409659" y="2902132"/>
            <a:chExt cx="317047" cy="23947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84CCF07-B98E-3991-1636-54D114BCF741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6" name="직선 연결선 322">
                <a:extLst>
                  <a:ext uri="{FF2B5EF4-FFF2-40B4-BE49-F238E27FC236}">
                    <a16:creationId xmlns:a16="http://schemas.microsoft.com/office/drawing/2014/main" id="{03E1D58D-FDBB-3935-6940-026C5A4F5193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323">
                <a:extLst>
                  <a:ext uri="{FF2B5EF4-FFF2-40B4-BE49-F238E27FC236}">
                    <a16:creationId xmlns:a16="http://schemas.microsoft.com/office/drawing/2014/main" id="{727156F0-6968-B59E-A3B5-5EE906CA49E7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324">
                <a:extLst>
                  <a:ext uri="{FF2B5EF4-FFF2-40B4-BE49-F238E27FC236}">
                    <a16:creationId xmlns:a16="http://schemas.microsoft.com/office/drawing/2014/main" id="{C0763F29-253A-6EAC-B8DC-DC658BE87116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" name="직선 연결선 326">
              <a:extLst>
                <a:ext uri="{FF2B5EF4-FFF2-40B4-BE49-F238E27FC236}">
                  <a16:creationId xmlns:a16="http://schemas.microsoft.com/office/drawing/2014/main" id="{C2F83187-9F98-4C95-C528-A9F3AC8D7EEF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2355CC5-981D-3923-9FFF-1C3D4F69BACD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A37847D-0611-A0F5-B303-4404B42B1146}"/>
              </a:ext>
            </a:extLst>
          </p:cNvPr>
          <p:cNvGrpSpPr>
            <a:grpSpLocks noChangeAspect="1"/>
          </p:cNvGrpSpPr>
          <p:nvPr/>
        </p:nvGrpSpPr>
        <p:grpSpPr>
          <a:xfrm>
            <a:off x="1575620" y="502715"/>
            <a:ext cx="57088" cy="108000"/>
            <a:chOff x="7604467" y="2108611"/>
            <a:chExt cx="122239" cy="239471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D35F0D56-A9B3-B212-AF04-8E08CE0134D3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" name="직선 연결선 359">
                <a:extLst>
                  <a:ext uri="{FF2B5EF4-FFF2-40B4-BE49-F238E27FC236}">
                    <a16:creationId xmlns:a16="http://schemas.microsoft.com/office/drawing/2014/main" id="{A3C3E404-72F6-1B56-E3BA-076DEBEFC253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360">
                <a:extLst>
                  <a:ext uri="{FF2B5EF4-FFF2-40B4-BE49-F238E27FC236}">
                    <a16:creationId xmlns:a16="http://schemas.microsoft.com/office/drawing/2014/main" id="{C343D62F-3912-7328-4813-7B869E468081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361">
                <a:extLst>
                  <a:ext uri="{FF2B5EF4-FFF2-40B4-BE49-F238E27FC236}">
                    <a16:creationId xmlns:a16="http://schemas.microsoft.com/office/drawing/2014/main" id="{D1DB6B90-4E32-83DE-9514-42D7597B0523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직선 연결선 363">
              <a:extLst>
                <a:ext uri="{FF2B5EF4-FFF2-40B4-BE49-F238E27FC236}">
                  <a16:creationId xmlns:a16="http://schemas.microsoft.com/office/drawing/2014/main" id="{82212FB9-599E-3FD1-F92D-BA32E0293569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5257313-A371-8714-9F4D-A07EC762CCD5}"/>
              </a:ext>
            </a:extLst>
          </p:cNvPr>
          <p:cNvGrpSpPr>
            <a:grpSpLocks noChangeAspect="1"/>
          </p:cNvGrpSpPr>
          <p:nvPr/>
        </p:nvGrpSpPr>
        <p:grpSpPr>
          <a:xfrm>
            <a:off x="1854189" y="530218"/>
            <a:ext cx="92005" cy="108000"/>
            <a:chOff x="9162258" y="2902132"/>
            <a:chExt cx="194808" cy="236801"/>
          </a:xfrm>
        </p:grpSpPr>
        <p:cxnSp>
          <p:nvCxnSpPr>
            <p:cNvPr id="16" name="직선 연결선 314">
              <a:extLst>
                <a:ext uri="{FF2B5EF4-FFF2-40B4-BE49-F238E27FC236}">
                  <a16:creationId xmlns:a16="http://schemas.microsoft.com/office/drawing/2014/main" id="{CA7F0233-8A37-8281-5DCB-9D6FDB295863}"/>
                </a:ext>
              </a:extLst>
            </p:cNvPr>
            <p:cNvCxnSpPr/>
            <p:nvPr/>
          </p:nvCxnSpPr>
          <p:spPr>
            <a:xfrm>
              <a:off x="9357066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1DC42C4-1290-DA61-9E57-E33294EE4DC3}"/>
                </a:ext>
              </a:extLst>
            </p:cNvPr>
            <p:cNvSpPr/>
            <p:nvPr/>
          </p:nvSpPr>
          <p:spPr>
            <a:xfrm>
              <a:off x="9162258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18" name="직선 연결선 351">
            <a:extLst>
              <a:ext uri="{FF2B5EF4-FFF2-40B4-BE49-F238E27FC236}">
                <a16:creationId xmlns:a16="http://schemas.microsoft.com/office/drawing/2014/main" id="{03D84663-60ED-5B16-6B84-C3B82857BCEA}"/>
              </a:ext>
            </a:extLst>
          </p:cNvPr>
          <p:cNvCxnSpPr>
            <a:cxnSpLocks/>
          </p:cNvCxnSpPr>
          <p:nvPr/>
        </p:nvCxnSpPr>
        <p:spPr>
          <a:xfrm>
            <a:off x="1507624" y="944865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351">
            <a:extLst>
              <a:ext uri="{FF2B5EF4-FFF2-40B4-BE49-F238E27FC236}">
                <a16:creationId xmlns:a16="http://schemas.microsoft.com/office/drawing/2014/main" id="{3F1128B6-623C-330C-B8F9-2306C14994B5}"/>
              </a:ext>
            </a:extLst>
          </p:cNvPr>
          <p:cNvCxnSpPr>
            <a:cxnSpLocks/>
          </p:cNvCxnSpPr>
          <p:nvPr/>
        </p:nvCxnSpPr>
        <p:spPr>
          <a:xfrm>
            <a:off x="2113429" y="662327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6F371F4-0688-857B-80B7-935F124D4AE6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413287" y="1826905"/>
            <a:ext cx="57088" cy="108000"/>
            <a:chOff x="7604467" y="2108611"/>
            <a:chExt cx="122239" cy="23947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05DC7E9D-0F1F-F75A-EF85-3F2D3ED91192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23" name="직선 연결선 359">
                <a:extLst>
                  <a:ext uri="{FF2B5EF4-FFF2-40B4-BE49-F238E27FC236}">
                    <a16:creationId xmlns:a16="http://schemas.microsoft.com/office/drawing/2014/main" id="{CADEFF40-0589-2FB8-81CC-84BC5C6F115B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360">
                <a:extLst>
                  <a:ext uri="{FF2B5EF4-FFF2-40B4-BE49-F238E27FC236}">
                    <a16:creationId xmlns:a16="http://schemas.microsoft.com/office/drawing/2014/main" id="{E6A5A6EA-7C49-F761-7263-87117A318E78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361">
                <a:extLst>
                  <a:ext uri="{FF2B5EF4-FFF2-40B4-BE49-F238E27FC236}">
                    <a16:creationId xmlns:a16="http://schemas.microsoft.com/office/drawing/2014/main" id="{0A8A17F1-FA36-EE79-302D-3B9F130253B3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직선 연결선 363">
              <a:extLst>
                <a:ext uri="{FF2B5EF4-FFF2-40B4-BE49-F238E27FC236}">
                  <a16:creationId xmlns:a16="http://schemas.microsoft.com/office/drawing/2014/main" id="{803B3213-1A6F-6837-51AA-3A5ABF747490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" name="직선 연결선 351">
            <a:extLst>
              <a:ext uri="{FF2B5EF4-FFF2-40B4-BE49-F238E27FC236}">
                <a16:creationId xmlns:a16="http://schemas.microsoft.com/office/drawing/2014/main" id="{5679E70F-1E9B-F811-DFE6-66EF86E44AED}"/>
              </a:ext>
            </a:extLst>
          </p:cNvPr>
          <p:cNvCxnSpPr>
            <a:cxnSpLocks/>
          </p:cNvCxnSpPr>
          <p:nvPr/>
        </p:nvCxnSpPr>
        <p:spPr>
          <a:xfrm>
            <a:off x="8386702" y="149591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F17E46-EB19-14B2-D7FD-DFCB73DE73AB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92729" y="2715902"/>
            <a:ext cx="70242" cy="108000"/>
            <a:chOff x="7604467" y="2108611"/>
            <a:chExt cx="122239" cy="239471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BD8B102-95D3-50E0-A816-D72AE0991472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30" name="직선 연결선 359">
                <a:extLst>
                  <a:ext uri="{FF2B5EF4-FFF2-40B4-BE49-F238E27FC236}">
                    <a16:creationId xmlns:a16="http://schemas.microsoft.com/office/drawing/2014/main" id="{7D36DC30-A823-9520-9AA0-53AFAF589A25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60">
                <a:extLst>
                  <a:ext uri="{FF2B5EF4-FFF2-40B4-BE49-F238E27FC236}">
                    <a16:creationId xmlns:a16="http://schemas.microsoft.com/office/drawing/2014/main" id="{D1D545FF-4EF8-C115-63EB-7BF29995C2CF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61">
                <a:extLst>
                  <a:ext uri="{FF2B5EF4-FFF2-40B4-BE49-F238E27FC236}">
                    <a16:creationId xmlns:a16="http://schemas.microsoft.com/office/drawing/2014/main" id="{0C79B29C-4ED6-9112-B92B-3C2756D67E3C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직선 연결선 363">
              <a:extLst>
                <a:ext uri="{FF2B5EF4-FFF2-40B4-BE49-F238E27FC236}">
                  <a16:creationId xmlns:a16="http://schemas.microsoft.com/office/drawing/2014/main" id="{3F9A7C24-EBC6-262E-4ADC-12D30A454B6F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9997957-217C-A35C-5514-1B82878AE4A7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8197701" y="3220735"/>
            <a:ext cx="57088" cy="108000"/>
            <a:chOff x="7604467" y="2108611"/>
            <a:chExt cx="122239" cy="239471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FABEAA4-A898-D1D0-D47C-798AAA69057F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37" name="직선 연결선 359">
                <a:extLst>
                  <a:ext uri="{FF2B5EF4-FFF2-40B4-BE49-F238E27FC236}">
                    <a16:creationId xmlns:a16="http://schemas.microsoft.com/office/drawing/2014/main" id="{96D35C2A-E19C-CC69-7AD7-ED7575FB8478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60">
                <a:extLst>
                  <a:ext uri="{FF2B5EF4-FFF2-40B4-BE49-F238E27FC236}">
                    <a16:creationId xmlns:a16="http://schemas.microsoft.com/office/drawing/2014/main" id="{0E9CB87D-B697-028B-DF51-8E3283F98418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61">
                <a:extLst>
                  <a:ext uri="{FF2B5EF4-FFF2-40B4-BE49-F238E27FC236}">
                    <a16:creationId xmlns:a16="http://schemas.microsoft.com/office/drawing/2014/main" id="{B92F2A83-F92A-9C22-2C47-9993AC19C53A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직선 연결선 363">
              <a:extLst>
                <a:ext uri="{FF2B5EF4-FFF2-40B4-BE49-F238E27FC236}">
                  <a16:creationId xmlns:a16="http://schemas.microsoft.com/office/drawing/2014/main" id="{7057A88C-D814-6C0E-C14B-E704B5229B99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0" name="직선 연결선 351">
            <a:extLst>
              <a:ext uri="{FF2B5EF4-FFF2-40B4-BE49-F238E27FC236}">
                <a16:creationId xmlns:a16="http://schemas.microsoft.com/office/drawing/2014/main" id="{29F32BCD-8DFD-3F6E-4128-4EBFD08332D9}"/>
              </a:ext>
            </a:extLst>
          </p:cNvPr>
          <p:cNvCxnSpPr>
            <a:cxnSpLocks/>
          </p:cNvCxnSpPr>
          <p:nvPr/>
        </p:nvCxnSpPr>
        <p:spPr>
          <a:xfrm>
            <a:off x="8170475" y="3646268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B9971BB-D9BA-B64E-5664-2970874F9F20}"/>
              </a:ext>
            </a:extLst>
          </p:cNvPr>
          <p:cNvGrpSpPr>
            <a:grpSpLocks noChangeAspect="1"/>
          </p:cNvGrpSpPr>
          <p:nvPr/>
        </p:nvGrpSpPr>
        <p:grpSpPr>
          <a:xfrm>
            <a:off x="7810475" y="2970989"/>
            <a:ext cx="57088" cy="108000"/>
            <a:chOff x="7604467" y="2108611"/>
            <a:chExt cx="122239" cy="23947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3A44F7BB-25EC-96F7-D568-78C9CD3611AC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45" name="직선 연결선 359">
                <a:extLst>
                  <a:ext uri="{FF2B5EF4-FFF2-40B4-BE49-F238E27FC236}">
                    <a16:creationId xmlns:a16="http://schemas.microsoft.com/office/drawing/2014/main" id="{F9390E26-7F58-61B8-20E0-81D4FC459F14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360">
                <a:extLst>
                  <a:ext uri="{FF2B5EF4-FFF2-40B4-BE49-F238E27FC236}">
                    <a16:creationId xmlns:a16="http://schemas.microsoft.com/office/drawing/2014/main" id="{95C3CCB8-B7B9-2E0C-8904-FBB5B5615629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361">
                <a:extLst>
                  <a:ext uri="{FF2B5EF4-FFF2-40B4-BE49-F238E27FC236}">
                    <a16:creationId xmlns:a16="http://schemas.microsoft.com/office/drawing/2014/main" id="{BEAA4D0E-302E-F77E-842E-A8571E805DC5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직선 연결선 363">
              <a:extLst>
                <a:ext uri="{FF2B5EF4-FFF2-40B4-BE49-F238E27FC236}">
                  <a16:creationId xmlns:a16="http://schemas.microsoft.com/office/drawing/2014/main" id="{DE1AE50C-489A-5A51-2485-993408470B1A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9" name="직선 연결선 351">
            <a:extLst>
              <a:ext uri="{FF2B5EF4-FFF2-40B4-BE49-F238E27FC236}">
                <a16:creationId xmlns:a16="http://schemas.microsoft.com/office/drawing/2014/main" id="{A4F839E8-E242-58EE-87F6-8D97D6AC3303}"/>
              </a:ext>
            </a:extLst>
          </p:cNvPr>
          <p:cNvCxnSpPr>
            <a:cxnSpLocks/>
          </p:cNvCxnSpPr>
          <p:nvPr/>
        </p:nvCxnSpPr>
        <p:spPr>
          <a:xfrm>
            <a:off x="7357364" y="2967649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BE52FBD-F5D6-6D08-8F17-625CC09DB724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202152" y="4518394"/>
            <a:ext cx="57088" cy="108000"/>
            <a:chOff x="7604467" y="2108611"/>
            <a:chExt cx="122239" cy="239471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9DB3E435-F136-1C95-4B35-5CEBD6123D33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53" name="직선 연결선 359">
                <a:extLst>
                  <a:ext uri="{FF2B5EF4-FFF2-40B4-BE49-F238E27FC236}">
                    <a16:creationId xmlns:a16="http://schemas.microsoft.com/office/drawing/2014/main" id="{50E5B7E8-B8D0-58B7-6607-6DBBA030FBAB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360">
                <a:extLst>
                  <a:ext uri="{FF2B5EF4-FFF2-40B4-BE49-F238E27FC236}">
                    <a16:creationId xmlns:a16="http://schemas.microsoft.com/office/drawing/2014/main" id="{5551DAF3-AC0E-EAA1-D685-4A5F0BFC6914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361">
                <a:extLst>
                  <a:ext uri="{FF2B5EF4-FFF2-40B4-BE49-F238E27FC236}">
                    <a16:creationId xmlns:a16="http://schemas.microsoft.com/office/drawing/2014/main" id="{FC006496-892F-4BBE-649F-7DCC9AC94B9F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직선 연결선 363">
              <a:extLst>
                <a:ext uri="{FF2B5EF4-FFF2-40B4-BE49-F238E27FC236}">
                  <a16:creationId xmlns:a16="http://schemas.microsoft.com/office/drawing/2014/main" id="{E80629E7-1172-C444-BE04-F9A9118D7FF4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6" name="직선 연결선 351">
            <a:extLst>
              <a:ext uri="{FF2B5EF4-FFF2-40B4-BE49-F238E27FC236}">
                <a16:creationId xmlns:a16="http://schemas.microsoft.com/office/drawing/2014/main" id="{2BD31201-B771-3C3F-7FA4-C451A6AD0293}"/>
              </a:ext>
            </a:extLst>
          </p:cNvPr>
          <p:cNvCxnSpPr>
            <a:cxnSpLocks/>
          </p:cNvCxnSpPr>
          <p:nvPr/>
        </p:nvCxnSpPr>
        <p:spPr>
          <a:xfrm>
            <a:off x="8177195" y="4202008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352729B-1FCF-E63D-578B-9C326CBD338D}"/>
              </a:ext>
            </a:extLst>
          </p:cNvPr>
          <p:cNvGrpSpPr/>
          <p:nvPr/>
        </p:nvGrpSpPr>
        <p:grpSpPr>
          <a:xfrm rot="5400000">
            <a:off x="8193349" y="5411553"/>
            <a:ext cx="70242" cy="108000"/>
            <a:chOff x="7604467" y="2108611"/>
            <a:chExt cx="122239" cy="239471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F097F6F8-CD85-3E4E-BC52-272513156A39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60" name="직선 연결선 359">
                <a:extLst>
                  <a:ext uri="{FF2B5EF4-FFF2-40B4-BE49-F238E27FC236}">
                    <a16:creationId xmlns:a16="http://schemas.microsoft.com/office/drawing/2014/main" id="{35843295-0033-6614-D040-F6F9929F5EC3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360">
                <a:extLst>
                  <a:ext uri="{FF2B5EF4-FFF2-40B4-BE49-F238E27FC236}">
                    <a16:creationId xmlns:a16="http://schemas.microsoft.com/office/drawing/2014/main" id="{91A69113-2DF2-DC37-ABD6-B767DF8B54DB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361">
                <a:extLst>
                  <a:ext uri="{FF2B5EF4-FFF2-40B4-BE49-F238E27FC236}">
                    <a16:creationId xmlns:a16="http://schemas.microsoft.com/office/drawing/2014/main" id="{2D1F37B2-6B79-9F1F-650C-44AC7DE401D5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직선 연결선 363">
              <a:extLst>
                <a:ext uri="{FF2B5EF4-FFF2-40B4-BE49-F238E27FC236}">
                  <a16:creationId xmlns:a16="http://schemas.microsoft.com/office/drawing/2014/main" id="{E4026D47-C146-6EAB-6EEF-09CB3DAB2082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3" name="직선 연결선 351">
            <a:extLst>
              <a:ext uri="{FF2B5EF4-FFF2-40B4-BE49-F238E27FC236}">
                <a16:creationId xmlns:a16="http://schemas.microsoft.com/office/drawing/2014/main" id="{3E3FC16C-8A51-A492-CA7A-B1F631B85AFA}"/>
              </a:ext>
            </a:extLst>
          </p:cNvPr>
          <p:cNvCxnSpPr>
            <a:cxnSpLocks/>
          </p:cNvCxnSpPr>
          <p:nvPr/>
        </p:nvCxnSpPr>
        <p:spPr>
          <a:xfrm>
            <a:off x="8174471" y="5076069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00" name="그룹 899">
            <a:extLst>
              <a:ext uri="{FF2B5EF4-FFF2-40B4-BE49-F238E27FC236}">
                <a16:creationId xmlns:a16="http://schemas.microsoft.com/office/drawing/2014/main" id="{25CD432D-4E2B-9478-F5A5-AB7A0A229892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8588470" y="5661452"/>
            <a:ext cx="70242" cy="108000"/>
            <a:chOff x="7604467" y="2108611"/>
            <a:chExt cx="122239" cy="239471"/>
          </a:xfrm>
        </p:grpSpPr>
        <p:grpSp>
          <p:nvGrpSpPr>
            <p:cNvPr id="901" name="그룹 900">
              <a:extLst>
                <a:ext uri="{FF2B5EF4-FFF2-40B4-BE49-F238E27FC236}">
                  <a16:creationId xmlns:a16="http://schemas.microsoft.com/office/drawing/2014/main" id="{AA749823-0C5A-AFAC-A2FF-AC61E1ADA13F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904" name="직선 연결선 359">
                <a:extLst>
                  <a:ext uri="{FF2B5EF4-FFF2-40B4-BE49-F238E27FC236}">
                    <a16:creationId xmlns:a16="http://schemas.microsoft.com/office/drawing/2014/main" id="{53AB62E5-021A-00BA-06BF-7BFD8AAEDF3D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5" name="직선 연결선 360">
                <a:extLst>
                  <a:ext uri="{FF2B5EF4-FFF2-40B4-BE49-F238E27FC236}">
                    <a16:creationId xmlns:a16="http://schemas.microsoft.com/office/drawing/2014/main" id="{C6D76CFC-C57C-39A3-D4DB-B75E73A4ABE4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8" name="직선 연결선 361">
                <a:extLst>
                  <a:ext uri="{FF2B5EF4-FFF2-40B4-BE49-F238E27FC236}">
                    <a16:creationId xmlns:a16="http://schemas.microsoft.com/office/drawing/2014/main" id="{2517E08D-63F8-7C3E-D48F-EF692C0FB7DD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02" name="직선 연결선 363">
              <a:extLst>
                <a:ext uri="{FF2B5EF4-FFF2-40B4-BE49-F238E27FC236}">
                  <a16:creationId xmlns:a16="http://schemas.microsoft.com/office/drawing/2014/main" id="{2D8ACE4B-2D1B-91F1-16D4-7C3F41625EFB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10" name="직선 연결선 351">
            <a:extLst>
              <a:ext uri="{FF2B5EF4-FFF2-40B4-BE49-F238E27FC236}">
                <a16:creationId xmlns:a16="http://schemas.microsoft.com/office/drawing/2014/main" id="{0AE7C906-6BA4-5148-BD76-5CC8B48DA0C7}"/>
              </a:ext>
            </a:extLst>
          </p:cNvPr>
          <p:cNvCxnSpPr>
            <a:cxnSpLocks/>
          </p:cNvCxnSpPr>
          <p:nvPr/>
        </p:nvCxnSpPr>
        <p:spPr>
          <a:xfrm>
            <a:off x="9453523" y="4193300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0" name="직선 연결선 351">
            <a:extLst>
              <a:ext uri="{FF2B5EF4-FFF2-40B4-BE49-F238E27FC236}">
                <a16:creationId xmlns:a16="http://schemas.microsoft.com/office/drawing/2014/main" id="{2DB8962F-0DF5-85B0-2912-C419F8D4AF5D}"/>
              </a:ext>
            </a:extLst>
          </p:cNvPr>
          <p:cNvCxnSpPr>
            <a:cxnSpLocks/>
          </p:cNvCxnSpPr>
          <p:nvPr/>
        </p:nvCxnSpPr>
        <p:spPr>
          <a:xfrm>
            <a:off x="8174471" y="2397253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23" name="그룹 922">
            <a:extLst>
              <a:ext uri="{FF2B5EF4-FFF2-40B4-BE49-F238E27FC236}">
                <a16:creationId xmlns:a16="http://schemas.microsoft.com/office/drawing/2014/main" id="{EEE69D12-BB57-F50D-AA6B-3713566A7CBB}"/>
              </a:ext>
            </a:extLst>
          </p:cNvPr>
          <p:cNvGrpSpPr>
            <a:grpSpLocks noChangeAspect="1"/>
          </p:cNvGrpSpPr>
          <p:nvPr/>
        </p:nvGrpSpPr>
        <p:grpSpPr>
          <a:xfrm>
            <a:off x="9077961" y="2970677"/>
            <a:ext cx="70242" cy="108000"/>
            <a:chOff x="7604467" y="2108611"/>
            <a:chExt cx="122239" cy="239471"/>
          </a:xfrm>
        </p:grpSpPr>
        <p:grpSp>
          <p:nvGrpSpPr>
            <p:cNvPr id="925" name="그룹 924">
              <a:extLst>
                <a:ext uri="{FF2B5EF4-FFF2-40B4-BE49-F238E27FC236}">
                  <a16:creationId xmlns:a16="http://schemas.microsoft.com/office/drawing/2014/main" id="{FD4DCBE4-5DF9-B72C-343B-0B59F30DA53C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927" name="직선 연결선 359">
                <a:extLst>
                  <a:ext uri="{FF2B5EF4-FFF2-40B4-BE49-F238E27FC236}">
                    <a16:creationId xmlns:a16="http://schemas.microsoft.com/office/drawing/2014/main" id="{7AEDE89A-CE05-F2DA-3A73-E5AD3B58A8B4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0" name="직선 연결선 360">
                <a:extLst>
                  <a:ext uri="{FF2B5EF4-FFF2-40B4-BE49-F238E27FC236}">
                    <a16:creationId xmlns:a16="http://schemas.microsoft.com/office/drawing/2014/main" id="{B838542D-BEC9-B206-3E23-8C8285ED6401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1" name="직선 연결선 361">
                <a:extLst>
                  <a:ext uri="{FF2B5EF4-FFF2-40B4-BE49-F238E27FC236}">
                    <a16:creationId xmlns:a16="http://schemas.microsoft.com/office/drawing/2014/main" id="{857C56ED-5CF5-5B18-7171-23F583462AA2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26" name="직선 연결선 363">
              <a:extLst>
                <a:ext uri="{FF2B5EF4-FFF2-40B4-BE49-F238E27FC236}">
                  <a16:creationId xmlns:a16="http://schemas.microsoft.com/office/drawing/2014/main" id="{D4A31527-27E8-884E-B98F-95C3D9A8109E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37" name="그룹 936">
            <a:extLst>
              <a:ext uri="{FF2B5EF4-FFF2-40B4-BE49-F238E27FC236}">
                <a16:creationId xmlns:a16="http://schemas.microsoft.com/office/drawing/2014/main" id="{50685590-5C8F-73DE-548B-F69B97B3CCCD}"/>
              </a:ext>
            </a:extLst>
          </p:cNvPr>
          <p:cNvGrpSpPr>
            <a:grpSpLocks noChangeAspect="1"/>
          </p:cNvGrpSpPr>
          <p:nvPr/>
        </p:nvGrpSpPr>
        <p:grpSpPr>
          <a:xfrm>
            <a:off x="9921875" y="629813"/>
            <a:ext cx="148067" cy="108000"/>
            <a:chOff x="7409659" y="2902132"/>
            <a:chExt cx="317047" cy="239471"/>
          </a:xfrm>
        </p:grpSpPr>
        <p:grpSp>
          <p:nvGrpSpPr>
            <p:cNvPr id="948" name="그룹 947">
              <a:extLst>
                <a:ext uri="{FF2B5EF4-FFF2-40B4-BE49-F238E27FC236}">
                  <a16:creationId xmlns:a16="http://schemas.microsoft.com/office/drawing/2014/main" id="{FFE3395F-4F18-8AC7-EE7F-6F988733C55B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952" name="직선 연결선 322">
                <a:extLst>
                  <a:ext uri="{FF2B5EF4-FFF2-40B4-BE49-F238E27FC236}">
                    <a16:creationId xmlns:a16="http://schemas.microsoft.com/office/drawing/2014/main" id="{275750BF-0913-2A1C-B80D-583F5251686B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3" name="직선 연결선 323">
                <a:extLst>
                  <a:ext uri="{FF2B5EF4-FFF2-40B4-BE49-F238E27FC236}">
                    <a16:creationId xmlns:a16="http://schemas.microsoft.com/office/drawing/2014/main" id="{C4522881-819D-D50C-1796-1466D89D2DD8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5" name="직선 연결선 324">
                <a:extLst>
                  <a:ext uri="{FF2B5EF4-FFF2-40B4-BE49-F238E27FC236}">
                    <a16:creationId xmlns:a16="http://schemas.microsoft.com/office/drawing/2014/main" id="{3D4DFC0B-4721-5808-27CF-0BE07DD467B2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49" name="직선 연결선 326">
              <a:extLst>
                <a:ext uri="{FF2B5EF4-FFF2-40B4-BE49-F238E27FC236}">
                  <a16:creationId xmlns:a16="http://schemas.microsoft.com/office/drawing/2014/main" id="{03132314-4EAE-E79D-0E74-6EDE3F61970E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0" name="타원 949">
              <a:extLst>
                <a:ext uri="{FF2B5EF4-FFF2-40B4-BE49-F238E27FC236}">
                  <a16:creationId xmlns:a16="http://schemas.microsoft.com/office/drawing/2014/main" id="{AD186DA6-CB5D-A491-19D3-9E5EB8A37A75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956" name="그룹 955">
            <a:extLst>
              <a:ext uri="{FF2B5EF4-FFF2-40B4-BE49-F238E27FC236}">
                <a16:creationId xmlns:a16="http://schemas.microsoft.com/office/drawing/2014/main" id="{9E95FF47-224B-1F4C-6FA8-583B922533CF}"/>
              </a:ext>
            </a:extLst>
          </p:cNvPr>
          <p:cNvGrpSpPr>
            <a:grpSpLocks noChangeAspect="1"/>
          </p:cNvGrpSpPr>
          <p:nvPr/>
        </p:nvGrpSpPr>
        <p:grpSpPr>
          <a:xfrm>
            <a:off x="9972174" y="428461"/>
            <a:ext cx="57088" cy="108000"/>
            <a:chOff x="7604467" y="2108611"/>
            <a:chExt cx="122239" cy="239471"/>
          </a:xfrm>
        </p:grpSpPr>
        <p:grpSp>
          <p:nvGrpSpPr>
            <p:cNvPr id="958" name="그룹 957">
              <a:extLst>
                <a:ext uri="{FF2B5EF4-FFF2-40B4-BE49-F238E27FC236}">
                  <a16:creationId xmlns:a16="http://schemas.microsoft.com/office/drawing/2014/main" id="{E8DDB839-890E-4387-FA39-B88AF54F61EC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961" name="직선 연결선 359">
                <a:extLst>
                  <a:ext uri="{FF2B5EF4-FFF2-40B4-BE49-F238E27FC236}">
                    <a16:creationId xmlns:a16="http://schemas.microsoft.com/office/drawing/2014/main" id="{A768B7A5-7941-6171-A793-A930142F397E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3" name="직선 연결선 360">
                <a:extLst>
                  <a:ext uri="{FF2B5EF4-FFF2-40B4-BE49-F238E27FC236}">
                    <a16:creationId xmlns:a16="http://schemas.microsoft.com/office/drawing/2014/main" id="{57E5D0CA-4B3D-7FA2-EB71-00C0ED39066A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4" name="직선 연결선 361">
                <a:extLst>
                  <a:ext uri="{FF2B5EF4-FFF2-40B4-BE49-F238E27FC236}">
                    <a16:creationId xmlns:a16="http://schemas.microsoft.com/office/drawing/2014/main" id="{E91824E1-0FBB-52CE-DEDB-B478D2B46D36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59" name="직선 연결선 363">
              <a:extLst>
                <a:ext uri="{FF2B5EF4-FFF2-40B4-BE49-F238E27FC236}">
                  <a16:creationId xmlns:a16="http://schemas.microsoft.com/office/drawing/2014/main" id="{82396D5D-A478-0D37-FA0E-DFDF3A7AB0DF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66" name="그룹 965">
            <a:extLst>
              <a:ext uri="{FF2B5EF4-FFF2-40B4-BE49-F238E27FC236}">
                <a16:creationId xmlns:a16="http://schemas.microsoft.com/office/drawing/2014/main" id="{F7CA94F8-3BDF-72A2-AC2D-F69B84A561CD}"/>
              </a:ext>
            </a:extLst>
          </p:cNvPr>
          <p:cNvGrpSpPr>
            <a:grpSpLocks noChangeAspect="1"/>
          </p:cNvGrpSpPr>
          <p:nvPr/>
        </p:nvGrpSpPr>
        <p:grpSpPr>
          <a:xfrm>
            <a:off x="10124029" y="428461"/>
            <a:ext cx="92005" cy="108000"/>
            <a:chOff x="9162258" y="2902132"/>
            <a:chExt cx="194808" cy="236801"/>
          </a:xfrm>
        </p:grpSpPr>
        <p:cxnSp>
          <p:nvCxnSpPr>
            <p:cNvPr id="967" name="직선 연결선 314">
              <a:extLst>
                <a:ext uri="{FF2B5EF4-FFF2-40B4-BE49-F238E27FC236}">
                  <a16:creationId xmlns:a16="http://schemas.microsoft.com/office/drawing/2014/main" id="{01BE07F0-BC5D-2592-F2AC-C1C22ECC8075}"/>
                </a:ext>
              </a:extLst>
            </p:cNvPr>
            <p:cNvCxnSpPr/>
            <p:nvPr/>
          </p:nvCxnSpPr>
          <p:spPr>
            <a:xfrm>
              <a:off x="9357066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69" name="타원 968">
              <a:extLst>
                <a:ext uri="{FF2B5EF4-FFF2-40B4-BE49-F238E27FC236}">
                  <a16:creationId xmlns:a16="http://schemas.microsoft.com/office/drawing/2014/main" id="{E9D7FC6C-1C7F-7E50-183A-89452B17BF82}"/>
                </a:ext>
              </a:extLst>
            </p:cNvPr>
            <p:cNvSpPr/>
            <p:nvPr/>
          </p:nvSpPr>
          <p:spPr>
            <a:xfrm>
              <a:off x="9162258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970" name="직선 연결선 351">
            <a:extLst>
              <a:ext uri="{FF2B5EF4-FFF2-40B4-BE49-F238E27FC236}">
                <a16:creationId xmlns:a16="http://schemas.microsoft.com/office/drawing/2014/main" id="{F5F16B18-A5E2-585C-6447-9C049A81B2D0}"/>
              </a:ext>
            </a:extLst>
          </p:cNvPr>
          <p:cNvCxnSpPr>
            <a:cxnSpLocks/>
          </p:cNvCxnSpPr>
          <p:nvPr/>
        </p:nvCxnSpPr>
        <p:spPr>
          <a:xfrm>
            <a:off x="10168422" y="770327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1" name="직선 연결선 351">
            <a:extLst>
              <a:ext uri="{FF2B5EF4-FFF2-40B4-BE49-F238E27FC236}">
                <a16:creationId xmlns:a16="http://schemas.microsoft.com/office/drawing/2014/main" id="{CF342EC3-FA20-554E-90AB-1C13D79E31B0}"/>
              </a:ext>
            </a:extLst>
          </p:cNvPr>
          <p:cNvCxnSpPr>
            <a:cxnSpLocks/>
          </p:cNvCxnSpPr>
          <p:nvPr/>
        </p:nvCxnSpPr>
        <p:spPr>
          <a:xfrm>
            <a:off x="10393207" y="428461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4" name="직선 연결선 351">
            <a:extLst>
              <a:ext uri="{FF2B5EF4-FFF2-40B4-BE49-F238E27FC236}">
                <a16:creationId xmlns:a16="http://schemas.microsoft.com/office/drawing/2014/main" id="{44D5D257-A9FE-0AE4-776B-C0094ADC2E9B}"/>
              </a:ext>
            </a:extLst>
          </p:cNvPr>
          <p:cNvCxnSpPr>
            <a:cxnSpLocks/>
          </p:cNvCxnSpPr>
          <p:nvPr/>
        </p:nvCxnSpPr>
        <p:spPr>
          <a:xfrm>
            <a:off x="8643731" y="2967383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76" name="그룹 975">
            <a:extLst>
              <a:ext uri="{FF2B5EF4-FFF2-40B4-BE49-F238E27FC236}">
                <a16:creationId xmlns:a16="http://schemas.microsoft.com/office/drawing/2014/main" id="{F7A9014F-C751-3D52-61B8-24C40B546BA4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9478555" y="3221486"/>
            <a:ext cx="57088" cy="108000"/>
            <a:chOff x="7604467" y="2108611"/>
            <a:chExt cx="122239" cy="239471"/>
          </a:xfrm>
        </p:grpSpPr>
        <p:grpSp>
          <p:nvGrpSpPr>
            <p:cNvPr id="977" name="그룹 976">
              <a:extLst>
                <a:ext uri="{FF2B5EF4-FFF2-40B4-BE49-F238E27FC236}">
                  <a16:creationId xmlns:a16="http://schemas.microsoft.com/office/drawing/2014/main" id="{E5C95927-181D-C396-8DB4-61B06CB80FB5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980" name="직선 연결선 359">
                <a:extLst>
                  <a:ext uri="{FF2B5EF4-FFF2-40B4-BE49-F238E27FC236}">
                    <a16:creationId xmlns:a16="http://schemas.microsoft.com/office/drawing/2014/main" id="{68FC047A-1F8B-4749-16F3-50C8534EE8DE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1" name="직선 연결선 360">
                <a:extLst>
                  <a:ext uri="{FF2B5EF4-FFF2-40B4-BE49-F238E27FC236}">
                    <a16:creationId xmlns:a16="http://schemas.microsoft.com/office/drawing/2014/main" id="{88E35F09-A8C1-EBE8-6D26-59E0FB562FF3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3" name="직선 연결선 361">
                <a:extLst>
                  <a:ext uri="{FF2B5EF4-FFF2-40B4-BE49-F238E27FC236}">
                    <a16:creationId xmlns:a16="http://schemas.microsoft.com/office/drawing/2014/main" id="{9DA126D5-94DE-5B1C-E7BD-7211803FA281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79" name="직선 연결선 363">
              <a:extLst>
                <a:ext uri="{FF2B5EF4-FFF2-40B4-BE49-F238E27FC236}">
                  <a16:creationId xmlns:a16="http://schemas.microsoft.com/office/drawing/2014/main" id="{A25C6A4E-693B-538E-3AF0-DBDC0C56EDE2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84" name="직선 연결선 351">
            <a:extLst>
              <a:ext uri="{FF2B5EF4-FFF2-40B4-BE49-F238E27FC236}">
                <a16:creationId xmlns:a16="http://schemas.microsoft.com/office/drawing/2014/main" id="{4763F0B0-410B-BA58-E042-FDE0171BCFD8}"/>
              </a:ext>
            </a:extLst>
          </p:cNvPr>
          <p:cNvCxnSpPr>
            <a:cxnSpLocks/>
          </p:cNvCxnSpPr>
          <p:nvPr/>
        </p:nvCxnSpPr>
        <p:spPr>
          <a:xfrm>
            <a:off x="9456834" y="3648327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87" name="그룹 986">
            <a:extLst>
              <a:ext uri="{FF2B5EF4-FFF2-40B4-BE49-F238E27FC236}">
                <a16:creationId xmlns:a16="http://schemas.microsoft.com/office/drawing/2014/main" id="{901F0410-4A36-8D1C-7DE2-2649C47C6E18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7956431" y="876576"/>
            <a:ext cx="148067" cy="108000"/>
            <a:chOff x="7409659" y="2902132"/>
            <a:chExt cx="317047" cy="239471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CC4E3A0E-C2AE-717E-40A9-4867F8BF02FA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993" name="직선 연결선 322">
                <a:extLst>
                  <a:ext uri="{FF2B5EF4-FFF2-40B4-BE49-F238E27FC236}">
                    <a16:creationId xmlns:a16="http://schemas.microsoft.com/office/drawing/2014/main" id="{F4455BCF-37D6-9995-9BCE-C59E391EDDFF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4" name="직선 연결선 323">
                <a:extLst>
                  <a:ext uri="{FF2B5EF4-FFF2-40B4-BE49-F238E27FC236}">
                    <a16:creationId xmlns:a16="http://schemas.microsoft.com/office/drawing/2014/main" id="{4F7179C6-88DC-6834-D2E1-C61977C970C7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5" name="직선 연결선 324">
                <a:extLst>
                  <a:ext uri="{FF2B5EF4-FFF2-40B4-BE49-F238E27FC236}">
                    <a16:creationId xmlns:a16="http://schemas.microsoft.com/office/drawing/2014/main" id="{61503827-53FA-F418-2005-7CEFB2ECB731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90" name="직선 연결선 326">
              <a:extLst>
                <a:ext uri="{FF2B5EF4-FFF2-40B4-BE49-F238E27FC236}">
                  <a16:creationId xmlns:a16="http://schemas.microsoft.com/office/drawing/2014/main" id="{8D06A5D8-9E24-3211-5926-5CEE3E6B1D66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1" name="타원 990">
              <a:extLst>
                <a:ext uri="{FF2B5EF4-FFF2-40B4-BE49-F238E27FC236}">
                  <a16:creationId xmlns:a16="http://schemas.microsoft.com/office/drawing/2014/main" id="{3C2C038B-1EA9-5058-D347-612EE484075E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996" name="그룹 995">
            <a:extLst>
              <a:ext uri="{FF2B5EF4-FFF2-40B4-BE49-F238E27FC236}">
                <a16:creationId xmlns:a16="http://schemas.microsoft.com/office/drawing/2014/main" id="{ADD256C4-1ED1-0200-9CD7-CF2A017D1394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367797" y="878922"/>
            <a:ext cx="148067" cy="108000"/>
            <a:chOff x="7409659" y="2902132"/>
            <a:chExt cx="317047" cy="239471"/>
          </a:xfrm>
        </p:grpSpPr>
        <p:grpSp>
          <p:nvGrpSpPr>
            <p:cNvPr id="997" name="그룹 996">
              <a:extLst>
                <a:ext uri="{FF2B5EF4-FFF2-40B4-BE49-F238E27FC236}">
                  <a16:creationId xmlns:a16="http://schemas.microsoft.com/office/drawing/2014/main" id="{60FC968E-BE5E-3CC7-ACC1-16006994ACEE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1002" name="직선 연결선 322">
                <a:extLst>
                  <a:ext uri="{FF2B5EF4-FFF2-40B4-BE49-F238E27FC236}">
                    <a16:creationId xmlns:a16="http://schemas.microsoft.com/office/drawing/2014/main" id="{EDEA1B63-BEE5-4ECF-7800-DD7583B4E85B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3" name="직선 연결선 323">
                <a:extLst>
                  <a:ext uri="{FF2B5EF4-FFF2-40B4-BE49-F238E27FC236}">
                    <a16:creationId xmlns:a16="http://schemas.microsoft.com/office/drawing/2014/main" id="{37FEA0A0-7043-FF31-899D-8CA7134BCDD7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5" name="직선 연결선 324">
                <a:extLst>
                  <a:ext uri="{FF2B5EF4-FFF2-40B4-BE49-F238E27FC236}">
                    <a16:creationId xmlns:a16="http://schemas.microsoft.com/office/drawing/2014/main" id="{175111BB-A9E0-167A-AA50-F4981F24218F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98" name="직선 연결선 326">
              <a:extLst>
                <a:ext uri="{FF2B5EF4-FFF2-40B4-BE49-F238E27FC236}">
                  <a16:creationId xmlns:a16="http://schemas.microsoft.com/office/drawing/2014/main" id="{67B64B70-3B79-EEC2-1B03-DBBBD853C6A3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00" name="타원 999">
              <a:extLst>
                <a:ext uri="{FF2B5EF4-FFF2-40B4-BE49-F238E27FC236}">
                  <a16:creationId xmlns:a16="http://schemas.microsoft.com/office/drawing/2014/main" id="{EEFF3BF7-10D8-775D-1986-360476C7DB37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1011" name="직선 연결선 351">
            <a:extLst>
              <a:ext uri="{FF2B5EF4-FFF2-40B4-BE49-F238E27FC236}">
                <a16:creationId xmlns:a16="http://schemas.microsoft.com/office/drawing/2014/main" id="{41DF0439-30BE-1F41-F049-D199052AA33E}"/>
              </a:ext>
            </a:extLst>
          </p:cNvPr>
          <p:cNvCxnSpPr>
            <a:cxnSpLocks/>
          </p:cNvCxnSpPr>
          <p:nvPr/>
        </p:nvCxnSpPr>
        <p:spPr>
          <a:xfrm>
            <a:off x="7976043" y="58703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2" name="직선 연결선 351">
            <a:extLst>
              <a:ext uri="{FF2B5EF4-FFF2-40B4-BE49-F238E27FC236}">
                <a16:creationId xmlns:a16="http://schemas.microsoft.com/office/drawing/2014/main" id="{A5A24C8D-9E1E-57C0-EECB-7DBA09BDACDE}"/>
              </a:ext>
            </a:extLst>
          </p:cNvPr>
          <p:cNvCxnSpPr>
            <a:cxnSpLocks/>
          </p:cNvCxnSpPr>
          <p:nvPr/>
        </p:nvCxnSpPr>
        <p:spPr>
          <a:xfrm>
            <a:off x="8387831" y="593475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13" name="그룹 1012">
            <a:extLst>
              <a:ext uri="{FF2B5EF4-FFF2-40B4-BE49-F238E27FC236}">
                <a16:creationId xmlns:a16="http://schemas.microsoft.com/office/drawing/2014/main" id="{D9292B04-931B-3D1C-641F-F6CF58DCFAE5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8592902" y="1940556"/>
            <a:ext cx="57088" cy="108000"/>
            <a:chOff x="7604467" y="2108611"/>
            <a:chExt cx="122239" cy="239471"/>
          </a:xfrm>
        </p:grpSpPr>
        <p:grpSp>
          <p:nvGrpSpPr>
            <p:cNvPr id="1014" name="그룹 1013">
              <a:extLst>
                <a:ext uri="{FF2B5EF4-FFF2-40B4-BE49-F238E27FC236}">
                  <a16:creationId xmlns:a16="http://schemas.microsoft.com/office/drawing/2014/main" id="{33140484-1B9A-44B6-8680-17AEA4E86115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16" name="직선 연결선 359">
                <a:extLst>
                  <a:ext uri="{FF2B5EF4-FFF2-40B4-BE49-F238E27FC236}">
                    <a16:creationId xmlns:a16="http://schemas.microsoft.com/office/drawing/2014/main" id="{BEB78873-B6C4-46A1-70BA-BA3CE4CE4F12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7" name="직선 연결선 360">
                <a:extLst>
                  <a:ext uri="{FF2B5EF4-FFF2-40B4-BE49-F238E27FC236}">
                    <a16:creationId xmlns:a16="http://schemas.microsoft.com/office/drawing/2014/main" id="{30AEFAA4-6921-E9E1-3C94-D96EEBC9A996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9" name="직선 연결선 361">
                <a:extLst>
                  <a:ext uri="{FF2B5EF4-FFF2-40B4-BE49-F238E27FC236}">
                    <a16:creationId xmlns:a16="http://schemas.microsoft.com/office/drawing/2014/main" id="{313BF821-17DA-4B67-D3B8-E2BE33B6FD2D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15" name="직선 연결선 363">
              <a:extLst>
                <a:ext uri="{FF2B5EF4-FFF2-40B4-BE49-F238E27FC236}">
                  <a16:creationId xmlns:a16="http://schemas.microsoft.com/office/drawing/2014/main" id="{313B1E4D-54BE-B212-8D47-76AA282025DC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20" name="그룹 1019">
            <a:extLst>
              <a:ext uri="{FF2B5EF4-FFF2-40B4-BE49-F238E27FC236}">
                <a16:creationId xmlns:a16="http://schemas.microsoft.com/office/drawing/2014/main" id="{9D2E9E02-F3B8-B7B3-4CFD-0EEC8AD3BB5D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8594671" y="2181405"/>
            <a:ext cx="57088" cy="108000"/>
            <a:chOff x="7604467" y="2108611"/>
            <a:chExt cx="122239" cy="239471"/>
          </a:xfrm>
        </p:grpSpPr>
        <p:grpSp>
          <p:nvGrpSpPr>
            <p:cNvPr id="1028" name="그룹 1027">
              <a:extLst>
                <a:ext uri="{FF2B5EF4-FFF2-40B4-BE49-F238E27FC236}">
                  <a16:creationId xmlns:a16="http://schemas.microsoft.com/office/drawing/2014/main" id="{7E102716-3361-20B2-7DDE-238870208ADC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32" name="직선 연결선 359">
                <a:extLst>
                  <a:ext uri="{FF2B5EF4-FFF2-40B4-BE49-F238E27FC236}">
                    <a16:creationId xmlns:a16="http://schemas.microsoft.com/office/drawing/2014/main" id="{AF5B645C-5659-11AC-1DCD-BC72979561E6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3" name="직선 연결선 360">
                <a:extLst>
                  <a:ext uri="{FF2B5EF4-FFF2-40B4-BE49-F238E27FC236}">
                    <a16:creationId xmlns:a16="http://schemas.microsoft.com/office/drawing/2014/main" id="{BBEA9150-6F90-CD89-22EE-CB378F5E1BD1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5" name="직선 연결선 361">
                <a:extLst>
                  <a:ext uri="{FF2B5EF4-FFF2-40B4-BE49-F238E27FC236}">
                    <a16:creationId xmlns:a16="http://schemas.microsoft.com/office/drawing/2014/main" id="{F07A42EA-B121-0A3F-39CF-3C23485FAAC2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29" name="직선 연결선 363">
              <a:extLst>
                <a:ext uri="{FF2B5EF4-FFF2-40B4-BE49-F238E27FC236}">
                  <a16:creationId xmlns:a16="http://schemas.microsoft.com/office/drawing/2014/main" id="{0B091F9F-0BC4-62A6-8117-EF394A6BCBE2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36" name="직선 연결선 351">
            <a:extLst>
              <a:ext uri="{FF2B5EF4-FFF2-40B4-BE49-F238E27FC236}">
                <a16:creationId xmlns:a16="http://schemas.microsoft.com/office/drawing/2014/main" id="{F6FD5DBB-7E94-EAF9-28FA-21799D71C0E7}"/>
              </a:ext>
            </a:extLst>
          </p:cNvPr>
          <p:cNvCxnSpPr>
            <a:cxnSpLocks/>
          </p:cNvCxnSpPr>
          <p:nvPr/>
        </p:nvCxnSpPr>
        <p:spPr>
          <a:xfrm>
            <a:off x="9080043" y="1941052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7" name="직선 연결선 351">
            <a:extLst>
              <a:ext uri="{FF2B5EF4-FFF2-40B4-BE49-F238E27FC236}">
                <a16:creationId xmlns:a16="http://schemas.microsoft.com/office/drawing/2014/main" id="{C240F96F-3AEE-6AC6-31EA-692E349FE05F}"/>
              </a:ext>
            </a:extLst>
          </p:cNvPr>
          <p:cNvCxnSpPr>
            <a:cxnSpLocks/>
          </p:cNvCxnSpPr>
          <p:nvPr/>
        </p:nvCxnSpPr>
        <p:spPr>
          <a:xfrm>
            <a:off x="9082190" y="2184017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8" name="직선 연결선[R] 1037">
            <a:extLst>
              <a:ext uri="{FF2B5EF4-FFF2-40B4-BE49-F238E27FC236}">
                <a16:creationId xmlns:a16="http://schemas.microsoft.com/office/drawing/2014/main" id="{FECEE3FA-5A97-891D-CCA9-817E0F891A9D}"/>
              </a:ext>
            </a:extLst>
          </p:cNvPr>
          <p:cNvCxnSpPr>
            <a:cxnSpLocks/>
          </p:cNvCxnSpPr>
          <p:nvPr/>
        </p:nvCxnSpPr>
        <p:spPr>
          <a:xfrm flipH="1">
            <a:off x="7308188" y="1279379"/>
            <a:ext cx="559732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0" name="그룹 1039">
            <a:extLst>
              <a:ext uri="{FF2B5EF4-FFF2-40B4-BE49-F238E27FC236}">
                <a16:creationId xmlns:a16="http://schemas.microsoft.com/office/drawing/2014/main" id="{43250731-D964-FFBF-30B9-05F9360DF059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7311355" y="1091006"/>
            <a:ext cx="57088" cy="108000"/>
            <a:chOff x="7604467" y="2108611"/>
            <a:chExt cx="122239" cy="239471"/>
          </a:xfrm>
        </p:grpSpPr>
        <p:grpSp>
          <p:nvGrpSpPr>
            <p:cNvPr id="1041" name="그룹 1040">
              <a:extLst>
                <a:ext uri="{FF2B5EF4-FFF2-40B4-BE49-F238E27FC236}">
                  <a16:creationId xmlns:a16="http://schemas.microsoft.com/office/drawing/2014/main" id="{04A82DB9-45E4-8411-F24B-B1D99FF6D781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45" name="직선 연결선 359">
                <a:extLst>
                  <a:ext uri="{FF2B5EF4-FFF2-40B4-BE49-F238E27FC236}">
                    <a16:creationId xmlns:a16="http://schemas.microsoft.com/office/drawing/2014/main" id="{3959DAB8-C0A0-EE20-D7F1-B4E449B2D06E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6" name="직선 연결선 360">
                <a:extLst>
                  <a:ext uri="{FF2B5EF4-FFF2-40B4-BE49-F238E27FC236}">
                    <a16:creationId xmlns:a16="http://schemas.microsoft.com/office/drawing/2014/main" id="{8A2B6F14-467F-11B3-991F-39049FEFE7D8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" name="직선 연결선 361">
                <a:extLst>
                  <a:ext uri="{FF2B5EF4-FFF2-40B4-BE49-F238E27FC236}">
                    <a16:creationId xmlns:a16="http://schemas.microsoft.com/office/drawing/2014/main" id="{727E24E2-13C3-88F2-1242-548CD1E00BF2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43" name="직선 연결선 363">
              <a:extLst>
                <a:ext uri="{FF2B5EF4-FFF2-40B4-BE49-F238E27FC236}">
                  <a16:creationId xmlns:a16="http://schemas.microsoft.com/office/drawing/2014/main" id="{47357F8A-660A-6753-CC42-F3B3F308E8E6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9" name="그룹 1048">
            <a:extLst>
              <a:ext uri="{FF2B5EF4-FFF2-40B4-BE49-F238E27FC236}">
                <a16:creationId xmlns:a16="http://schemas.microsoft.com/office/drawing/2014/main" id="{1648758C-6474-0C44-4AB0-1FCB87329837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7308188" y="1225717"/>
            <a:ext cx="57088" cy="108000"/>
            <a:chOff x="7604467" y="2108611"/>
            <a:chExt cx="122239" cy="239471"/>
          </a:xfrm>
        </p:grpSpPr>
        <p:grpSp>
          <p:nvGrpSpPr>
            <p:cNvPr id="1051" name="그룹 1050">
              <a:extLst>
                <a:ext uri="{FF2B5EF4-FFF2-40B4-BE49-F238E27FC236}">
                  <a16:creationId xmlns:a16="http://schemas.microsoft.com/office/drawing/2014/main" id="{D7056EC4-DEC0-7509-691A-F414448E8DBB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54" name="직선 연결선 359">
                <a:extLst>
                  <a:ext uri="{FF2B5EF4-FFF2-40B4-BE49-F238E27FC236}">
                    <a16:creationId xmlns:a16="http://schemas.microsoft.com/office/drawing/2014/main" id="{76527818-AC22-1068-8363-9D28EA13DDCB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5" name="직선 연결선 360">
                <a:extLst>
                  <a:ext uri="{FF2B5EF4-FFF2-40B4-BE49-F238E27FC236}">
                    <a16:creationId xmlns:a16="http://schemas.microsoft.com/office/drawing/2014/main" id="{67879554-81A2-26AC-D611-C1171F35167B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6" name="직선 연결선 361">
                <a:extLst>
                  <a:ext uri="{FF2B5EF4-FFF2-40B4-BE49-F238E27FC236}">
                    <a16:creationId xmlns:a16="http://schemas.microsoft.com/office/drawing/2014/main" id="{D48C68EA-36BC-55F8-1913-CBB2D2504422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52" name="직선 연결선 363">
              <a:extLst>
                <a:ext uri="{FF2B5EF4-FFF2-40B4-BE49-F238E27FC236}">
                  <a16:creationId xmlns:a16="http://schemas.microsoft.com/office/drawing/2014/main" id="{0491746A-574F-4B47-BD78-65958B101E61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57" name="직선 연결선 351">
            <a:extLst>
              <a:ext uri="{FF2B5EF4-FFF2-40B4-BE49-F238E27FC236}">
                <a16:creationId xmlns:a16="http://schemas.microsoft.com/office/drawing/2014/main" id="{844F2A29-9490-7043-90CB-D8AD88845D89}"/>
              </a:ext>
            </a:extLst>
          </p:cNvPr>
          <p:cNvCxnSpPr>
            <a:cxnSpLocks/>
          </p:cNvCxnSpPr>
          <p:nvPr/>
        </p:nvCxnSpPr>
        <p:spPr>
          <a:xfrm>
            <a:off x="7799882" y="1090151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8" name="직선 연결선 351">
            <a:extLst>
              <a:ext uri="{FF2B5EF4-FFF2-40B4-BE49-F238E27FC236}">
                <a16:creationId xmlns:a16="http://schemas.microsoft.com/office/drawing/2014/main" id="{3835506C-97C8-BBB6-EA60-568B1DC610AF}"/>
              </a:ext>
            </a:extLst>
          </p:cNvPr>
          <p:cNvCxnSpPr>
            <a:cxnSpLocks/>
          </p:cNvCxnSpPr>
          <p:nvPr/>
        </p:nvCxnSpPr>
        <p:spPr>
          <a:xfrm>
            <a:off x="7796875" y="1225717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60" name="그룹 1059">
            <a:extLst>
              <a:ext uri="{FF2B5EF4-FFF2-40B4-BE49-F238E27FC236}">
                <a16:creationId xmlns:a16="http://schemas.microsoft.com/office/drawing/2014/main" id="{C1F0C4EC-2E35-E4DB-F4E1-54E8A5CD45B2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5631072" y="3616926"/>
            <a:ext cx="70242" cy="108000"/>
            <a:chOff x="7604467" y="2108611"/>
            <a:chExt cx="122239" cy="239471"/>
          </a:xfrm>
        </p:grpSpPr>
        <p:grpSp>
          <p:nvGrpSpPr>
            <p:cNvPr id="1061" name="그룹 1060">
              <a:extLst>
                <a:ext uri="{FF2B5EF4-FFF2-40B4-BE49-F238E27FC236}">
                  <a16:creationId xmlns:a16="http://schemas.microsoft.com/office/drawing/2014/main" id="{C300D6AE-963B-9737-7A85-24FAD67C62E0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64" name="직선 연결선 359">
                <a:extLst>
                  <a:ext uri="{FF2B5EF4-FFF2-40B4-BE49-F238E27FC236}">
                    <a16:creationId xmlns:a16="http://schemas.microsoft.com/office/drawing/2014/main" id="{F55C4271-FF42-5619-A3F5-2140711A4DF1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5" name="직선 연결선 360">
                <a:extLst>
                  <a:ext uri="{FF2B5EF4-FFF2-40B4-BE49-F238E27FC236}">
                    <a16:creationId xmlns:a16="http://schemas.microsoft.com/office/drawing/2014/main" id="{3E463A8F-DED7-E4C7-3FC0-48B57407EB04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6" name="직선 연결선 361">
                <a:extLst>
                  <a:ext uri="{FF2B5EF4-FFF2-40B4-BE49-F238E27FC236}">
                    <a16:creationId xmlns:a16="http://schemas.microsoft.com/office/drawing/2014/main" id="{A3C9D630-5C6A-14C8-1F41-0807A64E365E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63" name="직선 연결선 363">
              <a:extLst>
                <a:ext uri="{FF2B5EF4-FFF2-40B4-BE49-F238E27FC236}">
                  <a16:creationId xmlns:a16="http://schemas.microsoft.com/office/drawing/2014/main" id="{2EFC8293-5B0F-C202-C8D5-8E2E83E91DA9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68" name="직선 연결선 351">
            <a:extLst>
              <a:ext uri="{FF2B5EF4-FFF2-40B4-BE49-F238E27FC236}">
                <a16:creationId xmlns:a16="http://schemas.microsoft.com/office/drawing/2014/main" id="{21733485-E76A-C946-A59C-38AABF858CC0}"/>
              </a:ext>
            </a:extLst>
          </p:cNvPr>
          <p:cNvCxnSpPr>
            <a:cxnSpLocks/>
          </p:cNvCxnSpPr>
          <p:nvPr/>
        </p:nvCxnSpPr>
        <p:spPr>
          <a:xfrm>
            <a:off x="5613906" y="3290558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71" name="그룹 1070">
            <a:extLst>
              <a:ext uri="{FF2B5EF4-FFF2-40B4-BE49-F238E27FC236}">
                <a16:creationId xmlns:a16="http://schemas.microsoft.com/office/drawing/2014/main" id="{F728B802-081E-6B08-900B-2029EA3721CF}"/>
              </a:ext>
            </a:extLst>
          </p:cNvPr>
          <p:cNvGrpSpPr>
            <a:grpSpLocks noChangeAspect="1"/>
          </p:cNvGrpSpPr>
          <p:nvPr/>
        </p:nvGrpSpPr>
        <p:grpSpPr>
          <a:xfrm>
            <a:off x="7795317" y="3870916"/>
            <a:ext cx="70242" cy="108000"/>
            <a:chOff x="7604467" y="2108611"/>
            <a:chExt cx="122239" cy="239471"/>
          </a:xfrm>
        </p:grpSpPr>
        <p:grpSp>
          <p:nvGrpSpPr>
            <p:cNvPr id="1072" name="그룹 1071">
              <a:extLst>
                <a:ext uri="{FF2B5EF4-FFF2-40B4-BE49-F238E27FC236}">
                  <a16:creationId xmlns:a16="http://schemas.microsoft.com/office/drawing/2014/main" id="{C92CEC7F-64DA-5FFD-054D-C14E586868C6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76" name="직선 연결선 359">
                <a:extLst>
                  <a:ext uri="{FF2B5EF4-FFF2-40B4-BE49-F238E27FC236}">
                    <a16:creationId xmlns:a16="http://schemas.microsoft.com/office/drawing/2014/main" id="{CB7C25A9-1DC8-8CAB-B9F9-8F830DE3639A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7" name="직선 연결선 360">
                <a:extLst>
                  <a:ext uri="{FF2B5EF4-FFF2-40B4-BE49-F238E27FC236}">
                    <a16:creationId xmlns:a16="http://schemas.microsoft.com/office/drawing/2014/main" id="{859D209E-7490-DCE4-C187-4821548D8CFC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8" name="직선 연결선 361">
                <a:extLst>
                  <a:ext uri="{FF2B5EF4-FFF2-40B4-BE49-F238E27FC236}">
                    <a16:creationId xmlns:a16="http://schemas.microsoft.com/office/drawing/2014/main" id="{75616082-BF59-33A1-AEDE-28012BB7BC12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74" name="직선 연결선 363">
              <a:extLst>
                <a:ext uri="{FF2B5EF4-FFF2-40B4-BE49-F238E27FC236}">
                  <a16:creationId xmlns:a16="http://schemas.microsoft.com/office/drawing/2014/main" id="{9831C45F-72D8-8DCB-74CE-49090BFA828A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79" name="직선 연결선 351">
            <a:extLst>
              <a:ext uri="{FF2B5EF4-FFF2-40B4-BE49-F238E27FC236}">
                <a16:creationId xmlns:a16="http://schemas.microsoft.com/office/drawing/2014/main" id="{F6DB62A8-0217-0705-3721-388C01B7A111}"/>
              </a:ext>
            </a:extLst>
          </p:cNvPr>
          <p:cNvCxnSpPr>
            <a:cxnSpLocks/>
          </p:cNvCxnSpPr>
          <p:nvPr/>
        </p:nvCxnSpPr>
        <p:spPr>
          <a:xfrm>
            <a:off x="6086474" y="3870415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80" name="그룹 1079">
            <a:extLst>
              <a:ext uri="{FF2B5EF4-FFF2-40B4-BE49-F238E27FC236}">
                <a16:creationId xmlns:a16="http://schemas.microsoft.com/office/drawing/2014/main" id="{EB5989C4-5948-4AB1-E55F-8C4374B0A122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7310414" y="5526708"/>
            <a:ext cx="57088" cy="108000"/>
            <a:chOff x="7604467" y="2108611"/>
            <a:chExt cx="122239" cy="239471"/>
          </a:xfrm>
        </p:grpSpPr>
        <p:grpSp>
          <p:nvGrpSpPr>
            <p:cNvPr id="1081" name="그룹 1080">
              <a:extLst>
                <a:ext uri="{FF2B5EF4-FFF2-40B4-BE49-F238E27FC236}">
                  <a16:creationId xmlns:a16="http://schemas.microsoft.com/office/drawing/2014/main" id="{A04A5992-ED10-4DD4-D15E-8FC1AEBC0334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83" name="직선 연결선 359">
                <a:extLst>
                  <a:ext uri="{FF2B5EF4-FFF2-40B4-BE49-F238E27FC236}">
                    <a16:creationId xmlns:a16="http://schemas.microsoft.com/office/drawing/2014/main" id="{3B878F1B-B4AA-33C6-F354-474133B9FB11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4" name="직선 연결선 360">
                <a:extLst>
                  <a:ext uri="{FF2B5EF4-FFF2-40B4-BE49-F238E27FC236}">
                    <a16:creationId xmlns:a16="http://schemas.microsoft.com/office/drawing/2014/main" id="{33A32DB9-4167-238D-47F9-3CF01A17B5E3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5" name="직선 연결선 361">
                <a:extLst>
                  <a:ext uri="{FF2B5EF4-FFF2-40B4-BE49-F238E27FC236}">
                    <a16:creationId xmlns:a16="http://schemas.microsoft.com/office/drawing/2014/main" id="{6D98B760-D33B-2C43-D3AB-2432AEBD7981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82" name="직선 연결선 363">
              <a:extLst>
                <a:ext uri="{FF2B5EF4-FFF2-40B4-BE49-F238E27FC236}">
                  <a16:creationId xmlns:a16="http://schemas.microsoft.com/office/drawing/2014/main" id="{F5D61641-B82D-00A6-C90F-391C6514A231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86" name="그룹 1085">
            <a:extLst>
              <a:ext uri="{FF2B5EF4-FFF2-40B4-BE49-F238E27FC236}">
                <a16:creationId xmlns:a16="http://schemas.microsoft.com/office/drawing/2014/main" id="{F95B391E-A98D-75F1-CC58-4EBF4C4150B7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7308188" y="5665619"/>
            <a:ext cx="57088" cy="108000"/>
            <a:chOff x="7604467" y="2108611"/>
            <a:chExt cx="122239" cy="239471"/>
          </a:xfrm>
        </p:grpSpPr>
        <p:grpSp>
          <p:nvGrpSpPr>
            <p:cNvPr id="1087" name="그룹 1086">
              <a:extLst>
                <a:ext uri="{FF2B5EF4-FFF2-40B4-BE49-F238E27FC236}">
                  <a16:creationId xmlns:a16="http://schemas.microsoft.com/office/drawing/2014/main" id="{DA27E11C-82C1-7865-7FA2-02817F720CDD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769" name="직선 연결선 359">
                <a:extLst>
                  <a:ext uri="{FF2B5EF4-FFF2-40B4-BE49-F238E27FC236}">
                    <a16:creationId xmlns:a16="http://schemas.microsoft.com/office/drawing/2014/main" id="{61367701-67CB-4A0E-6D66-4F099513934F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0" name="직선 연결선 360">
                <a:extLst>
                  <a:ext uri="{FF2B5EF4-FFF2-40B4-BE49-F238E27FC236}">
                    <a16:creationId xmlns:a16="http://schemas.microsoft.com/office/drawing/2014/main" id="{254F6C95-4147-74D2-3A6C-6BA62A614464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1" name="직선 연결선 361">
                <a:extLst>
                  <a:ext uri="{FF2B5EF4-FFF2-40B4-BE49-F238E27FC236}">
                    <a16:creationId xmlns:a16="http://schemas.microsoft.com/office/drawing/2014/main" id="{A109840D-B96C-2F26-7B9F-D247D4736991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68" name="직선 연결선 363">
              <a:extLst>
                <a:ext uri="{FF2B5EF4-FFF2-40B4-BE49-F238E27FC236}">
                  <a16:creationId xmlns:a16="http://schemas.microsoft.com/office/drawing/2014/main" id="{76736FE6-E5D5-286B-AD3E-C486C4E2FAA6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72" name="직선 연결선 351">
            <a:extLst>
              <a:ext uri="{FF2B5EF4-FFF2-40B4-BE49-F238E27FC236}">
                <a16:creationId xmlns:a16="http://schemas.microsoft.com/office/drawing/2014/main" id="{EB33863B-A230-AA49-D047-A17BE3B0E7AE}"/>
              </a:ext>
            </a:extLst>
          </p:cNvPr>
          <p:cNvCxnSpPr>
            <a:cxnSpLocks/>
          </p:cNvCxnSpPr>
          <p:nvPr/>
        </p:nvCxnSpPr>
        <p:spPr>
          <a:xfrm>
            <a:off x="7809440" y="3074710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3" name="직선 연결선 351">
            <a:extLst>
              <a:ext uri="{FF2B5EF4-FFF2-40B4-BE49-F238E27FC236}">
                <a16:creationId xmlns:a16="http://schemas.microsoft.com/office/drawing/2014/main" id="{50CFB1CA-244A-9EC4-6363-9734102D59E4}"/>
              </a:ext>
            </a:extLst>
          </p:cNvPr>
          <p:cNvCxnSpPr>
            <a:cxnSpLocks/>
          </p:cNvCxnSpPr>
          <p:nvPr/>
        </p:nvCxnSpPr>
        <p:spPr>
          <a:xfrm>
            <a:off x="7815022" y="5668118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74" name="그룹 773">
            <a:extLst>
              <a:ext uri="{FF2B5EF4-FFF2-40B4-BE49-F238E27FC236}">
                <a16:creationId xmlns:a16="http://schemas.microsoft.com/office/drawing/2014/main" id="{9E8D285F-87FD-480F-C9B1-5B952356B4B0}"/>
              </a:ext>
            </a:extLst>
          </p:cNvPr>
          <p:cNvGrpSpPr>
            <a:grpSpLocks noChangeAspect="1"/>
          </p:cNvGrpSpPr>
          <p:nvPr/>
        </p:nvGrpSpPr>
        <p:grpSpPr>
          <a:xfrm>
            <a:off x="6531100" y="5663355"/>
            <a:ext cx="57088" cy="108000"/>
            <a:chOff x="7604467" y="2108611"/>
            <a:chExt cx="122239" cy="239471"/>
          </a:xfrm>
        </p:grpSpPr>
        <p:grpSp>
          <p:nvGrpSpPr>
            <p:cNvPr id="775" name="그룹 774">
              <a:extLst>
                <a:ext uri="{FF2B5EF4-FFF2-40B4-BE49-F238E27FC236}">
                  <a16:creationId xmlns:a16="http://schemas.microsoft.com/office/drawing/2014/main" id="{70D7D10A-E819-4102-A0E7-82161038A01B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777" name="직선 연결선 359">
                <a:extLst>
                  <a:ext uri="{FF2B5EF4-FFF2-40B4-BE49-F238E27FC236}">
                    <a16:creationId xmlns:a16="http://schemas.microsoft.com/office/drawing/2014/main" id="{1099C51F-41BC-BEE3-742E-6C7A658C9669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8" name="직선 연결선 360">
                <a:extLst>
                  <a:ext uri="{FF2B5EF4-FFF2-40B4-BE49-F238E27FC236}">
                    <a16:creationId xmlns:a16="http://schemas.microsoft.com/office/drawing/2014/main" id="{E2C12381-065E-171D-5EA0-76D8686C1803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9" name="직선 연결선 361">
                <a:extLst>
                  <a:ext uri="{FF2B5EF4-FFF2-40B4-BE49-F238E27FC236}">
                    <a16:creationId xmlns:a16="http://schemas.microsoft.com/office/drawing/2014/main" id="{CCCCD90F-A56F-3784-7448-6B98DA0D272D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76" name="직선 연결선 363">
              <a:extLst>
                <a:ext uri="{FF2B5EF4-FFF2-40B4-BE49-F238E27FC236}">
                  <a16:creationId xmlns:a16="http://schemas.microsoft.com/office/drawing/2014/main" id="{C5A5B367-3F6F-5D4F-863F-FDDED126E485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80" name="직선 연결선 351">
            <a:extLst>
              <a:ext uri="{FF2B5EF4-FFF2-40B4-BE49-F238E27FC236}">
                <a16:creationId xmlns:a16="http://schemas.microsoft.com/office/drawing/2014/main" id="{57A2B17B-7078-F387-6335-2439DDC7EF54}"/>
              </a:ext>
            </a:extLst>
          </p:cNvPr>
          <p:cNvCxnSpPr>
            <a:cxnSpLocks/>
          </p:cNvCxnSpPr>
          <p:nvPr/>
        </p:nvCxnSpPr>
        <p:spPr>
          <a:xfrm>
            <a:off x="4637536" y="5658592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81" name="그룹 780">
            <a:extLst>
              <a:ext uri="{FF2B5EF4-FFF2-40B4-BE49-F238E27FC236}">
                <a16:creationId xmlns:a16="http://schemas.microsoft.com/office/drawing/2014/main" id="{3F52E18F-D74C-38BE-32DD-E8501289F4DE}"/>
              </a:ext>
            </a:extLst>
          </p:cNvPr>
          <p:cNvGrpSpPr>
            <a:grpSpLocks noChangeAspect="1"/>
          </p:cNvGrpSpPr>
          <p:nvPr/>
        </p:nvGrpSpPr>
        <p:grpSpPr>
          <a:xfrm>
            <a:off x="10357692" y="5780852"/>
            <a:ext cx="70242" cy="108000"/>
            <a:chOff x="7604467" y="2108611"/>
            <a:chExt cx="122239" cy="239471"/>
          </a:xfrm>
        </p:grpSpPr>
        <p:grpSp>
          <p:nvGrpSpPr>
            <p:cNvPr id="782" name="그룹 781">
              <a:extLst>
                <a:ext uri="{FF2B5EF4-FFF2-40B4-BE49-F238E27FC236}">
                  <a16:creationId xmlns:a16="http://schemas.microsoft.com/office/drawing/2014/main" id="{A16F803F-8216-4D68-7B27-B20133FC0640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784" name="직선 연결선 359">
                <a:extLst>
                  <a:ext uri="{FF2B5EF4-FFF2-40B4-BE49-F238E27FC236}">
                    <a16:creationId xmlns:a16="http://schemas.microsoft.com/office/drawing/2014/main" id="{CE3C5F06-5654-C846-9156-BA1AB0875911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5" name="직선 연결선 360">
                <a:extLst>
                  <a:ext uri="{FF2B5EF4-FFF2-40B4-BE49-F238E27FC236}">
                    <a16:creationId xmlns:a16="http://schemas.microsoft.com/office/drawing/2014/main" id="{D859FB02-BF4C-C176-233B-23BC4473E97A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8" name="직선 연결선 361">
                <a:extLst>
                  <a:ext uri="{FF2B5EF4-FFF2-40B4-BE49-F238E27FC236}">
                    <a16:creationId xmlns:a16="http://schemas.microsoft.com/office/drawing/2014/main" id="{AEB6EF64-6AC0-5052-20C3-0BD53E77702F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83" name="직선 연결선 363">
              <a:extLst>
                <a:ext uri="{FF2B5EF4-FFF2-40B4-BE49-F238E27FC236}">
                  <a16:creationId xmlns:a16="http://schemas.microsoft.com/office/drawing/2014/main" id="{1F43A906-80BA-9CAE-CB20-430467ED4A7B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89" name="직선 연결선 351">
            <a:extLst>
              <a:ext uri="{FF2B5EF4-FFF2-40B4-BE49-F238E27FC236}">
                <a16:creationId xmlns:a16="http://schemas.microsoft.com/office/drawing/2014/main" id="{3A93327E-2A0B-C08D-51F8-C92C284F0C27}"/>
              </a:ext>
            </a:extLst>
          </p:cNvPr>
          <p:cNvCxnSpPr>
            <a:cxnSpLocks/>
          </p:cNvCxnSpPr>
          <p:nvPr/>
        </p:nvCxnSpPr>
        <p:spPr>
          <a:xfrm>
            <a:off x="8657888" y="5780852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8" name="직선 연결선 351">
            <a:extLst>
              <a:ext uri="{FF2B5EF4-FFF2-40B4-BE49-F238E27FC236}">
                <a16:creationId xmlns:a16="http://schemas.microsoft.com/office/drawing/2014/main" id="{68A7D2D5-AE83-2F09-B046-E5036E7A60DC}"/>
              </a:ext>
            </a:extLst>
          </p:cNvPr>
          <p:cNvCxnSpPr>
            <a:cxnSpLocks/>
          </p:cNvCxnSpPr>
          <p:nvPr/>
        </p:nvCxnSpPr>
        <p:spPr>
          <a:xfrm>
            <a:off x="5253037" y="3868929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12" name="그룹 811">
            <a:extLst>
              <a:ext uri="{FF2B5EF4-FFF2-40B4-BE49-F238E27FC236}">
                <a16:creationId xmlns:a16="http://schemas.microsoft.com/office/drawing/2014/main" id="{A59AA38C-E460-DB92-8B5B-76F1EBE0D518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759390" y="3691847"/>
            <a:ext cx="57088" cy="108000"/>
            <a:chOff x="7604467" y="2108611"/>
            <a:chExt cx="122239" cy="239471"/>
          </a:xfrm>
        </p:grpSpPr>
        <p:grpSp>
          <p:nvGrpSpPr>
            <p:cNvPr id="813" name="그룹 812">
              <a:extLst>
                <a:ext uri="{FF2B5EF4-FFF2-40B4-BE49-F238E27FC236}">
                  <a16:creationId xmlns:a16="http://schemas.microsoft.com/office/drawing/2014/main" id="{B7E0F81A-D49C-1AFE-5F68-69AC20C5F84B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816" name="직선 연결선 359">
                <a:extLst>
                  <a:ext uri="{FF2B5EF4-FFF2-40B4-BE49-F238E27FC236}">
                    <a16:creationId xmlns:a16="http://schemas.microsoft.com/office/drawing/2014/main" id="{345BDDBF-2CC9-5406-9C18-CC62C52547EF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3" name="직선 연결선 360">
                <a:extLst>
                  <a:ext uri="{FF2B5EF4-FFF2-40B4-BE49-F238E27FC236}">
                    <a16:creationId xmlns:a16="http://schemas.microsoft.com/office/drawing/2014/main" id="{C8D6EF56-A321-977F-E517-179A8CBE2465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4" name="직선 연결선 361">
                <a:extLst>
                  <a:ext uri="{FF2B5EF4-FFF2-40B4-BE49-F238E27FC236}">
                    <a16:creationId xmlns:a16="http://schemas.microsoft.com/office/drawing/2014/main" id="{2A87A6A4-0EB0-E64B-A1FC-E8BCB022891C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14" name="직선 연결선 363">
              <a:extLst>
                <a:ext uri="{FF2B5EF4-FFF2-40B4-BE49-F238E27FC236}">
                  <a16:creationId xmlns:a16="http://schemas.microsoft.com/office/drawing/2014/main" id="{E1C0650D-99F6-FBB5-5588-C3942F77120D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25" name="직선 연결선 351">
            <a:extLst>
              <a:ext uri="{FF2B5EF4-FFF2-40B4-BE49-F238E27FC236}">
                <a16:creationId xmlns:a16="http://schemas.microsoft.com/office/drawing/2014/main" id="{A8A4BA27-A6BF-1A74-A298-85AC795241C4}"/>
              </a:ext>
            </a:extLst>
          </p:cNvPr>
          <p:cNvCxnSpPr>
            <a:cxnSpLocks/>
          </p:cNvCxnSpPr>
          <p:nvPr/>
        </p:nvCxnSpPr>
        <p:spPr>
          <a:xfrm>
            <a:off x="10733934" y="4124525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27" name="그룹 826">
            <a:extLst>
              <a:ext uri="{FF2B5EF4-FFF2-40B4-BE49-F238E27FC236}">
                <a16:creationId xmlns:a16="http://schemas.microsoft.com/office/drawing/2014/main" id="{EE44AE4B-414B-570A-A440-12FED1943C5B}"/>
              </a:ext>
            </a:extLst>
          </p:cNvPr>
          <p:cNvGrpSpPr>
            <a:grpSpLocks noChangeAspect="1"/>
          </p:cNvGrpSpPr>
          <p:nvPr/>
        </p:nvGrpSpPr>
        <p:grpSpPr>
          <a:xfrm>
            <a:off x="10279867" y="3407717"/>
            <a:ext cx="148067" cy="108000"/>
            <a:chOff x="7409659" y="2902132"/>
            <a:chExt cx="317047" cy="239471"/>
          </a:xfrm>
        </p:grpSpPr>
        <p:grpSp>
          <p:nvGrpSpPr>
            <p:cNvPr id="830" name="그룹 829">
              <a:extLst>
                <a:ext uri="{FF2B5EF4-FFF2-40B4-BE49-F238E27FC236}">
                  <a16:creationId xmlns:a16="http://schemas.microsoft.com/office/drawing/2014/main" id="{F48EC670-809B-D02F-C996-B3C88D27F382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837" name="직선 연결선 322">
                <a:extLst>
                  <a:ext uri="{FF2B5EF4-FFF2-40B4-BE49-F238E27FC236}">
                    <a16:creationId xmlns:a16="http://schemas.microsoft.com/office/drawing/2014/main" id="{5AA5C069-B74B-7237-1AE1-911A4F5066F2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8" name="직선 연결선 323">
                <a:extLst>
                  <a:ext uri="{FF2B5EF4-FFF2-40B4-BE49-F238E27FC236}">
                    <a16:creationId xmlns:a16="http://schemas.microsoft.com/office/drawing/2014/main" id="{AA4A08CB-CD9D-8DA7-DD72-FE662F601C89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9" name="직선 연결선 324">
                <a:extLst>
                  <a:ext uri="{FF2B5EF4-FFF2-40B4-BE49-F238E27FC236}">
                    <a16:creationId xmlns:a16="http://schemas.microsoft.com/office/drawing/2014/main" id="{511C2BFD-DFFA-B39E-03A8-E8A360BA7888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31" name="직선 연결선 326">
              <a:extLst>
                <a:ext uri="{FF2B5EF4-FFF2-40B4-BE49-F238E27FC236}">
                  <a16:creationId xmlns:a16="http://schemas.microsoft.com/office/drawing/2014/main" id="{0C5205F5-A3DA-05E0-5A99-571649C4A02A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2" name="타원 831">
              <a:extLst>
                <a:ext uri="{FF2B5EF4-FFF2-40B4-BE49-F238E27FC236}">
                  <a16:creationId xmlns:a16="http://schemas.microsoft.com/office/drawing/2014/main" id="{668399A6-8EB8-3D0A-ECCC-4590AF6B4BF0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841" name="그룹 840">
            <a:extLst>
              <a:ext uri="{FF2B5EF4-FFF2-40B4-BE49-F238E27FC236}">
                <a16:creationId xmlns:a16="http://schemas.microsoft.com/office/drawing/2014/main" id="{24730F9D-4702-8FC4-F72C-C2E44B412901}"/>
              </a:ext>
            </a:extLst>
          </p:cNvPr>
          <p:cNvGrpSpPr>
            <a:grpSpLocks noChangeAspect="1"/>
          </p:cNvGrpSpPr>
          <p:nvPr/>
        </p:nvGrpSpPr>
        <p:grpSpPr>
          <a:xfrm>
            <a:off x="10281455" y="3522751"/>
            <a:ext cx="148067" cy="108000"/>
            <a:chOff x="7409659" y="2902132"/>
            <a:chExt cx="317047" cy="239471"/>
          </a:xfrm>
        </p:grpSpPr>
        <p:grpSp>
          <p:nvGrpSpPr>
            <p:cNvPr id="845" name="그룹 844">
              <a:extLst>
                <a:ext uri="{FF2B5EF4-FFF2-40B4-BE49-F238E27FC236}">
                  <a16:creationId xmlns:a16="http://schemas.microsoft.com/office/drawing/2014/main" id="{69233687-7372-C224-E5E2-C2F5E28B2D87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848" name="직선 연결선 322">
                <a:extLst>
                  <a:ext uri="{FF2B5EF4-FFF2-40B4-BE49-F238E27FC236}">
                    <a16:creationId xmlns:a16="http://schemas.microsoft.com/office/drawing/2014/main" id="{B44073FE-EC11-5D07-FD1C-C8903A297E57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0" name="직선 연결선 323">
                <a:extLst>
                  <a:ext uri="{FF2B5EF4-FFF2-40B4-BE49-F238E27FC236}">
                    <a16:creationId xmlns:a16="http://schemas.microsoft.com/office/drawing/2014/main" id="{411D1FBF-BB20-A8AA-E0F4-E5521A1A60ED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1" name="직선 연결선 324">
                <a:extLst>
                  <a:ext uri="{FF2B5EF4-FFF2-40B4-BE49-F238E27FC236}">
                    <a16:creationId xmlns:a16="http://schemas.microsoft.com/office/drawing/2014/main" id="{7BE0EEBE-2114-BC66-B9AE-DA2DCA0A5AE4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46" name="직선 연결선 326">
              <a:extLst>
                <a:ext uri="{FF2B5EF4-FFF2-40B4-BE49-F238E27FC236}">
                  <a16:creationId xmlns:a16="http://schemas.microsoft.com/office/drawing/2014/main" id="{09B35484-C9FE-0D70-31EF-C424DA0BC274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7" name="타원 846">
              <a:extLst>
                <a:ext uri="{FF2B5EF4-FFF2-40B4-BE49-F238E27FC236}">
                  <a16:creationId xmlns:a16="http://schemas.microsoft.com/office/drawing/2014/main" id="{734EB1F8-8A6B-2AD1-587E-760C1E946414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856" name="그룹 855">
            <a:extLst>
              <a:ext uri="{FF2B5EF4-FFF2-40B4-BE49-F238E27FC236}">
                <a16:creationId xmlns:a16="http://schemas.microsoft.com/office/drawing/2014/main" id="{3399A91C-6D83-BD84-4BDA-E65A291D6832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515046" y="3739392"/>
            <a:ext cx="148067" cy="108000"/>
            <a:chOff x="7409659" y="2902132"/>
            <a:chExt cx="317047" cy="239471"/>
          </a:xfrm>
        </p:grpSpPr>
        <p:grpSp>
          <p:nvGrpSpPr>
            <p:cNvPr id="857" name="그룹 856">
              <a:extLst>
                <a:ext uri="{FF2B5EF4-FFF2-40B4-BE49-F238E27FC236}">
                  <a16:creationId xmlns:a16="http://schemas.microsoft.com/office/drawing/2014/main" id="{CF0912DB-4C5F-1EA1-10E2-58E957F0D738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863" name="직선 연결선 322">
                <a:extLst>
                  <a:ext uri="{FF2B5EF4-FFF2-40B4-BE49-F238E27FC236}">
                    <a16:creationId xmlns:a16="http://schemas.microsoft.com/office/drawing/2014/main" id="{C67F598D-CDA6-2827-530B-F6B2DF2AA9DE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4" name="직선 연결선 323">
                <a:extLst>
                  <a:ext uri="{FF2B5EF4-FFF2-40B4-BE49-F238E27FC236}">
                    <a16:creationId xmlns:a16="http://schemas.microsoft.com/office/drawing/2014/main" id="{766A7983-DA95-9F7B-2234-67B28A132E2D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5" name="직선 연결선 324">
                <a:extLst>
                  <a:ext uri="{FF2B5EF4-FFF2-40B4-BE49-F238E27FC236}">
                    <a16:creationId xmlns:a16="http://schemas.microsoft.com/office/drawing/2014/main" id="{0FD4D44E-E233-71D8-E348-CD1191927241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59" name="직선 연결선 326">
              <a:extLst>
                <a:ext uri="{FF2B5EF4-FFF2-40B4-BE49-F238E27FC236}">
                  <a16:creationId xmlns:a16="http://schemas.microsoft.com/office/drawing/2014/main" id="{06A00005-B574-6352-EA17-DB7238382269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60" name="타원 859">
              <a:extLst>
                <a:ext uri="{FF2B5EF4-FFF2-40B4-BE49-F238E27FC236}">
                  <a16:creationId xmlns:a16="http://schemas.microsoft.com/office/drawing/2014/main" id="{6848EB7A-2756-4E56-7FD8-AA9DCC5E6439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867" name="직선 연결선 351">
            <a:extLst>
              <a:ext uri="{FF2B5EF4-FFF2-40B4-BE49-F238E27FC236}">
                <a16:creationId xmlns:a16="http://schemas.microsoft.com/office/drawing/2014/main" id="{00773F75-2377-14B0-1010-8135FAED61BB}"/>
              </a:ext>
            </a:extLst>
          </p:cNvPr>
          <p:cNvCxnSpPr>
            <a:cxnSpLocks/>
          </p:cNvCxnSpPr>
          <p:nvPr/>
        </p:nvCxnSpPr>
        <p:spPr>
          <a:xfrm>
            <a:off x="9916414" y="3866860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8" name="직선 연결선 351">
            <a:extLst>
              <a:ext uri="{FF2B5EF4-FFF2-40B4-BE49-F238E27FC236}">
                <a16:creationId xmlns:a16="http://schemas.microsoft.com/office/drawing/2014/main" id="{44C02509-935F-2FA1-53E1-9140B46C69B7}"/>
              </a:ext>
            </a:extLst>
          </p:cNvPr>
          <p:cNvCxnSpPr>
            <a:cxnSpLocks/>
          </p:cNvCxnSpPr>
          <p:nvPr/>
        </p:nvCxnSpPr>
        <p:spPr>
          <a:xfrm>
            <a:off x="8387831" y="3646380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4" name="직선 연결선 351">
            <a:extLst>
              <a:ext uri="{FF2B5EF4-FFF2-40B4-BE49-F238E27FC236}">
                <a16:creationId xmlns:a16="http://schemas.microsoft.com/office/drawing/2014/main" id="{FA51D5FB-87FF-8A82-8242-A265527C7E6D}"/>
              </a:ext>
            </a:extLst>
          </p:cNvPr>
          <p:cNvCxnSpPr>
            <a:cxnSpLocks/>
          </p:cNvCxnSpPr>
          <p:nvPr/>
        </p:nvCxnSpPr>
        <p:spPr>
          <a:xfrm>
            <a:off x="5799439" y="364738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75" name="그룹 874">
            <a:extLst>
              <a:ext uri="{FF2B5EF4-FFF2-40B4-BE49-F238E27FC236}">
                <a16:creationId xmlns:a16="http://schemas.microsoft.com/office/drawing/2014/main" id="{ACBECE94-28E3-1CFF-2873-901CFA552537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368747" y="5955362"/>
            <a:ext cx="148067" cy="108000"/>
            <a:chOff x="7409659" y="2902132"/>
            <a:chExt cx="317047" cy="239471"/>
          </a:xfrm>
        </p:grpSpPr>
        <p:grpSp>
          <p:nvGrpSpPr>
            <p:cNvPr id="877" name="그룹 876">
              <a:extLst>
                <a:ext uri="{FF2B5EF4-FFF2-40B4-BE49-F238E27FC236}">
                  <a16:creationId xmlns:a16="http://schemas.microsoft.com/office/drawing/2014/main" id="{E5299FB1-DC95-E316-897F-AEB1AFEA3024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881" name="직선 연결선 322">
                <a:extLst>
                  <a:ext uri="{FF2B5EF4-FFF2-40B4-BE49-F238E27FC236}">
                    <a16:creationId xmlns:a16="http://schemas.microsoft.com/office/drawing/2014/main" id="{A8D19AF4-B076-6DF1-6845-6C5480F3522C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2" name="직선 연결선 323">
                <a:extLst>
                  <a:ext uri="{FF2B5EF4-FFF2-40B4-BE49-F238E27FC236}">
                    <a16:creationId xmlns:a16="http://schemas.microsoft.com/office/drawing/2014/main" id="{EF19EFEB-24CB-8E41-46A4-FE7954BDA2F0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4" name="직선 연결선 324">
                <a:extLst>
                  <a:ext uri="{FF2B5EF4-FFF2-40B4-BE49-F238E27FC236}">
                    <a16:creationId xmlns:a16="http://schemas.microsoft.com/office/drawing/2014/main" id="{DEA6F0E3-CA20-D197-B488-CCCBD769BBAC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78" name="직선 연결선 326">
              <a:extLst>
                <a:ext uri="{FF2B5EF4-FFF2-40B4-BE49-F238E27FC236}">
                  <a16:creationId xmlns:a16="http://schemas.microsoft.com/office/drawing/2014/main" id="{4DAC576B-C023-0BBE-EED0-6A94CB0D679D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0" name="타원 879">
              <a:extLst>
                <a:ext uri="{FF2B5EF4-FFF2-40B4-BE49-F238E27FC236}">
                  <a16:creationId xmlns:a16="http://schemas.microsoft.com/office/drawing/2014/main" id="{4BEBADBE-F600-A9ED-1E6D-953FEF91D2EC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885" name="직선 연결선 351">
            <a:extLst>
              <a:ext uri="{FF2B5EF4-FFF2-40B4-BE49-F238E27FC236}">
                <a16:creationId xmlns:a16="http://schemas.microsoft.com/office/drawing/2014/main" id="{41A2FEF0-ED6F-898E-BB3D-80549E2BC755}"/>
              </a:ext>
            </a:extLst>
          </p:cNvPr>
          <p:cNvCxnSpPr>
            <a:cxnSpLocks/>
          </p:cNvCxnSpPr>
          <p:nvPr/>
        </p:nvCxnSpPr>
        <p:spPr>
          <a:xfrm>
            <a:off x="3955710" y="5977324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7" name="직선 연결선 351">
            <a:extLst>
              <a:ext uri="{FF2B5EF4-FFF2-40B4-BE49-F238E27FC236}">
                <a16:creationId xmlns:a16="http://schemas.microsoft.com/office/drawing/2014/main" id="{CD6D76F9-2589-8CDC-132B-80F6B414A15A}"/>
              </a:ext>
            </a:extLst>
          </p:cNvPr>
          <p:cNvCxnSpPr>
            <a:cxnSpLocks/>
          </p:cNvCxnSpPr>
          <p:nvPr/>
        </p:nvCxnSpPr>
        <p:spPr>
          <a:xfrm>
            <a:off x="5258830" y="6062636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88" name="그룹 887">
            <a:extLst>
              <a:ext uri="{FF2B5EF4-FFF2-40B4-BE49-F238E27FC236}">
                <a16:creationId xmlns:a16="http://schemas.microsoft.com/office/drawing/2014/main" id="{4E1BC2A1-2AFF-CC6A-9822-A968E9F04776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3228151" y="4158316"/>
            <a:ext cx="57088" cy="108000"/>
            <a:chOff x="7604467" y="2108611"/>
            <a:chExt cx="122239" cy="239471"/>
          </a:xfrm>
        </p:grpSpPr>
        <p:grpSp>
          <p:nvGrpSpPr>
            <p:cNvPr id="890" name="그룹 889">
              <a:extLst>
                <a:ext uri="{FF2B5EF4-FFF2-40B4-BE49-F238E27FC236}">
                  <a16:creationId xmlns:a16="http://schemas.microsoft.com/office/drawing/2014/main" id="{54DDE0F2-A895-17FF-67C2-5D1745BFDD5C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893" name="직선 연결선 359">
                <a:extLst>
                  <a:ext uri="{FF2B5EF4-FFF2-40B4-BE49-F238E27FC236}">
                    <a16:creationId xmlns:a16="http://schemas.microsoft.com/office/drawing/2014/main" id="{724EF330-5F87-15DA-8DD3-BB3821C104FD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8" name="직선 연결선 360">
                <a:extLst>
                  <a:ext uri="{FF2B5EF4-FFF2-40B4-BE49-F238E27FC236}">
                    <a16:creationId xmlns:a16="http://schemas.microsoft.com/office/drawing/2014/main" id="{936D96CD-EF0A-7887-8988-C74B825438D7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9" name="직선 연결선 361">
                <a:extLst>
                  <a:ext uri="{FF2B5EF4-FFF2-40B4-BE49-F238E27FC236}">
                    <a16:creationId xmlns:a16="http://schemas.microsoft.com/office/drawing/2014/main" id="{582E29E0-95C7-F17A-1634-30C313C1AC3E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92" name="직선 연결선 363">
              <a:extLst>
                <a:ext uri="{FF2B5EF4-FFF2-40B4-BE49-F238E27FC236}">
                  <a16:creationId xmlns:a16="http://schemas.microsoft.com/office/drawing/2014/main" id="{D9FC8C00-BF6B-DB4B-8DB7-7BC00BAF0E18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0" name="그룹 1089">
            <a:extLst>
              <a:ext uri="{FF2B5EF4-FFF2-40B4-BE49-F238E27FC236}">
                <a16:creationId xmlns:a16="http://schemas.microsoft.com/office/drawing/2014/main" id="{F3DEB857-5B91-B971-F163-94EF0E30F1C9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3235080" y="5658592"/>
            <a:ext cx="57088" cy="108000"/>
            <a:chOff x="7604467" y="2108611"/>
            <a:chExt cx="122239" cy="239471"/>
          </a:xfrm>
        </p:grpSpPr>
        <p:grpSp>
          <p:nvGrpSpPr>
            <p:cNvPr id="1091" name="그룹 1090">
              <a:extLst>
                <a:ext uri="{FF2B5EF4-FFF2-40B4-BE49-F238E27FC236}">
                  <a16:creationId xmlns:a16="http://schemas.microsoft.com/office/drawing/2014/main" id="{C403AA7D-2904-1893-D990-B2CF899360AF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93" name="직선 연결선 359">
                <a:extLst>
                  <a:ext uri="{FF2B5EF4-FFF2-40B4-BE49-F238E27FC236}">
                    <a16:creationId xmlns:a16="http://schemas.microsoft.com/office/drawing/2014/main" id="{1B091C2E-94E0-8699-99FB-A97E905E4899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4" name="직선 연결선 360">
                <a:extLst>
                  <a:ext uri="{FF2B5EF4-FFF2-40B4-BE49-F238E27FC236}">
                    <a16:creationId xmlns:a16="http://schemas.microsoft.com/office/drawing/2014/main" id="{25436F1F-5373-4475-8AE5-64E1AF5448C1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5" name="직선 연결선 361">
                <a:extLst>
                  <a:ext uri="{FF2B5EF4-FFF2-40B4-BE49-F238E27FC236}">
                    <a16:creationId xmlns:a16="http://schemas.microsoft.com/office/drawing/2014/main" id="{EB320A01-FD6B-6CF4-58E1-00829A29581E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92" name="직선 연결선 363">
              <a:extLst>
                <a:ext uri="{FF2B5EF4-FFF2-40B4-BE49-F238E27FC236}">
                  <a16:creationId xmlns:a16="http://schemas.microsoft.com/office/drawing/2014/main" id="{D870385C-F806-4C7D-B778-7AEB69A54A42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6" name="그룹 1095">
            <a:extLst>
              <a:ext uri="{FF2B5EF4-FFF2-40B4-BE49-F238E27FC236}">
                <a16:creationId xmlns:a16="http://schemas.microsoft.com/office/drawing/2014/main" id="{D3FDF982-456C-2AD8-0DAA-982BF844C1FC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3232978" y="6075176"/>
            <a:ext cx="57088" cy="108000"/>
            <a:chOff x="7604467" y="2108611"/>
            <a:chExt cx="122239" cy="239471"/>
          </a:xfrm>
        </p:grpSpPr>
        <p:grpSp>
          <p:nvGrpSpPr>
            <p:cNvPr id="1097" name="그룹 1096">
              <a:extLst>
                <a:ext uri="{FF2B5EF4-FFF2-40B4-BE49-F238E27FC236}">
                  <a16:creationId xmlns:a16="http://schemas.microsoft.com/office/drawing/2014/main" id="{2753D0C9-EA3F-07C9-8B1F-A535F4D1F653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099" name="직선 연결선 359">
                <a:extLst>
                  <a:ext uri="{FF2B5EF4-FFF2-40B4-BE49-F238E27FC236}">
                    <a16:creationId xmlns:a16="http://schemas.microsoft.com/office/drawing/2014/main" id="{8AE549A6-AD69-A963-F2BA-90BA97729E08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0" name="직선 연결선 360">
                <a:extLst>
                  <a:ext uri="{FF2B5EF4-FFF2-40B4-BE49-F238E27FC236}">
                    <a16:creationId xmlns:a16="http://schemas.microsoft.com/office/drawing/2014/main" id="{3F79D469-D347-E02A-CDEB-6F1B5A36BFC5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1" name="직선 연결선 361">
                <a:extLst>
                  <a:ext uri="{FF2B5EF4-FFF2-40B4-BE49-F238E27FC236}">
                    <a16:creationId xmlns:a16="http://schemas.microsoft.com/office/drawing/2014/main" id="{D45EE016-4085-0555-72C3-F776E5EE2748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98" name="직선 연결선 363">
              <a:extLst>
                <a:ext uri="{FF2B5EF4-FFF2-40B4-BE49-F238E27FC236}">
                  <a16:creationId xmlns:a16="http://schemas.microsoft.com/office/drawing/2014/main" id="{1316FE30-2268-ED69-6F88-7A07146EAD72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02" name="그룹 1101">
            <a:extLst>
              <a:ext uri="{FF2B5EF4-FFF2-40B4-BE49-F238E27FC236}">
                <a16:creationId xmlns:a16="http://schemas.microsoft.com/office/drawing/2014/main" id="{D51818E7-1E6A-B284-3DD7-664249647111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3231539" y="5072535"/>
            <a:ext cx="57088" cy="108000"/>
            <a:chOff x="7604467" y="2108611"/>
            <a:chExt cx="122239" cy="239471"/>
          </a:xfrm>
        </p:grpSpPr>
        <p:grpSp>
          <p:nvGrpSpPr>
            <p:cNvPr id="1103" name="그룹 1102">
              <a:extLst>
                <a:ext uri="{FF2B5EF4-FFF2-40B4-BE49-F238E27FC236}">
                  <a16:creationId xmlns:a16="http://schemas.microsoft.com/office/drawing/2014/main" id="{4AB35968-7F5D-419E-9206-A232DA9C98AC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05" name="직선 연결선 359">
                <a:extLst>
                  <a:ext uri="{FF2B5EF4-FFF2-40B4-BE49-F238E27FC236}">
                    <a16:creationId xmlns:a16="http://schemas.microsoft.com/office/drawing/2014/main" id="{7FF147E0-13FD-D5FF-A65A-4FE30306764C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6" name="직선 연결선 360">
                <a:extLst>
                  <a:ext uri="{FF2B5EF4-FFF2-40B4-BE49-F238E27FC236}">
                    <a16:creationId xmlns:a16="http://schemas.microsoft.com/office/drawing/2014/main" id="{A0C03F86-F272-23C2-7073-CB2E5F85195C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7" name="직선 연결선 361">
                <a:extLst>
                  <a:ext uri="{FF2B5EF4-FFF2-40B4-BE49-F238E27FC236}">
                    <a16:creationId xmlns:a16="http://schemas.microsoft.com/office/drawing/2014/main" id="{7B2BC0FA-581B-2607-245D-11404EB535BF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04" name="직선 연결선 363">
              <a:extLst>
                <a:ext uri="{FF2B5EF4-FFF2-40B4-BE49-F238E27FC236}">
                  <a16:creationId xmlns:a16="http://schemas.microsoft.com/office/drawing/2014/main" id="{EA871989-B4C4-FD33-F7BE-4DACBDDE1F9E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9" name="직선 연결선 351">
            <a:extLst>
              <a:ext uri="{FF2B5EF4-FFF2-40B4-BE49-F238E27FC236}">
                <a16:creationId xmlns:a16="http://schemas.microsoft.com/office/drawing/2014/main" id="{07652872-5173-3F9D-3F70-BA1C3FE24544}"/>
              </a:ext>
            </a:extLst>
          </p:cNvPr>
          <p:cNvCxnSpPr>
            <a:cxnSpLocks/>
          </p:cNvCxnSpPr>
          <p:nvPr/>
        </p:nvCxnSpPr>
        <p:spPr>
          <a:xfrm>
            <a:off x="3821190" y="5658592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0" name="직선 연결선 351">
            <a:extLst>
              <a:ext uri="{FF2B5EF4-FFF2-40B4-BE49-F238E27FC236}">
                <a16:creationId xmlns:a16="http://schemas.microsoft.com/office/drawing/2014/main" id="{3A5DE634-C5DD-C5D9-49CD-E6BCD9BDA8C5}"/>
              </a:ext>
            </a:extLst>
          </p:cNvPr>
          <p:cNvCxnSpPr>
            <a:cxnSpLocks/>
          </p:cNvCxnSpPr>
          <p:nvPr/>
        </p:nvCxnSpPr>
        <p:spPr>
          <a:xfrm>
            <a:off x="3821190" y="5527249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3" name="직선 연결선 351">
            <a:extLst>
              <a:ext uri="{FF2B5EF4-FFF2-40B4-BE49-F238E27FC236}">
                <a16:creationId xmlns:a16="http://schemas.microsoft.com/office/drawing/2014/main" id="{897F3C8B-F6BD-12F6-2402-3CED47489AE5}"/>
              </a:ext>
            </a:extLst>
          </p:cNvPr>
          <p:cNvCxnSpPr>
            <a:cxnSpLocks/>
          </p:cNvCxnSpPr>
          <p:nvPr/>
        </p:nvCxnSpPr>
        <p:spPr>
          <a:xfrm>
            <a:off x="4094229" y="5433764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14" name="그룹 1113">
            <a:extLst>
              <a:ext uri="{FF2B5EF4-FFF2-40B4-BE49-F238E27FC236}">
                <a16:creationId xmlns:a16="http://schemas.microsoft.com/office/drawing/2014/main" id="{15D0CDBE-7887-12E9-E89B-6EBA0381EA9B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196462" y="5911526"/>
            <a:ext cx="57088" cy="108000"/>
            <a:chOff x="7604467" y="2108611"/>
            <a:chExt cx="122239" cy="239471"/>
          </a:xfrm>
        </p:grpSpPr>
        <p:grpSp>
          <p:nvGrpSpPr>
            <p:cNvPr id="1115" name="그룹 1114">
              <a:extLst>
                <a:ext uri="{FF2B5EF4-FFF2-40B4-BE49-F238E27FC236}">
                  <a16:creationId xmlns:a16="http://schemas.microsoft.com/office/drawing/2014/main" id="{A71D38D2-D232-21B2-2537-47441BA67309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17" name="직선 연결선 359">
                <a:extLst>
                  <a:ext uri="{FF2B5EF4-FFF2-40B4-BE49-F238E27FC236}">
                    <a16:creationId xmlns:a16="http://schemas.microsoft.com/office/drawing/2014/main" id="{517D1AF2-5FC7-AC2B-09BB-425A58BC89D7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8" name="직선 연결선 360">
                <a:extLst>
                  <a:ext uri="{FF2B5EF4-FFF2-40B4-BE49-F238E27FC236}">
                    <a16:creationId xmlns:a16="http://schemas.microsoft.com/office/drawing/2014/main" id="{8B5D78C1-B8D3-87A6-A609-B6E6F658990B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9" name="직선 연결선 361">
                <a:extLst>
                  <a:ext uri="{FF2B5EF4-FFF2-40B4-BE49-F238E27FC236}">
                    <a16:creationId xmlns:a16="http://schemas.microsoft.com/office/drawing/2014/main" id="{CDBC83E1-D993-0E0B-D63E-B5E2D7F27AB4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16" name="직선 연결선 363">
              <a:extLst>
                <a:ext uri="{FF2B5EF4-FFF2-40B4-BE49-F238E27FC236}">
                  <a16:creationId xmlns:a16="http://schemas.microsoft.com/office/drawing/2014/main" id="{0D45F9A2-623E-4BB1-26C6-E145F142FC2A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20" name="직선 연결선 351">
            <a:extLst>
              <a:ext uri="{FF2B5EF4-FFF2-40B4-BE49-F238E27FC236}">
                <a16:creationId xmlns:a16="http://schemas.microsoft.com/office/drawing/2014/main" id="{E2655A8A-ADEC-B4E2-74F5-6DDEFDA141A2}"/>
              </a:ext>
            </a:extLst>
          </p:cNvPr>
          <p:cNvCxnSpPr>
            <a:cxnSpLocks/>
          </p:cNvCxnSpPr>
          <p:nvPr/>
        </p:nvCxnSpPr>
        <p:spPr>
          <a:xfrm>
            <a:off x="4176855" y="6292284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1" name="직선 연결선 351">
            <a:extLst>
              <a:ext uri="{FF2B5EF4-FFF2-40B4-BE49-F238E27FC236}">
                <a16:creationId xmlns:a16="http://schemas.microsoft.com/office/drawing/2014/main" id="{C9E45247-38A9-2D4A-CB6B-E09F95F26959}"/>
              </a:ext>
            </a:extLst>
          </p:cNvPr>
          <p:cNvCxnSpPr>
            <a:cxnSpLocks/>
          </p:cNvCxnSpPr>
          <p:nvPr/>
        </p:nvCxnSpPr>
        <p:spPr>
          <a:xfrm>
            <a:off x="4263255" y="5433764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68B6A0CF-E9D7-A0A7-5C26-B05C1759703D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285762" y="2756384"/>
            <a:ext cx="57088" cy="108000"/>
            <a:chOff x="7604467" y="2108611"/>
            <a:chExt cx="122239" cy="239471"/>
          </a:xfrm>
        </p:grpSpPr>
        <p:grpSp>
          <p:nvGrpSpPr>
            <p:cNvPr id="1123" name="그룹 1122">
              <a:extLst>
                <a:ext uri="{FF2B5EF4-FFF2-40B4-BE49-F238E27FC236}">
                  <a16:creationId xmlns:a16="http://schemas.microsoft.com/office/drawing/2014/main" id="{00BB6B38-F0F2-C0CD-5522-FF5310CCBAC7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25" name="직선 연결선 359">
                <a:extLst>
                  <a:ext uri="{FF2B5EF4-FFF2-40B4-BE49-F238E27FC236}">
                    <a16:creationId xmlns:a16="http://schemas.microsoft.com/office/drawing/2014/main" id="{99CDD9DD-8D8C-D510-6D18-4AD33A5B2A62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6" name="직선 연결선 360">
                <a:extLst>
                  <a:ext uri="{FF2B5EF4-FFF2-40B4-BE49-F238E27FC236}">
                    <a16:creationId xmlns:a16="http://schemas.microsoft.com/office/drawing/2014/main" id="{6FB5C044-B5DF-20BD-9991-757A4D4208E1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7" name="직선 연결선 361">
                <a:extLst>
                  <a:ext uri="{FF2B5EF4-FFF2-40B4-BE49-F238E27FC236}">
                    <a16:creationId xmlns:a16="http://schemas.microsoft.com/office/drawing/2014/main" id="{687368B1-C656-E948-1A7A-0D53960C0685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24" name="직선 연결선 363">
              <a:extLst>
                <a:ext uri="{FF2B5EF4-FFF2-40B4-BE49-F238E27FC236}">
                  <a16:creationId xmlns:a16="http://schemas.microsoft.com/office/drawing/2014/main" id="{98D01061-036A-8572-4D4F-04E108EEC46A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28" name="그룹 1127">
            <a:extLst>
              <a:ext uri="{FF2B5EF4-FFF2-40B4-BE49-F238E27FC236}">
                <a16:creationId xmlns:a16="http://schemas.microsoft.com/office/drawing/2014/main" id="{81793577-56BE-EF31-0ADE-9A0776F90D72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4590766" y="2503450"/>
            <a:ext cx="57088" cy="108000"/>
            <a:chOff x="7604467" y="2108611"/>
            <a:chExt cx="122239" cy="239471"/>
          </a:xfrm>
        </p:grpSpPr>
        <p:grpSp>
          <p:nvGrpSpPr>
            <p:cNvPr id="1129" name="그룹 1128">
              <a:extLst>
                <a:ext uri="{FF2B5EF4-FFF2-40B4-BE49-F238E27FC236}">
                  <a16:creationId xmlns:a16="http://schemas.microsoft.com/office/drawing/2014/main" id="{4EE1F2F2-894E-8830-E9C0-1594EFBA0757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31" name="직선 연결선 359">
                <a:extLst>
                  <a:ext uri="{FF2B5EF4-FFF2-40B4-BE49-F238E27FC236}">
                    <a16:creationId xmlns:a16="http://schemas.microsoft.com/office/drawing/2014/main" id="{E606E745-0123-29B9-0FF5-1F3EF46453A2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2" name="직선 연결선 360">
                <a:extLst>
                  <a:ext uri="{FF2B5EF4-FFF2-40B4-BE49-F238E27FC236}">
                    <a16:creationId xmlns:a16="http://schemas.microsoft.com/office/drawing/2014/main" id="{1F2763C5-6F9D-A03F-9F5A-5BC6597DFFE3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3" name="직선 연결선 361">
                <a:extLst>
                  <a:ext uri="{FF2B5EF4-FFF2-40B4-BE49-F238E27FC236}">
                    <a16:creationId xmlns:a16="http://schemas.microsoft.com/office/drawing/2014/main" id="{0AAA28C4-7AEF-EE4A-B92A-C80FA64607FD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0" name="직선 연결선 363">
              <a:extLst>
                <a:ext uri="{FF2B5EF4-FFF2-40B4-BE49-F238E27FC236}">
                  <a16:creationId xmlns:a16="http://schemas.microsoft.com/office/drawing/2014/main" id="{33FA2792-81FD-24D9-0805-EB8498CE3ED8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34" name="직선 연결선 351">
            <a:extLst>
              <a:ext uri="{FF2B5EF4-FFF2-40B4-BE49-F238E27FC236}">
                <a16:creationId xmlns:a16="http://schemas.microsoft.com/office/drawing/2014/main" id="{C795CA89-8B81-E953-8677-7DFEA6DD610D}"/>
              </a:ext>
            </a:extLst>
          </p:cNvPr>
          <p:cNvCxnSpPr>
            <a:cxnSpLocks/>
          </p:cNvCxnSpPr>
          <p:nvPr/>
        </p:nvCxnSpPr>
        <p:spPr>
          <a:xfrm>
            <a:off x="7976465" y="2731868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36" name="그룹 1135">
            <a:extLst>
              <a:ext uri="{FF2B5EF4-FFF2-40B4-BE49-F238E27FC236}">
                <a16:creationId xmlns:a16="http://schemas.microsoft.com/office/drawing/2014/main" id="{04122A82-9B06-AE00-A2F0-4E367379E7CD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6707718" y="4523273"/>
            <a:ext cx="57088" cy="108000"/>
            <a:chOff x="7604467" y="2108611"/>
            <a:chExt cx="122239" cy="239471"/>
          </a:xfrm>
        </p:grpSpPr>
        <p:grpSp>
          <p:nvGrpSpPr>
            <p:cNvPr id="1137" name="그룹 1136">
              <a:extLst>
                <a:ext uri="{FF2B5EF4-FFF2-40B4-BE49-F238E27FC236}">
                  <a16:creationId xmlns:a16="http://schemas.microsoft.com/office/drawing/2014/main" id="{2254CB15-CC90-A52D-AF0D-B6063F1CC753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39" name="직선 연결선 359">
                <a:extLst>
                  <a:ext uri="{FF2B5EF4-FFF2-40B4-BE49-F238E27FC236}">
                    <a16:creationId xmlns:a16="http://schemas.microsoft.com/office/drawing/2014/main" id="{2C60C3C3-BA39-5732-59DC-1F46BF58783D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0" name="직선 연결선 360">
                <a:extLst>
                  <a:ext uri="{FF2B5EF4-FFF2-40B4-BE49-F238E27FC236}">
                    <a16:creationId xmlns:a16="http://schemas.microsoft.com/office/drawing/2014/main" id="{154B9F2F-F92C-AB43-2170-86D8800957AC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1" name="직선 연결선 361">
                <a:extLst>
                  <a:ext uri="{FF2B5EF4-FFF2-40B4-BE49-F238E27FC236}">
                    <a16:creationId xmlns:a16="http://schemas.microsoft.com/office/drawing/2014/main" id="{170EF4A0-62D1-77B6-CE29-0BC363464385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8" name="직선 연결선 363">
              <a:extLst>
                <a:ext uri="{FF2B5EF4-FFF2-40B4-BE49-F238E27FC236}">
                  <a16:creationId xmlns:a16="http://schemas.microsoft.com/office/drawing/2014/main" id="{D24F9BDA-766D-5F41-03BE-CC1E8F1C5DAF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42" name="직선 연결선 351">
            <a:extLst>
              <a:ext uri="{FF2B5EF4-FFF2-40B4-BE49-F238E27FC236}">
                <a16:creationId xmlns:a16="http://schemas.microsoft.com/office/drawing/2014/main" id="{03361364-384E-95F0-A6FE-B661516E71D9}"/>
              </a:ext>
            </a:extLst>
          </p:cNvPr>
          <p:cNvCxnSpPr>
            <a:cxnSpLocks/>
          </p:cNvCxnSpPr>
          <p:nvPr/>
        </p:nvCxnSpPr>
        <p:spPr>
          <a:xfrm>
            <a:off x="4442780" y="283966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46" name="그룹 1145">
            <a:extLst>
              <a:ext uri="{FF2B5EF4-FFF2-40B4-BE49-F238E27FC236}">
                <a16:creationId xmlns:a16="http://schemas.microsoft.com/office/drawing/2014/main" id="{18D955A6-CAEF-D454-A04D-FD0C5AC2F821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6919644" y="5011645"/>
            <a:ext cx="57088" cy="108000"/>
            <a:chOff x="7604467" y="2108611"/>
            <a:chExt cx="122239" cy="239471"/>
          </a:xfrm>
        </p:grpSpPr>
        <p:grpSp>
          <p:nvGrpSpPr>
            <p:cNvPr id="1147" name="그룹 1146">
              <a:extLst>
                <a:ext uri="{FF2B5EF4-FFF2-40B4-BE49-F238E27FC236}">
                  <a16:creationId xmlns:a16="http://schemas.microsoft.com/office/drawing/2014/main" id="{1AA3CF74-6881-54DA-403F-829170DFAD43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49" name="직선 연결선 359">
                <a:extLst>
                  <a:ext uri="{FF2B5EF4-FFF2-40B4-BE49-F238E27FC236}">
                    <a16:creationId xmlns:a16="http://schemas.microsoft.com/office/drawing/2014/main" id="{809B5D38-C1B3-5D66-E64A-70060D7A3E44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0" name="직선 연결선 360">
                <a:extLst>
                  <a:ext uri="{FF2B5EF4-FFF2-40B4-BE49-F238E27FC236}">
                    <a16:creationId xmlns:a16="http://schemas.microsoft.com/office/drawing/2014/main" id="{B954D9D6-5532-8842-36E2-1315900A8CAD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1" name="직선 연결선 361">
                <a:extLst>
                  <a:ext uri="{FF2B5EF4-FFF2-40B4-BE49-F238E27FC236}">
                    <a16:creationId xmlns:a16="http://schemas.microsoft.com/office/drawing/2014/main" id="{EB341619-08AF-E838-9BD5-5DC78446212C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48" name="직선 연결선 363">
              <a:extLst>
                <a:ext uri="{FF2B5EF4-FFF2-40B4-BE49-F238E27FC236}">
                  <a16:creationId xmlns:a16="http://schemas.microsoft.com/office/drawing/2014/main" id="{BD91EF40-496A-A924-F803-7F76F18D036F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52" name="직선 연결선 351">
            <a:extLst>
              <a:ext uri="{FF2B5EF4-FFF2-40B4-BE49-F238E27FC236}">
                <a16:creationId xmlns:a16="http://schemas.microsoft.com/office/drawing/2014/main" id="{2915488D-F57E-D992-6457-10BC80F748D2}"/>
              </a:ext>
            </a:extLst>
          </p:cNvPr>
          <p:cNvCxnSpPr>
            <a:cxnSpLocks/>
          </p:cNvCxnSpPr>
          <p:nvPr/>
        </p:nvCxnSpPr>
        <p:spPr>
          <a:xfrm>
            <a:off x="7980416" y="5451989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53" name="그룹 1152">
            <a:extLst>
              <a:ext uri="{FF2B5EF4-FFF2-40B4-BE49-F238E27FC236}">
                <a16:creationId xmlns:a16="http://schemas.microsoft.com/office/drawing/2014/main" id="{EAEC08E8-B79E-F376-A159-DB72E8F7A375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7086982" y="4522557"/>
            <a:ext cx="57088" cy="108000"/>
            <a:chOff x="7604467" y="2108611"/>
            <a:chExt cx="122239" cy="239471"/>
          </a:xfrm>
        </p:grpSpPr>
        <p:grpSp>
          <p:nvGrpSpPr>
            <p:cNvPr id="1154" name="그룹 1153">
              <a:extLst>
                <a:ext uri="{FF2B5EF4-FFF2-40B4-BE49-F238E27FC236}">
                  <a16:creationId xmlns:a16="http://schemas.microsoft.com/office/drawing/2014/main" id="{DC6B84D2-DE2C-5DE1-4D8A-6C11C5151FE2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56" name="직선 연결선 359">
                <a:extLst>
                  <a:ext uri="{FF2B5EF4-FFF2-40B4-BE49-F238E27FC236}">
                    <a16:creationId xmlns:a16="http://schemas.microsoft.com/office/drawing/2014/main" id="{363028CE-186C-6903-8D63-27F17DE9805E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7" name="직선 연결선 360">
                <a:extLst>
                  <a:ext uri="{FF2B5EF4-FFF2-40B4-BE49-F238E27FC236}">
                    <a16:creationId xmlns:a16="http://schemas.microsoft.com/office/drawing/2014/main" id="{2EB2F532-1A1D-90BF-2FB1-CAD9870A1365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8" name="직선 연결선 361">
                <a:extLst>
                  <a:ext uri="{FF2B5EF4-FFF2-40B4-BE49-F238E27FC236}">
                    <a16:creationId xmlns:a16="http://schemas.microsoft.com/office/drawing/2014/main" id="{24A89134-9D32-DFD1-733C-F720BD22815A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55" name="직선 연결선 363">
              <a:extLst>
                <a:ext uri="{FF2B5EF4-FFF2-40B4-BE49-F238E27FC236}">
                  <a16:creationId xmlns:a16="http://schemas.microsoft.com/office/drawing/2014/main" id="{19E903B0-DFBB-9038-1037-C023065BD5DC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59" name="직선 연결선 351">
            <a:extLst>
              <a:ext uri="{FF2B5EF4-FFF2-40B4-BE49-F238E27FC236}">
                <a16:creationId xmlns:a16="http://schemas.microsoft.com/office/drawing/2014/main" id="{AD938784-4B58-371F-ADFF-5FAAC22A0C10}"/>
              </a:ext>
            </a:extLst>
          </p:cNvPr>
          <p:cNvCxnSpPr>
            <a:cxnSpLocks/>
          </p:cNvCxnSpPr>
          <p:nvPr/>
        </p:nvCxnSpPr>
        <p:spPr>
          <a:xfrm>
            <a:off x="7975450" y="3295782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1D8E3D9E-DB33-AF3A-DC67-D2C2BED4F281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2845763" y="2754037"/>
            <a:ext cx="57088" cy="108000"/>
            <a:chOff x="7604467" y="2108611"/>
            <a:chExt cx="122239" cy="239471"/>
          </a:xfrm>
        </p:grpSpPr>
        <p:grpSp>
          <p:nvGrpSpPr>
            <p:cNvPr id="1161" name="그룹 1160">
              <a:extLst>
                <a:ext uri="{FF2B5EF4-FFF2-40B4-BE49-F238E27FC236}">
                  <a16:creationId xmlns:a16="http://schemas.microsoft.com/office/drawing/2014/main" id="{EFEC8423-DDAA-983D-DFFA-ECE27C6D99D7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63" name="직선 연결선 359">
                <a:extLst>
                  <a:ext uri="{FF2B5EF4-FFF2-40B4-BE49-F238E27FC236}">
                    <a16:creationId xmlns:a16="http://schemas.microsoft.com/office/drawing/2014/main" id="{70BAC03A-5901-99B1-E1DA-D83C5A59F9D4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4" name="직선 연결선 360">
                <a:extLst>
                  <a:ext uri="{FF2B5EF4-FFF2-40B4-BE49-F238E27FC236}">
                    <a16:creationId xmlns:a16="http://schemas.microsoft.com/office/drawing/2014/main" id="{0CB75104-7DB4-622E-93DB-4E94B2764186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5" name="직선 연결선 361">
                <a:extLst>
                  <a:ext uri="{FF2B5EF4-FFF2-40B4-BE49-F238E27FC236}">
                    <a16:creationId xmlns:a16="http://schemas.microsoft.com/office/drawing/2014/main" id="{F8CCE0EA-37AE-6263-979A-DFA98CB8B84F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62" name="직선 연결선 363">
              <a:extLst>
                <a:ext uri="{FF2B5EF4-FFF2-40B4-BE49-F238E27FC236}">
                  <a16:creationId xmlns:a16="http://schemas.microsoft.com/office/drawing/2014/main" id="{6FC144F7-5B1D-AD4E-68AD-7A5F694B170C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66" name="직선 연결선 351">
            <a:extLst>
              <a:ext uri="{FF2B5EF4-FFF2-40B4-BE49-F238E27FC236}">
                <a16:creationId xmlns:a16="http://schemas.microsoft.com/office/drawing/2014/main" id="{59181CAD-D365-B23B-B05A-99B8FB216B1E}"/>
              </a:ext>
            </a:extLst>
          </p:cNvPr>
          <p:cNvCxnSpPr>
            <a:cxnSpLocks/>
          </p:cNvCxnSpPr>
          <p:nvPr/>
        </p:nvCxnSpPr>
        <p:spPr>
          <a:xfrm>
            <a:off x="2813490" y="319018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67" name="그룹 1166">
            <a:extLst>
              <a:ext uri="{FF2B5EF4-FFF2-40B4-BE49-F238E27FC236}">
                <a16:creationId xmlns:a16="http://schemas.microsoft.com/office/drawing/2014/main" id="{E0B338A2-EEDE-E14D-B280-89CB70CEB7E1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3227490" y="2503450"/>
            <a:ext cx="57088" cy="108000"/>
            <a:chOff x="7604467" y="2108611"/>
            <a:chExt cx="122239" cy="239471"/>
          </a:xfrm>
        </p:grpSpPr>
        <p:grpSp>
          <p:nvGrpSpPr>
            <p:cNvPr id="1168" name="그룹 1167">
              <a:extLst>
                <a:ext uri="{FF2B5EF4-FFF2-40B4-BE49-F238E27FC236}">
                  <a16:creationId xmlns:a16="http://schemas.microsoft.com/office/drawing/2014/main" id="{A2F2967A-B68A-AF91-5A25-419045E96517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70" name="직선 연결선 359">
                <a:extLst>
                  <a:ext uri="{FF2B5EF4-FFF2-40B4-BE49-F238E27FC236}">
                    <a16:creationId xmlns:a16="http://schemas.microsoft.com/office/drawing/2014/main" id="{570B68B7-0509-5394-9F44-A03ED57A19E0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1" name="직선 연결선 360">
                <a:extLst>
                  <a:ext uri="{FF2B5EF4-FFF2-40B4-BE49-F238E27FC236}">
                    <a16:creationId xmlns:a16="http://schemas.microsoft.com/office/drawing/2014/main" id="{DFFC495D-BCA7-81B2-073E-41FF23CD85D5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2" name="직선 연결선 361">
                <a:extLst>
                  <a:ext uri="{FF2B5EF4-FFF2-40B4-BE49-F238E27FC236}">
                    <a16:creationId xmlns:a16="http://schemas.microsoft.com/office/drawing/2014/main" id="{356C5C16-9E0F-8445-E11B-8FCA4EBF0ED0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69" name="직선 연결선 363">
              <a:extLst>
                <a:ext uri="{FF2B5EF4-FFF2-40B4-BE49-F238E27FC236}">
                  <a16:creationId xmlns:a16="http://schemas.microsoft.com/office/drawing/2014/main" id="{FB49F1B7-DF5C-065B-AD40-D9F5900C551E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73" name="직선 연결선 351">
            <a:extLst>
              <a:ext uri="{FF2B5EF4-FFF2-40B4-BE49-F238E27FC236}">
                <a16:creationId xmlns:a16="http://schemas.microsoft.com/office/drawing/2014/main" id="{7E86A8C5-7EBE-0863-66DD-18F1C48E4813}"/>
              </a:ext>
            </a:extLst>
          </p:cNvPr>
          <p:cNvCxnSpPr>
            <a:cxnSpLocks/>
          </p:cNvCxnSpPr>
          <p:nvPr/>
        </p:nvCxnSpPr>
        <p:spPr>
          <a:xfrm>
            <a:off x="3810317" y="2506076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5" name="직선 연결선[R] 1174">
            <a:extLst>
              <a:ext uri="{FF2B5EF4-FFF2-40B4-BE49-F238E27FC236}">
                <a16:creationId xmlns:a16="http://schemas.microsoft.com/office/drawing/2014/main" id="{C37F493D-45B2-A83C-88B0-7FD9A6A4C60E}"/>
              </a:ext>
            </a:extLst>
          </p:cNvPr>
          <p:cNvCxnSpPr>
            <a:cxnSpLocks/>
            <a:endCxn id="940" idx="3"/>
          </p:cNvCxnSpPr>
          <p:nvPr/>
        </p:nvCxnSpPr>
        <p:spPr>
          <a:xfrm flipH="1">
            <a:off x="3227490" y="2013431"/>
            <a:ext cx="7771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9" name="직선 연결선[R] 1178">
            <a:extLst>
              <a:ext uri="{FF2B5EF4-FFF2-40B4-BE49-F238E27FC236}">
                <a16:creationId xmlns:a16="http://schemas.microsoft.com/office/drawing/2014/main" id="{AEAB4012-AE94-CCF6-39D3-6054A5C76C58}"/>
              </a:ext>
            </a:extLst>
          </p:cNvPr>
          <p:cNvCxnSpPr>
            <a:cxnSpLocks/>
          </p:cNvCxnSpPr>
          <p:nvPr/>
        </p:nvCxnSpPr>
        <p:spPr>
          <a:xfrm flipV="1">
            <a:off x="4004630" y="2013431"/>
            <a:ext cx="0" cy="3280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3" name="그룹 1182">
            <a:extLst>
              <a:ext uri="{FF2B5EF4-FFF2-40B4-BE49-F238E27FC236}">
                <a16:creationId xmlns:a16="http://schemas.microsoft.com/office/drawing/2014/main" id="{F71D3FEE-5F01-5F7B-D8C2-957F796F9735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3227490" y="1961824"/>
            <a:ext cx="57088" cy="108000"/>
            <a:chOff x="7604467" y="2108611"/>
            <a:chExt cx="122239" cy="239471"/>
          </a:xfrm>
        </p:grpSpPr>
        <p:grpSp>
          <p:nvGrpSpPr>
            <p:cNvPr id="1184" name="그룹 1183">
              <a:extLst>
                <a:ext uri="{FF2B5EF4-FFF2-40B4-BE49-F238E27FC236}">
                  <a16:creationId xmlns:a16="http://schemas.microsoft.com/office/drawing/2014/main" id="{8F986435-9A40-523D-2272-BBED842B62B3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86" name="직선 연결선 359">
                <a:extLst>
                  <a:ext uri="{FF2B5EF4-FFF2-40B4-BE49-F238E27FC236}">
                    <a16:creationId xmlns:a16="http://schemas.microsoft.com/office/drawing/2014/main" id="{D6FABD5B-778B-7DD7-2BB9-6FE09D924CDE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7" name="직선 연결선 360">
                <a:extLst>
                  <a:ext uri="{FF2B5EF4-FFF2-40B4-BE49-F238E27FC236}">
                    <a16:creationId xmlns:a16="http://schemas.microsoft.com/office/drawing/2014/main" id="{C8748D83-84FD-B550-3E28-D79D68D72004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8" name="직선 연결선 361">
                <a:extLst>
                  <a:ext uri="{FF2B5EF4-FFF2-40B4-BE49-F238E27FC236}">
                    <a16:creationId xmlns:a16="http://schemas.microsoft.com/office/drawing/2014/main" id="{1E62910A-28C4-89FC-2B68-4BD284D49B74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85" name="직선 연결선 363">
              <a:extLst>
                <a:ext uri="{FF2B5EF4-FFF2-40B4-BE49-F238E27FC236}">
                  <a16:creationId xmlns:a16="http://schemas.microsoft.com/office/drawing/2014/main" id="{0123ECF7-24F5-5315-72A3-DFCEB18FBC86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89" name="직선 연결선 351">
            <a:extLst>
              <a:ext uri="{FF2B5EF4-FFF2-40B4-BE49-F238E27FC236}">
                <a16:creationId xmlns:a16="http://schemas.microsoft.com/office/drawing/2014/main" id="{9EA58D9B-BA3F-7348-C377-EA3C9A4790F2}"/>
              </a:ext>
            </a:extLst>
          </p:cNvPr>
          <p:cNvCxnSpPr>
            <a:cxnSpLocks/>
          </p:cNvCxnSpPr>
          <p:nvPr/>
        </p:nvCxnSpPr>
        <p:spPr>
          <a:xfrm>
            <a:off x="3950630" y="227578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90" name="그룹 1189">
            <a:extLst>
              <a:ext uri="{FF2B5EF4-FFF2-40B4-BE49-F238E27FC236}">
                <a16:creationId xmlns:a16="http://schemas.microsoft.com/office/drawing/2014/main" id="{04A57458-9ED1-2AAB-7D44-4B78493ADAAC}"/>
              </a:ext>
            </a:extLst>
          </p:cNvPr>
          <p:cNvGrpSpPr>
            <a:grpSpLocks noChangeAspect="1"/>
          </p:cNvGrpSpPr>
          <p:nvPr/>
        </p:nvGrpSpPr>
        <p:grpSpPr>
          <a:xfrm>
            <a:off x="2443564" y="1939845"/>
            <a:ext cx="57088" cy="108000"/>
            <a:chOff x="7604467" y="2108611"/>
            <a:chExt cx="122239" cy="239471"/>
          </a:xfrm>
        </p:grpSpPr>
        <p:grpSp>
          <p:nvGrpSpPr>
            <p:cNvPr id="1191" name="그룹 1190">
              <a:extLst>
                <a:ext uri="{FF2B5EF4-FFF2-40B4-BE49-F238E27FC236}">
                  <a16:creationId xmlns:a16="http://schemas.microsoft.com/office/drawing/2014/main" id="{F420F264-23A7-EC80-4767-0810974A7615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193" name="직선 연결선 359">
                <a:extLst>
                  <a:ext uri="{FF2B5EF4-FFF2-40B4-BE49-F238E27FC236}">
                    <a16:creationId xmlns:a16="http://schemas.microsoft.com/office/drawing/2014/main" id="{34A275CB-D0E6-79FB-707E-C868A42FCEF7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4" name="직선 연결선 360">
                <a:extLst>
                  <a:ext uri="{FF2B5EF4-FFF2-40B4-BE49-F238E27FC236}">
                    <a16:creationId xmlns:a16="http://schemas.microsoft.com/office/drawing/2014/main" id="{7D1886C3-A1E6-1716-352D-E4AF6BE2F458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5" name="직선 연결선 361">
                <a:extLst>
                  <a:ext uri="{FF2B5EF4-FFF2-40B4-BE49-F238E27FC236}">
                    <a16:creationId xmlns:a16="http://schemas.microsoft.com/office/drawing/2014/main" id="{85815E61-149A-AC05-4F60-D566C988FF7B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92" name="직선 연결선 363">
              <a:extLst>
                <a:ext uri="{FF2B5EF4-FFF2-40B4-BE49-F238E27FC236}">
                  <a16:creationId xmlns:a16="http://schemas.microsoft.com/office/drawing/2014/main" id="{0E3ADA63-7987-97E1-F532-AC7D0F20C256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96" name="직선 연결선 351">
            <a:extLst>
              <a:ext uri="{FF2B5EF4-FFF2-40B4-BE49-F238E27FC236}">
                <a16:creationId xmlns:a16="http://schemas.microsoft.com/office/drawing/2014/main" id="{B3B8C244-66DC-D7A2-2675-45EE815EF3F5}"/>
              </a:ext>
            </a:extLst>
          </p:cNvPr>
          <p:cNvCxnSpPr>
            <a:cxnSpLocks/>
          </p:cNvCxnSpPr>
          <p:nvPr/>
        </p:nvCxnSpPr>
        <p:spPr>
          <a:xfrm>
            <a:off x="1925637" y="1941052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7" name="직선 연결선 351">
            <a:extLst>
              <a:ext uri="{FF2B5EF4-FFF2-40B4-BE49-F238E27FC236}">
                <a16:creationId xmlns:a16="http://schemas.microsoft.com/office/drawing/2014/main" id="{6257FD0F-B9A4-F1C2-6161-81CFA24F8D7D}"/>
              </a:ext>
            </a:extLst>
          </p:cNvPr>
          <p:cNvCxnSpPr>
            <a:cxnSpLocks/>
          </p:cNvCxnSpPr>
          <p:nvPr/>
        </p:nvCxnSpPr>
        <p:spPr>
          <a:xfrm>
            <a:off x="4087406" y="227578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98" name="그룹 1197">
            <a:extLst>
              <a:ext uri="{FF2B5EF4-FFF2-40B4-BE49-F238E27FC236}">
                <a16:creationId xmlns:a16="http://schemas.microsoft.com/office/drawing/2014/main" id="{1A8F228C-72FD-3B2C-5D25-ECA28DFB55C5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3227490" y="1046311"/>
            <a:ext cx="57088" cy="108000"/>
            <a:chOff x="7604467" y="2108611"/>
            <a:chExt cx="122239" cy="239471"/>
          </a:xfrm>
        </p:grpSpPr>
        <p:grpSp>
          <p:nvGrpSpPr>
            <p:cNvPr id="1199" name="그룹 1198">
              <a:extLst>
                <a:ext uri="{FF2B5EF4-FFF2-40B4-BE49-F238E27FC236}">
                  <a16:creationId xmlns:a16="http://schemas.microsoft.com/office/drawing/2014/main" id="{4B0CE891-1B5E-D265-8034-A743AAFD88A5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01" name="직선 연결선 359">
                <a:extLst>
                  <a:ext uri="{FF2B5EF4-FFF2-40B4-BE49-F238E27FC236}">
                    <a16:creationId xmlns:a16="http://schemas.microsoft.com/office/drawing/2014/main" id="{6FF88304-EC8C-BD7A-A50D-7BBF5962DB6A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2" name="직선 연결선 360">
                <a:extLst>
                  <a:ext uri="{FF2B5EF4-FFF2-40B4-BE49-F238E27FC236}">
                    <a16:creationId xmlns:a16="http://schemas.microsoft.com/office/drawing/2014/main" id="{6CB7F78E-4042-0501-D12E-8F78771CF35E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3" name="직선 연결선 361">
                <a:extLst>
                  <a:ext uri="{FF2B5EF4-FFF2-40B4-BE49-F238E27FC236}">
                    <a16:creationId xmlns:a16="http://schemas.microsoft.com/office/drawing/2014/main" id="{02B2B9F2-EBFF-4DD3-7691-1E037CE757BF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00" name="직선 연결선 363">
              <a:extLst>
                <a:ext uri="{FF2B5EF4-FFF2-40B4-BE49-F238E27FC236}">
                  <a16:creationId xmlns:a16="http://schemas.microsoft.com/office/drawing/2014/main" id="{FFFFE6E2-67A8-FA6F-FAB7-2DBC057D40B3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04" name="그룹 1203">
            <a:extLst>
              <a:ext uri="{FF2B5EF4-FFF2-40B4-BE49-F238E27FC236}">
                <a16:creationId xmlns:a16="http://schemas.microsoft.com/office/drawing/2014/main" id="{C085419B-8B41-2743-16A5-CA6DD8CFCE7C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2796779" y="1337713"/>
            <a:ext cx="148067" cy="108000"/>
            <a:chOff x="7409659" y="2902132"/>
            <a:chExt cx="317047" cy="239471"/>
          </a:xfrm>
        </p:grpSpPr>
        <p:grpSp>
          <p:nvGrpSpPr>
            <p:cNvPr id="1205" name="그룹 1204">
              <a:extLst>
                <a:ext uri="{FF2B5EF4-FFF2-40B4-BE49-F238E27FC236}">
                  <a16:creationId xmlns:a16="http://schemas.microsoft.com/office/drawing/2014/main" id="{0CCEBBDF-CD04-C6FB-7C8C-C41E3A3E17D8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1208" name="직선 연결선 322">
                <a:extLst>
                  <a:ext uri="{FF2B5EF4-FFF2-40B4-BE49-F238E27FC236}">
                    <a16:creationId xmlns:a16="http://schemas.microsoft.com/office/drawing/2014/main" id="{73B9A184-0BD6-2AA1-4125-3C653E699B8A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9" name="직선 연결선 323">
                <a:extLst>
                  <a:ext uri="{FF2B5EF4-FFF2-40B4-BE49-F238E27FC236}">
                    <a16:creationId xmlns:a16="http://schemas.microsoft.com/office/drawing/2014/main" id="{988576DE-95E7-E2D7-C886-23B8ED1A5C08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0" name="직선 연결선 324">
                <a:extLst>
                  <a:ext uri="{FF2B5EF4-FFF2-40B4-BE49-F238E27FC236}">
                    <a16:creationId xmlns:a16="http://schemas.microsoft.com/office/drawing/2014/main" id="{500A175F-EB8A-7E5C-0640-34F407794B68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06" name="직선 연결선 326">
              <a:extLst>
                <a:ext uri="{FF2B5EF4-FFF2-40B4-BE49-F238E27FC236}">
                  <a16:creationId xmlns:a16="http://schemas.microsoft.com/office/drawing/2014/main" id="{981EED38-1A82-32F3-72CD-644C20111BED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07" name="타원 1206">
              <a:extLst>
                <a:ext uri="{FF2B5EF4-FFF2-40B4-BE49-F238E27FC236}">
                  <a16:creationId xmlns:a16="http://schemas.microsoft.com/office/drawing/2014/main" id="{8B21DD83-BE95-A812-7890-80DF1AF0EFD7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1211" name="직선 연결선 351">
            <a:extLst>
              <a:ext uri="{FF2B5EF4-FFF2-40B4-BE49-F238E27FC236}">
                <a16:creationId xmlns:a16="http://schemas.microsoft.com/office/drawing/2014/main" id="{57EEDC8A-436E-85A6-636B-B21AC109BE6B}"/>
              </a:ext>
            </a:extLst>
          </p:cNvPr>
          <p:cNvCxnSpPr>
            <a:cxnSpLocks/>
          </p:cNvCxnSpPr>
          <p:nvPr/>
        </p:nvCxnSpPr>
        <p:spPr>
          <a:xfrm>
            <a:off x="2815554" y="1732265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12" name="그룹 1211">
            <a:extLst>
              <a:ext uri="{FF2B5EF4-FFF2-40B4-BE49-F238E27FC236}">
                <a16:creationId xmlns:a16="http://schemas.microsoft.com/office/drawing/2014/main" id="{72DE8159-42D1-B990-932E-6962137B0F84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440616" y="1416261"/>
            <a:ext cx="57088" cy="108000"/>
            <a:chOff x="7604467" y="2108611"/>
            <a:chExt cx="122239" cy="239471"/>
          </a:xfrm>
        </p:grpSpPr>
        <p:grpSp>
          <p:nvGrpSpPr>
            <p:cNvPr id="1213" name="그룹 1212">
              <a:extLst>
                <a:ext uri="{FF2B5EF4-FFF2-40B4-BE49-F238E27FC236}">
                  <a16:creationId xmlns:a16="http://schemas.microsoft.com/office/drawing/2014/main" id="{38E81444-5BE4-48A0-7E85-194F17B5DF6B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15" name="직선 연결선 359">
                <a:extLst>
                  <a:ext uri="{FF2B5EF4-FFF2-40B4-BE49-F238E27FC236}">
                    <a16:creationId xmlns:a16="http://schemas.microsoft.com/office/drawing/2014/main" id="{FC41260B-47EC-192F-00C0-E731B1667A81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6" name="직선 연결선 360">
                <a:extLst>
                  <a:ext uri="{FF2B5EF4-FFF2-40B4-BE49-F238E27FC236}">
                    <a16:creationId xmlns:a16="http://schemas.microsoft.com/office/drawing/2014/main" id="{C9E0B2AF-2C22-CE4D-40B9-A212051DA127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7" name="직선 연결선 361">
                <a:extLst>
                  <a:ext uri="{FF2B5EF4-FFF2-40B4-BE49-F238E27FC236}">
                    <a16:creationId xmlns:a16="http://schemas.microsoft.com/office/drawing/2014/main" id="{3E3192F0-CC7D-F048-D2ED-649307DF51BF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14" name="직선 연결선 363">
              <a:extLst>
                <a:ext uri="{FF2B5EF4-FFF2-40B4-BE49-F238E27FC236}">
                  <a16:creationId xmlns:a16="http://schemas.microsoft.com/office/drawing/2014/main" id="{83645A19-1890-2C89-C0D1-24B554FBC868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8" name="직선 연결선 351">
            <a:extLst>
              <a:ext uri="{FF2B5EF4-FFF2-40B4-BE49-F238E27FC236}">
                <a16:creationId xmlns:a16="http://schemas.microsoft.com/office/drawing/2014/main" id="{269C7951-3B1E-FE30-55B0-6E0D7D4E4693}"/>
              </a:ext>
            </a:extLst>
          </p:cNvPr>
          <p:cNvCxnSpPr>
            <a:cxnSpLocks/>
          </p:cNvCxnSpPr>
          <p:nvPr/>
        </p:nvCxnSpPr>
        <p:spPr>
          <a:xfrm>
            <a:off x="4417380" y="227578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20" name="그룹 1219">
            <a:extLst>
              <a:ext uri="{FF2B5EF4-FFF2-40B4-BE49-F238E27FC236}">
                <a16:creationId xmlns:a16="http://schemas.microsoft.com/office/drawing/2014/main" id="{D7494BB6-3E2B-185A-21B1-04B97BB2F238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5593873" y="556495"/>
            <a:ext cx="148067" cy="108000"/>
            <a:chOff x="7409659" y="2902132"/>
            <a:chExt cx="317047" cy="239471"/>
          </a:xfrm>
        </p:grpSpPr>
        <p:grpSp>
          <p:nvGrpSpPr>
            <p:cNvPr id="1221" name="그룹 1220">
              <a:extLst>
                <a:ext uri="{FF2B5EF4-FFF2-40B4-BE49-F238E27FC236}">
                  <a16:creationId xmlns:a16="http://schemas.microsoft.com/office/drawing/2014/main" id="{07D9FA8B-E0BB-0CDD-B01D-58E54B99398F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1224" name="직선 연결선 322">
                <a:extLst>
                  <a:ext uri="{FF2B5EF4-FFF2-40B4-BE49-F238E27FC236}">
                    <a16:creationId xmlns:a16="http://schemas.microsoft.com/office/drawing/2014/main" id="{3AE93C60-98BF-AF1B-BDCC-BC5E4E02A226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5" name="직선 연결선 323">
                <a:extLst>
                  <a:ext uri="{FF2B5EF4-FFF2-40B4-BE49-F238E27FC236}">
                    <a16:creationId xmlns:a16="http://schemas.microsoft.com/office/drawing/2014/main" id="{480550A6-C637-0784-F919-96CCE62A67D5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6" name="직선 연결선 324">
                <a:extLst>
                  <a:ext uri="{FF2B5EF4-FFF2-40B4-BE49-F238E27FC236}">
                    <a16:creationId xmlns:a16="http://schemas.microsoft.com/office/drawing/2014/main" id="{A88478D0-B043-3086-5D97-229D0D64A7E0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22" name="직선 연결선 326">
              <a:extLst>
                <a:ext uri="{FF2B5EF4-FFF2-40B4-BE49-F238E27FC236}">
                  <a16:creationId xmlns:a16="http://schemas.microsoft.com/office/drawing/2014/main" id="{E159F215-9DBC-BC81-28BA-01C909D93E8C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23" name="타원 1222">
              <a:extLst>
                <a:ext uri="{FF2B5EF4-FFF2-40B4-BE49-F238E27FC236}">
                  <a16:creationId xmlns:a16="http://schemas.microsoft.com/office/drawing/2014/main" id="{5A6FA94F-81C9-5746-DBA6-B16BB1171FFA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1228" name="직선 연결선 351">
            <a:extLst>
              <a:ext uri="{FF2B5EF4-FFF2-40B4-BE49-F238E27FC236}">
                <a16:creationId xmlns:a16="http://schemas.microsoft.com/office/drawing/2014/main" id="{8EEA5ED2-8ED3-61E7-5729-054DE1331B4E}"/>
              </a:ext>
            </a:extLst>
          </p:cNvPr>
          <p:cNvCxnSpPr>
            <a:cxnSpLocks/>
          </p:cNvCxnSpPr>
          <p:nvPr/>
        </p:nvCxnSpPr>
        <p:spPr>
          <a:xfrm>
            <a:off x="5613906" y="955025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29" name="그룹 1228">
            <a:extLst>
              <a:ext uri="{FF2B5EF4-FFF2-40B4-BE49-F238E27FC236}">
                <a16:creationId xmlns:a16="http://schemas.microsoft.com/office/drawing/2014/main" id="{E9B6C0EE-A298-7DD9-45F2-F8EDCC6C2677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4875343" y="266461"/>
            <a:ext cx="57088" cy="108000"/>
            <a:chOff x="7604467" y="2108611"/>
            <a:chExt cx="122239" cy="239471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13945A9F-7F3E-D7E0-6BB2-C4BDF249CFEB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32" name="직선 연결선 359">
                <a:extLst>
                  <a:ext uri="{FF2B5EF4-FFF2-40B4-BE49-F238E27FC236}">
                    <a16:creationId xmlns:a16="http://schemas.microsoft.com/office/drawing/2014/main" id="{5EE45DBE-16CD-45DC-5FD2-E04B4B746E4A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3" name="직선 연결선 360">
                <a:extLst>
                  <a:ext uri="{FF2B5EF4-FFF2-40B4-BE49-F238E27FC236}">
                    <a16:creationId xmlns:a16="http://schemas.microsoft.com/office/drawing/2014/main" id="{5F88D375-31CF-A3F3-1F6D-59BAE58A8A95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4" name="직선 연결선 361">
                <a:extLst>
                  <a:ext uri="{FF2B5EF4-FFF2-40B4-BE49-F238E27FC236}">
                    <a16:creationId xmlns:a16="http://schemas.microsoft.com/office/drawing/2014/main" id="{96066663-4A9A-31BF-4FBC-08EEF09641A4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31" name="직선 연결선 363">
              <a:extLst>
                <a:ext uri="{FF2B5EF4-FFF2-40B4-BE49-F238E27FC236}">
                  <a16:creationId xmlns:a16="http://schemas.microsoft.com/office/drawing/2014/main" id="{25395E93-0D9F-A196-C589-4A19977A7C0E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35" name="직선 연결선 351">
            <a:extLst>
              <a:ext uri="{FF2B5EF4-FFF2-40B4-BE49-F238E27FC236}">
                <a16:creationId xmlns:a16="http://schemas.microsoft.com/office/drawing/2014/main" id="{9FEE254B-C78D-EDB0-6827-3E46D99C6C8E}"/>
              </a:ext>
            </a:extLst>
          </p:cNvPr>
          <p:cNvCxnSpPr>
            <a:cxnSpLocks/>
          </p:cNvCxnSpPr>
          <p:nvPr/>
        </p:nvCxnSpPr>
        <p:spPr>
          <a:xfrm>
            <a:off x="5252067" y="267060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36" name="그룹 1235">
            <a:extLst>
              <a:ext uri="{FF2B5EF4-FFF2-40B4-BE49-F238E27FC236}">
                <a16:creationId xmlns:a16="http://schemas.microsoft.com/office/drawing/2014/main" id="{AD80B93B-0B62-B897-0DA9-B6F93DDE03F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280682" y="518544"/>
            <a:ext cx="57088" cy="108000"/>
            <a:chOff x="7604467" y="2108611"/>
            <a:chExt cx="122239" cy="239471"/>
          </a:xfrm>
        </p:grpSpPr>
        <p:grpSp>
          <p:nvGrpSpPr>
            <p:cNvPr id="1237" name="그룹 1236">
              <a:extLst>
                <a:ext uri="{FF2B5EF4-FFF2-40B4-BE49-F238E27FC236}">
                  <a16:creationId xmlns:a16="http://schemas.microsoft.com/office/drawing/2014/main" id="{C5894EA5-52E6-0A97-7100-8A97897B9DAC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39" name="직선 연결선 359">
                <a:extLst>
                  <a:ext uri="{FF2B5EF4-FFF2-40B4-BE49-F238E27FC236}">
                    <a16:creationId xmlns:a16="http://schemas.microsoft.com/office/drawing/2014/main" id="{5213C5F8-39D5-C93F-3FF5-E0234504D9D0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0" name="직선 연결선 360">
                <a:extLst>
                  <a:ext uri="{FF2B5EF4-FFF2-40B4-BE49-F238E27FC236}">
                    <a16:creationId xmlns:a16="http://schemas.microsoft.com/office/drawing/2014/main" id="{3C93082E-2652-B546-DEF1-4891754CB3E7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1" name="직선 연결선 361">
                <a:extLst>
                  <a:ext uri="{FF2B5EF4-FFF2-40B4-BE49-F238E27FC236}">
                    <a16:creationId xmlns:a16="http://schemas.microsoft.com/office/drawing/2014/main" id="{8A438887-24BE-4A72-BAF3-739CDBE7A4EA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38" name="직선 연결선 363">
              <a:extLst>
                <a:ext uri="{FF2B5EF4-FFF2-40B4-BE49-F238E27FC236}">
                  <a16:creationId xmlns:a16="http://schemas.microsoft.com/office/drawing/2014/main" id="{774AF5E1-9B25-FF10-60F1-C9C17205E908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42" name="직선 연결선 351">
            <a:extLst>
              <a:ext uri="{FF2B5EF4-FFF2-40B4-BE49-F238E27FC236}">
                <a16:creationId xmlns:a16="http://schemas.microsoft.com/office/drawing/2014/main" id="{01A4BF78-746A-421B-BB18-F111AC7F31E9}"/>
              </a:ext>
            </a:extLst>
          </p:cNvPr>
          <p:cNvCxnSpPr>
            <a:cxnSpLocks/>
          </p:cNvCxnSpPr>
          <p:nvPr/>
        </p:nvCxnSpPr>
        <p:spPr>
          <a:xfrm>
            <a:off x="4250146" y="2275786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43" name="그룹 1242">
            <a:extLst>
              <a:ext uri="{FF2B5EF4-FFF2-40B4-BE49-F238E27FC236}">
                <a16:creationId xmlns:a16="http://schemas.microsoft.com/office/drawing/2014/main" id="{30D89B87-2D6E-825C-3AA9-CDBAED828E48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1867624" y="3864051"/>
            <a:ext cx="148067" cy="108000"/>
            <a:chOff x="7409659" y="2902132"/>
            <a:chExt cx="317047" cy="239471"/>
          </a:xfrm>
        </p:grpSpPr>
        <p:grpSp>
          <p:nvGrpSpPr>
            <p:cNvPr id="1244" name="그룹 1243">
              <a:extLst>
                <a:ext uri="{FF2B5EF4-FFF2-40B4-BE49-F238E27FC236}">
                  <a16:creationId xmlns:a16="http://schemas.microsoft.com/office/drawing/2014/main" id="{084FB76F-67BA-1209-CA0A-B260EC1AB338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1247" name="직선 연결선 322">
                <a:extLst>
                  <a:ext uri="{FF2B5EF4-FFF2-40B4-BE49-F238E27FC236}">
                    <a16:creationId xmlns:a16="http://schemas.microsoft.com/office/drawing/2014/main" id="{EEA28473-8056-2D13-C033-3B9DBA464C76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8" name="직선 연결선 323">
                <a:extLst>
                  <a:ext uri="{FF2B5EF4-FFF2-40B4-BE49-F238E27FC236}">
                    <a16:creationId xmlns:a16="http://schemas.microsoft.com/office/drawing/2014/main" id="{3AAB0F23-CBCC-5534-9501-51673D1A1E61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9" name="직선 연결선 324">
                <a:extLst>
                  <a:ext uri="{FF2B5EF4-FFF2-40B4-BE49-F238E27FC236}">
                    <a16:creationId xmlns:a16="http://schemas.microsoft.com/office/drawing/2014/main" id="{A512C3B7-DA54-77DC-4B03-548F368FBD52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45" name="직선 연결선 326">
              <a:extLst>
                <a:ext uri="{FF2B5EF4-FFF2-40B4-BE49-F238E27FC236}">
                  <a16:creationId xmlns:a16="http://schemas.microsoft.com/office/drawing/2014/main" id="{209512C9-0A4D-743C-204A-19317ACECCFE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46" name="타원 1245">
              <a:extLst>
                <a:ext uri="{FF2B5EF4-FFF2-40B4-BE49-F238E27FC236}">
                  <a16:creationId xmlns:a16="http://schemas.microsoft.com/office/drawing/2014/main" id="{1D57CDD7-5BF2-74EB-974E-62467F0F7D17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1250" name="그룹 1249">
            <a:extLst>
              <a:ext uri="{FF2B5EF4-FFF2-40B4-BE49-F238E27FC236}">
                <a16:creationId xmlns:a16="http://schemas.microsoft.com/office/drawing/2014/main" id="{2293863A-F15D-A48E-76EA-74AF59935C91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1479080" y="4498806"/>
            <a:ext cx="57088" cy="108000"/>
            <a:chOff x="7604467" y="2108611"/>
            <a:chExt cx="122239" cy="239471"/>
          </a:xfrm>
        </p:grpSpPr>
        <p:grpSp>
          <p:nvGrpSpPr>
            <p:cNvPr id="1251" name="그룹 1250">
              <a:extLst>
                <a:ext uri="{FF2B5EF4-FFF2-40B4-BE49-F238E27FC236}">
                  <a16:creationId xmlns:a16="http://schemas.microsoft.com/office/drawing/2014/main" id="{0D26A1F9-E66B-9525-43F5-E25A62581684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53" name="직선 연결선 359">
                <a:extLst>
                  <a:ext uri="{FF2B5EF4-FFF2-40B4-BE49-F238E27FC236}">
                    <a16:creationId xmlns:a16="http://schemas.microsoft.com/office/drawing/2014/main" id="{7C99D647-6738-EC90-D4F2-D06A4D0DDA9F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4" name="직선 연결선 360">
                <a:extLst>
                  <a:ext uri="{FF2B5EF4-FFF2-40B4-BE49-F238E27FC236}">
                    <a16:creationId xmlns:a16="http://schemas.microsoft.com/office/drawing/2014/main" id="{6A773C3C-A11E-0C0F-BDFE-9A35E7675B80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5" name="직선 연결선 361">
                <a:extLst>
                  <a:ext uri="{FF2B5EF4-FFF2-40B4-BE49-F238E27FC236}">
                    <a16:creationId xmlns:a16="http://schemas.microsoft.com/office/drawing/2014/main" id="{9B2F7F40-8DF0-E0AD-C05B-B7F1397FAA46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52" name="직선 연결선 363">
              <a:extLst>
                <a:ext uri="{FF2B5EF4-FFF2-40B4-BE49-F238E27FC236}">
                  <a16:creationId xmlns:a16="http://schemas.microsoft.com/office/drawing/2014/main" id="{462F24EE-EBE3-DEF1-15D5-2CF8065474F1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56" name="직선 연결선 351">
            <a:extLst>
              <a:ext uri="{FF2B5EF4-FFF2-40B4-BE49-F238E27FC236}">
                <a16:creationId xmlns:a16="http://schemas.microsoft.com/office/drawing/2014/main" id="{E7D8BCB5-A42D-7D1C-98C0-1030B430BBFE}"/>
              </a:ext>
            </a:extLst>
          </p:cNvPr>
          <p:cNvCxnSpPr>
            <a:cxnSpLocks/>
          </p:cNvCxnSpPr>
          <p:nvPr/>
        </p:nvCxnSpPr>
        <p:spPr>
          <a:xfrm>
            <a:off x="1453624" y="4204434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57" name="그룹 1256">
            <a:extLst>
              <a:ext uri="{FF2B5EF4-FFF2-40B4-BE49-F238E27FC236}">
                <a16:creationId xmlns:a16="http://schemas.microsoft.com/office/drawing/2014/main" id="{6C0D20E3-FCC8-8B08-6B42-6ACF40983F42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1872912" y="4619309"/>
            <a:ext cx="148067" cy="108000"/>
            <a:chOff x="7409659" y="2902132"/>
            <a:chExt cx="317047" cy="239471"/>
          </a:xfrm>
        </p:grpSpPr>
        <p:grpSp>
          <p:nvGrpSpPr>
            <p:cNvPr id="1258" name="그룹 1257">
              <a:extLst>
                <a:ext uri="{FF2B5EF4-FFF2-40B4-BE49-F238E27FC236}">
                  <a16:creationId xmlns:a16="http://schemas.microsoft.com/office/drawing/2014/main" id="{CC6409F4-C488-9A4B-14C5-B89CA49732C1}"/>
                </a:ext>
              </a:extLst>
            </p:cNvPr>
            <p:cNvGrpSpPr/>
            <p:nvPr/>
          </p:nvGrpSpPr>
          <p:grpSpPr>
            <a:xfrm>
              <a:off x="7604467" y="2904802"/>
              <a:ext cx="122239" cy="236801"/>
              <a:chOff x="2297548" y="3782508"/>
              <a:chExt cx="122239" cy="236801"/>
            </a:xfrm>
          </p:grpSpPr>
          <p:cxnSp>
            <p:nvCxnSpPr>
              <p:cNvPr id="1261" name="직선 연결선 322">
                <a:extLst>
                  <a:ext uri="{FF2B5EF4-FFF2-40B4-BE49-F238E27FC236}">
                    <a16:creationId xmlns:a16="http://schemas.microsoft.com/office/drawing/2014/main" id="{9E3EC542-7781-51D5-3CF5-7BE191C91C1C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2" name="직선 연결선 323">
                <a:extLst>
                  <a:ext uri="{FF2B5EF4-FFF2-40B4-BE49-F238E27FC236}">
                    <a16:creationId xmlns:a16="http://schemas.microsoft.com/office/drawing/2014/main" id="{11F3D81C-1D4B-1B34-6F99-1A1A6580BDF2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3" name="직선 연결선 324">
                <a:extLst>
                  <a:ext uri="{FF2B5EF4-FFF2-40B4-BE49-F238E27FC236}">
                    <a16:creationId xmlns:a16="http://schemas.microsoft.com/office/drawing/2014/main" id="{1FE748AF-BDFD-BFC8-A329-351DA5C12078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59" name="직선 연결선 326">
              <a:extLst>
                <a:ext uri="{FF2B5EF4-FFF2-40B4-BE49-F238E27FC236}">
                  <a16:creationId xmlns:a16="http://schemas.microsoft.com/office/drawing/2014/main" id="{CED5F1CC-A461-3C28-E247-D59E70051904}"/>
                </a:ext>
              </a:extLst>
            </p:cNvPr>
            <p:cNvCxnSpPr/>
            <p:nvPr/>
          </p:nvCxnSpPr>
          <p:spPr>
            <a:xfrm>
              <a:off x="7604467" y="2902132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60" name="타원 1259">
              <a:extLst>
                <a:ext uri="{FF2B5EF4-FFF2-40B4-BE49-F238E27FC236}">
                  <a16:creationId xmlns:a16="http://schemas.microsoft.com/office/drawing/2014/main" id="{C0C3B05F-D5D3-28F5-8FF0-948AC271DB54}"/>
                </a:ext>
              </a:extLst>
            </p:cNvPr>
            <p:cNvSpPr/>
            <p:nvPr/>
          </p:nvSpPr>
          <p:spPr>
            <a:xfrm>
              <a:off x="7409659" y="2925800"/>
              <a:ext cx="194806" cy="194806"/>
            </a:xfrm>
            <a:prstGeom prst="ellipse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1264" name="직선 연결선 351">
            <a:extLst>
              <a:ext uri="{FF2B5EF4-FFF2-40B4-BE49-F238E27FC236}">
                <a16:creationId xmlns:a16="http://schemas.microsoft.com/office/drawing/2014/main" id="{953292D4-1742-4531-79BF-1134CABF3458}"/>
              </a:ext>
            </a:extLst>
          </p:cNvPr>
          <p:cNvCxnSpPr>
            <a:cxnSpLocks/>
          </p:cNvCxnSpPr>
          <p:nvPr/>
        </p:nvCxnSpPr>
        <p:spPr>
          <a:xfrm>
            <a:off x="3950630" y="5430889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65" name="그룹 1264">
            <a:extLst>
              <a:ext uri="{FF2B5EF4-FFF2-40B4-BE49-F238E27FC236}">
                <a16:creationId xmlns:a16="http://schemas.microsoft.com/office/drawing/2014/main" id="{27C1B62B-9E75-9443-AD42-D04D0DC0F6D1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1479080" y="5413078"/>
            <a:ext cx="57088" cy="108000"/>
            <a:chOff x="7604467" y="2108611"/>
            <a:chExt cx="122239" cy="239471"/>
          </a:xfrm>
        </p:grpSpPr>
        <p:grpSp>
          <p:nvGrpSpPr>
            <p:cNvPr id="1266" name="그룹 1265">
              <a:extLst>
                <a:ext uri="{FF2B5EF4-FFF2-40B4-BE49-F238E27FC236}">
                  <a16:creationId xmlns:a16="http://schemas.microsoft.com/office/drawing/2014/main" id="{9C8C6E67-CE5B-1891-3BF4-11C29B3E902A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68" name="직선 연결선 359">
                <a:extLst>
                  <a:ext uri="{FF2B5EF4-FFF2-40B4-BE49-F238E27FC236}">
                    <a16:creationId xmlns:a16="http://schemas.microsoft.com/office/drawing/2014/main" id="{03B825E0-C941-A8A4-90AA-ED9E843D2356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9" name="직선 연결선 360">
                <a:extLst>
                  <a:ext uri="{FF2B5EF4-FFF2-40B4-BE49-F238E27FC236}">
                    <a16:creationId xmlns:a16="http://schemas.microsoft.com/office/drawing/2014/main" id="{61852EDD-F5B1-C23F-270A-D7E72BD5CBFF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0" name="직선 연결선 361">
                <a:extLst>
                  <a:ext uri="{FF2B5EF4-FFF2-40B4-BE49-F238E27FC236}">
                    <a16:creationId xmlns:a16="http://schemas.microsoft.com/office/drawing/2014/main" id="{5EC22C59-E439-5D36-8643-F63B1B560071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67" name="직선 연결선 363">
              <a:extLst>
                <a:ext uri="{FF2B5EF4-FFF2-40B4-BE49-F238E27FC236}">
                  <a16:creationId xmlns:a16="http://schemas.microsoft.com/office/drawing/2014/main" id="{AC876744-AF30-5130-79EF-BE65C047919B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1" name="직선 연결선 351">
            <a:extLst>
              <a:ext uri="{FF2B5EF4-FFF2-40B4-BE49-F238E27FC236}">
                <a16:creationId xmlns:a16="http://schemas.microsoft.com/office/drawing/2014/main" id="{F7B27E71-88CE-A856-6329-6E0E734CA8BA}"/>
              </a:ext>
            </a:extLst>
          </p:cNvPr>
          <p:cNvCxnSpPr>
            <a:cxnSpLocks/>
          </p:cNvCxnSpPr>
          <p:nvPr/>
        </p:nvCxnSpPr>
        <p:spPr>
          <a:xfrm>
            <a:off x="1453624" y="5077140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72" name="그룹 1271">
            <a:extLst>
              <a:ext uri="{FF2B5EF4-FFF2-40B4-BE49-F238E27FC236}">
                <a16:creationId xmlns:a16="http://schemas.microsoft.com/office/drawing/2014/main" id="{E4A746F9-4DF4-F74E-ADA2-35791944F811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478530" y="5903136"/>
            <a:ext cx="57088" cy="108000"/>
            <a:chOff x="7604467" y="2108611"/>
            <a:chExt cx="122239" cy="239471"/>
          </a:xfrm>
        </p:grpSpPr>
        <p:grpSp>
          <p:nvGrpSpPr>
            <p:cNvPr id="1273" name="그룹 1272">
              <a:extLst>
                <a:ext uri="{FF2B5EF4-FFF2-40B4-BE49-F238E27FC236}">
                  <a16:creationId xmlns:a16="http://schemas.microsoft.com/office/drawing/2014/main" id="{C595F785-70F4-4F1C-94A2-F5E611F3F1C6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75" name="직선 연결선 359">
                <a:extLst>
                  <a:ext uri="{FF2B5EF4-FFF2-40B4-BE49-F238E27FC236}">
                    <a16:creationId xmlns:a16="http://schemas.microsoft.com/office/drawing/2014/main" id="{B92D36BD-96BC-CEF7-9DD0-08C35E36BE6D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6" name="직선 연결선 360">
                <a:extLst>
                  <a:ext uri="{FF2B5EF4-FFF2-40B4-BE49-F238E27FC236}">
                    <a16:creationId xmlns:a16="http://schemas.microsoft.com/office/drawing/2014/main" id="{BD66A169-616C-9800-11CD-DAAE2B42E882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7" name="직선 연결선 361">
                <a:extLst>
                  <a:ext uri="{FF2B5EF4-FFF2-40B4-BE49-F238E27FC236}">
                    <a16:creationId xmlns:a16="http://schemas.microsoft.com/office/drawing/2014/main" id="{8271C1D2-5AE6-03A4-553D-9C457C8C7618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74" name="직선 연결선 363">
              <a:extLst>
                <a:ext uri="{FF2B5EF4-FFF2-40B4-BE49-F238E27FC236}">
                  <a16:creationId xmlns:a16="http://schemas.microsoft.com/office/drawing/2014/main" id="{5E011966-7DB5-8081-60BE-9C41BD043E17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8" name="직선 연결선 351">
            <a:extLst>
              <a:ext uri="{FF2B5EF4-FFF2-40B4-BE49-F238E27FC236}">
                <a16:creationId xmlns:a16="http://schemas.microsoft.com/office/drawing/2014/main" id="{88DD269A-E5B8-0EEF-4F9A-1C04852BE171}"/>
              </a:ext>
            </a:extLst>
          </p:cNvPr>
          <p:cNvCxnSpPr>
            <a:cxnSpLocks/>
          </p:cNvCxnSpPr>
          <p:nvPr/>
        </p:nvCxnSpPr>
        <p:spPr>
          <a:xfrm>
            <a:off x="1453624" y="6230204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79" name="그룹 1278">
            <a:extLst>
              <a:ext uri="{FF2B5EF4-FFF2-40B4-BE49-F238E27FC236}">
                <a16:creationId xmlns:a16="http://schemas.microsoft.com/office/drawing/2014/main" id="{EF852F53-638C-F006-5815-C7371A7BFAB2}"/>
              </a:ext>
            </a:extLst>
          </p:cNvPr>
          <p:cNvGrpSpPr>
            <a:grpSpLocks noChangeAspect="1"/>
          </p:cNvGrpSpPr>
          <p:nvPr/>
        </p:nvGrpSpPr>
        <p:grpSpPr>
          <a:xfrm>
            <a:off x="5679828" y="4762407"/>
            <a:ext cx="57088" cy="108000"/>
            <a:chOff x="7604467" y="2108611"/>
            <a:chExt cx="122239" cy="239471"/>
          </a:xfrm>
        </p:grpSpPr>
        <p:grpSp>
          <p:nvGrpSpPr>
            <p:cNvPr id="1280" name="그룹 1279">
              <a:extLst>
                <a:ext uri="{FF2B5EF4-FFF2-40B4-BE49-F238E27FC236}">
                  <a16:creationId xmlns:a16="http://schemas.microsoft.com/office/drawing/2014/main" id="{5B66F9CB-9371-782C-39AB-C8F41D1DD9AF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82" name="직선 연결선 359">
                <a:extLst>
                  <a:ext uri="{FF2B5EF4-FFF2-40B4-BE49-F238E27FC236}">
                    <a16:creationId xmlns:a16="http://schemas.microsoft.com/office/drawing/2014/main" id="{ACEF5ADC-745B-B04B-6A3D-9C975EA03B91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3" name="직선 연결선 360">
                <a:extLst>
                  <a:ext uri="{FF2B5EF4-FFF2-40B4-BE49-F238E27FC236}">
                    <a16:creationId xmlns:a16="http://schemas.microsoft.com/office/drawing/2014/main" id="{C1FD548A-186F-852E-5934-6799D7FDE280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4" name="직선 연결선 361">
                <a:extLst>
                  <a:ext uri="{FF2B5EF4-FFF2-40B4-BE49-F238E27FC236}">
                    <a16:creationId xmlns:a16="http://schemas.microsoft.com/office/drawing/2014/main" id="{3CEAAA7D-DCDE-A2F5-C5B3-BA734E8D27F3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81" name="직선 연결선 363">
              <a:extLst>
                <a:ext uri="{FF2B5EF4-FFF2-40B4-BE49-F238E27FC236}">
                  <a16:creationId xmlns:a16="http://schemas.microsoft.com/office/drawing/2014/main" id="{BE3CF8B1-EA94-CAF8-0635-F43284E26F44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85" name="직선 연결선 351">
            <a:extLst>
              <a:ext uri="{FF2B5EF4-FFF2-40B4-BE49-F238E27FC236}">
                <a16:creationId xmlns:a16="http://schemas.microsoft.com/office/drawing/2014/main" id="{EF34A905-DAF0-219D-2150-BA0084515D8C}"/>
              </a:ext>
            </a:extLst>
          </p:cNvPr>
          <p:cNvCxnSpPr>
            <a:cxnSpLocks/>
          </p:cNvCxnSpPr>
          <p:nvPr/>
        </p:nvCxnSpPr>
        <p:spPr>
          <a:xfrm>
            <a:off x="4406032" y="5439515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86" name="그룹 1285">
            <a:extLst>
              <a:ext uri="{FF2B5EF4-FFF2-40B4-BE49-F238E27FC236}">
                <a16:creationId xmlns:a16="http://schemas.microsoft.com/office/drawing/2014/main" id="{9ED29858-A7FE-7995-3A15-C043A783AE36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6193522" y="4514315"/>
            <a:ext cx="57088" cy="108000"/>
            <a:chOff x="7604467" y="2108611"/>
            <a:chExt cx="122239" cy="239471"/>
          </a:xfrm>
        </p:grpSpPr>
        <p:grpSp>
          <p:nvGrpSpPr>
            <p:cNvPr id="1287" name="그룹 1286">
              <a:extLst>
                <a:ext uri="{FF2B5EF4-FFF2-40B4-BE49-F238E27FC236}">
                  <a16:creationId xmlns:a16="http://schemas.microsoft.com/office/drawing/2014/main" id="{4F256783-1E4D-F944-251D-D3CA040BFCB8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89" name="직선 연결선 359">
                <a:extLst>
                  <a:ext uri="{FF2B5EF4-FFF2-40B4-BE49-F238E27FC236}">
                    <a16:creationId xmlns:a16="http://schemas.microsoft.com/office/drawing/2014/main" id="{E5DDC8D5-68A1-6AE1-2ACC-337DF157B787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0" name="직선 연결선 360">
                <a:extLst>
                  <a:ext uri="{FF2B5EF4-FFF2-40B4-BE49-F238E27FC236}">
                    <a16:creationId xmlns:a16="http://schemas.microsoft.com/office/drawing/2014/main" id="{46EC2A48-9455-4F0D-4FB0-E9B9A6431AA0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1" name="직선 연결선 361">
                <a:extLst>
                  <a:ext uri="{FF2B5EF4-FFF2-40B4-BE49-F238E27FC236}">
                    <a16:creationId xmlns:a16="http://schemas.microsoft.com/office/drawing/2014/main" id="{F313D171-A71A-D4A8-59BA-EB6C37A9CFF9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88" name="직선 연결선 363">
              <a:extLst>
                <a:ext uri="{FF2B5EF4-FFF2-40B4-BE49-F238E27FC236}">
                  <a16:creationId xmlns:a16="http://schemas.microsoft.com/office/drawing/2014/main" id="{06513C1C-7145-3585-70CD-2B60E55E25E2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92" name="직선 연결선 351">
            <a:extLst>
              <a:ext uri="{FF2B5EF4-FFF2-40B4-BE49-F238E27FC236}">
                <a16:creationId xmlns:a16="http://schemas.microsoft.com/office/drawing/2014/main" id="{B0A7F36F-E9D0-6DB7-E84A-10065FB8928D}"/>
              </a:ext>
            </a:extLst>
          </p:cNvPr>
          <p:cNvCxnSpPr>
            <a:cxnSpLocks/>
          </p:cNvCxnSpPr>
          <p:nvPr/>
        </p:nvCxnSpPr>
        <p:spPr>
          <a:xfrm>
            <a:off x="8155151" y="1505270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93" name="그룹 1292">
            <a:extLst>
              <a:ext uri="{FF2B5EF4-FFF2-40B4-BE49-F238E27FC236}">
                <a16:creationId xmlns:a16="http://schemas.microsoft.com/office/drawing/2014/main" id="{E73E1F13-FF3A-7585-E268-1A064920173D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5726641" y="5335560"/>
            <a:ext cx="57088" cy="108000"/>
            <a:chOff x="7604467" y="2108611"/>
            <a:chExt cx="122239" cy="239471"/>
          </a:xfrm>
        </p:grpSpPr>
        <p:grpSp>
          <p:nvGrpSpPr>
            <p:cNvPr id="1294" name="그룹 1293">
              <a:extLst>
                <a:ext uri="{FF2B5EF4-FFF2-40B4-BE49-F238E27FC236}">
                  <a16:creationId xmlns:a16="http://schemas.microsoft.com/office/drawing/2014/main" id="{062FB5B2-907E-CA08-30F6-483506132D60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296" name="직선 연결선 359">
                <a:extLst>
                  <a:ext uri="{FF2B5EF4-FFF2-40B4-BE49-F238E27FC236}">
                    <a16:creationId xmlns:a16="http://schemas.microsoft.com/office/drawing/2014/main" id="{E437D5D8-B135-E874-48AA-6FD5333E2239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7" name="직선 연결선 360">
                <a:extLst>
                  <a:ext uri="{FF2B5EF4-FFF2-40B4-BE49-F238E27FC236}">
                    <a16:creationId xmlns:a16="http://schemas.microsoft.com/office/drawing/2014/main" id="{75000D62-8297-88A1-43E5-9FFB3D4666DB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8" name="직선 연결선 361">
                <a:extLst>
                  <a:ext uri="{FF2B5EF4-FFF2-40B4-BE49-F238E27FC236}">
                    <a16:creationId xmlns:a16="http://schemas.microsoft.com/office/drawing/2014/main" id="{A254AA21-B4A2-6A66-B0C2-E6EF1850E33D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95" name="직선 연결선 363">
              <a:extLst>
                <a:ext uri="{FF2B5EF4-FFF2-40B4-BE49-F238E27FC236}">
                  <a16:creationId xmlns:a16="http://schemas.microsoft.com/office/drawing/2014/main" id="{D189D432-424D-C914-39C0-19C4A4038085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99" name="직선 연결선 351">
            <a:extLst>
              <a:ext uri="{FF2B5EF4-FFF2-40B4-BE49-F238E27FC236}">
                <a16:creationId xmlns:a16="http://schemas.microsoft.com/office/drawing/2014/main" id="{526C3E18-EBC9-4564-F2E2-9CAD33B248A3}"/>
              </a:ext>
            </a:extLst>
          </p:cNvPr>
          <p:cNvCxnSpPr>
            <a:cxnSpLocks/>
          </p:cNvCxnSpPr>
          <p:nvPr/>
        </p:nvCxnSpPr>
        <p:spPr>
          <a:xfrm>
            <a:off x="6046313" y="5076495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0" name="그룹 1299">
            <a:extLst>
              <a:ext uri="{FF2B5EF4-FFF2-40B4-BE49-F238E27FC236}">
                <a16:creationId xmlns:a16="http://schemas.microsoft.com/office/drawing/2014/main" id="{55D05EEA-DCBB-76D8-8645-56C579D3C8CB}"/>
              </a:ext>
            </a:extLst>
          </p:cNvPr>
          <p:cNvGrpSpPr>
            <a:grpSpLocks noChangeAspect="1"/>
          </p:cNvGrpSpPr>
          <p:nvPr/>
        </p:nvGrpSpPr>
        <p:grpSpPr>
          <a:xfrm>
            <a:off x="4939117" y="5500842"/>
            <a:ext cx="57088" cy="108000"/>
            <a:chOff x="7604467" y="2108611"/>
            <a:chExt cx="122239" cy="239471"/>
          </a:xfrm>
        </p:grpSpPr>
        <p:grpSp>
          <p:nvGrpSpPr>
            <p:cNvPr id="1301" name="그룹 1300">
              <a:extLst>
                <a:ext uri="{FF2B5EF4-FFF2-40B4-BE49-F238E27FC236}">
                  <a16:creationId xmlns:a16="http://schemas.microsoft.com/office/drawing/2014/main" id="{8AE99697-0813-F681-DF9F-BD2939DABDAF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303" name="직선 연결선 359">
                <a:extLst>
                  <a:ext uri="{FF2B5EF4-FFF2-40B4-BE49-F238E27FC236}">
                    <a16:creationId xmlns:a16="http://schemas.microsoft.com/office/drawing/2014/main" id="{B596BF3D-3AA3-0368-A78D-8DA5120EB68F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4" name="직선 연결선 360">
                <a:extLst>
                  <a:ext uri="{FF2B5EF4-FFF2-40B4-BE49-F238E27FC236}">
                    <a16:creationId xmlns:a16="http://schemas.microsoft.com/office/drawing/2014/main" id="{91A0AF60-383A-0182-1B43-5430C4109964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5" name="직선 연결선 361">
                <a:extLst>
                  <a:ext uri="{FF2B5EF4-FFF2-40B4-BE49-F238E27FC236}">
                    <a16:creationId xmlns:a16="http://schemas.microsoft.com/office/drawing/2014/main" id="{D907F7C3-7DAE-23DC-3DDA-00546A89B92B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02" name="직선 연결선 363">
              <a:extLst>
                <a:ext uri="{FF2B5EF4-FFF2-40B4-BE49-F238E27FC236}">
                  <a16:creationId xmlns:a16="http://schemas.microsoft.com/office/drawing/2014/main" id="{B8FFACC3-3FBB-1327-D689-F5517F76B2E8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06" name="직선 연결선 351">
            <a:extLst>
              <a:ext uri="{FF2B5EF4-FFF2-40B4-BE49-F238E27FC236}">
                <a16:creationId xmlns:a16="http://schemas.microsoft.com/office/drawing/2014/main" id="{2AA6BDBA-0A18-274B-70DB-0DC4B1BFA141}"/>
              </a:ext>
            </a:extLst>
          </p:cNvPr>
          <p:cNvCxnSpPr>
            <a:cxnSpLocks/>
          </p:cNvCxnSpPr>
          <p:nvPr/>
        </p:nvCxnSpPr>
        <p:spPr>
          <a:xfrm>
            <a:off x="4638973" y="5504834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7" name="그룹 1306">
            <a:extLst>
              <a:ext uri="{FF2B5EF4-FFF2-40B4-BE49-F238E27FC236}">
                <a16:creationId xmlns:a16="http://schemas.microsoft.com/office/drawing/2014/main" id="{4B16763A-B27E-9FA2-3572-03B4A1F120D0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792799" y="2324470"/>
            <a:ext cx="57088" cy="108000"/>
            <a:chOff x="7604467" y="2108611"/>
            <a:chExt cx="122239" cy="239471"/>
          </a:xfrm>
        </p:grpSpPr>
        <p:grpSp>
          <p:nvGrpSpPr>
            <p:cNvPr id="1308" name="그룹 1307">
              <a:extLst>
                <a:ext uri="{FF2B5EF4-FFF2-40B4-BE49-F238E27FC236}">
                  <a16:creationId xmlns:a16="http://schemas.microsoft.com/office/drawing/2014/main" id="{6770E640-7E94-8999-4AB2-9A1242D7E5B9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310" name="직선 연결선 359">
                <a:extLst>
                  <a:ext uri="{FF2B5EF4-FFF2-40B4-BE49-F238E27FC236}">
                    <a16:creationId xmlns:a16="http://schemas.microsoft.com/office/drawing/2014/main" id="{FFB33026-0FFB-ED91-C504-3FAF9EC7D251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1" name="직선 연결선 360">
                <a:extLst>
                  <a:ext uri="{FF2B5EF4-FFF2-40B4-BE49-F238E27FC236}">
                    <a16:creationId xmlns:a16="http://schemas.microsoft.com/office/drawing/2014/main" id="{160E7FD6-F234-0F80-4427-58126122042D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2" name="직선 연결선 361">
                <a:extLst>
                  <a:ext uri="{FF2B5EF4-FFF2-40B4-BE49-F238E27FC236}">
                    <a16:creationId xmlns:a16="http://schemas.microsoft.com/office/drawing/2014/main" id="{8A8F461B-2691-1E43-14FB-15A151499DFF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09" name="직선 연결선 363">
              <a:extLst>
                <a:ext uri="{FF2B5EF4-FFF2-40B4-BE49-F238E27FC236}">
                  <a16:creationId xmlns:a16="http://schemas.microsoft.com/office/drawing/2014/main" id="{FBA22B76-C3D7-6550-CACE-0E1F26A7AE23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13" name="직선 연결선 351">
            <a:extLst>
              <a:ext uri="{FF2B5EF4-FFF2-40B4-BE49-F238E27FC236}">
                <a16:creationId xmlns:a16="http://schemas.microsoft.com/office/drawing/2014/main" id="{2C65E175-9C9E-9B14-399F-D5593D873947}"/>
              </a:ext>
            </a:extLst>
          </p:cNvPr>
          <p:cNvCxnSpPr>
            <a:cxnSpLocks/>
          </p:cNvCxnSpPr>
          <p:nvPr/>
        </p:nvCxnSpPr>
        <p:spPr>
          <a:xfrm>
            <a:off x="4634661" y="5780852"/>
            <a:ext cx="0" cy="10800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5" name="직선 연결선[R] 1314">
            <a:extLst>
              <a:ext uri="{FF2B5EF4-FFF2-40B4-BE49-F238E27FC236}">
                <a16:creationId xmlns:a16="http://schemas.microsoft.com/office/drawing/2014/main" id="{0E640CF9-A8D5-E705-5E51-12570E4FEB40}"/>
              </a:ext>
            </a:extLst>
          </p:cNvPr>
          <p:cNvCxnSpPr>
            <a:cxnSpLocks/>
          </p:cNvCxnSpPr>
          <p:nvPr/>
        </p:nvCxnSpPr>
        <p:spPr>
          <a:xfrm flipV="1">
            <a:off x="8030465" y="1441717"/>
            <a:ext cx="0" cy="12186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7" name="직선 연결선[R] 1316">
            <a:extLst>
              <a:ext uri="{FF2B5EF4-FFF2-40B4-BE49-F238E27FC236}">
                <a16:creationId xmlns:a16="http://schemas.microsoft.com/office/drawing/2014/main" id="{0227C0B5-1FB7-D12C-1DCE-E91719B1EBA6}"/>
              </a:ext>
            </a:extLst>
          </p:cNvPr>
          <p:cNvCxnSpPr>
            <a:cxnSpLocks/>
          </p:cNvCxnSpPr>
          <p:nvPr/>
        </p:nvCxnSpPr>
        <p:spPr>
          <a:xfrm>
            <a:off x="5011387" y="1555668"/>
            <a:ext cx="301907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1" name="직선 연결선[R] 1320">
            <a:extLst>
              <a:ext uri="{FF2B5EF4-FFF2-40B4-BE49-F238E27FC236}">
                <a16:creationId xmlns:a16="http://schemas.microsoft.com/office/drawing/2014/main" id="{CF257921-964C-2315-E1AA-9438F63F0345}"/>
              </a:ext>
            </a:extLst>
          </p:cNvPr>
          <p:cNvCxnSpPr>
            <a:cxnSpLocks/>
            <a:stCxn id="1025" idx="0"/>
          </p:cNvCxnSpPr>
          <p:nvPr/>
        </p:nvCxnSpPr>
        <p:spPr>
          <a:xfrm flipV="1">
            <a:off x="5007981" y="1555668"/>
            <a:ext cx="0" cy="3537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직선 연결선 351">
            <a:extLst>
              <a:ext uri="{FF2B5EF4-FFF2-40B4-BE49-F238E27FC236}">
                <a16:creationId xmlns:a16="http://schemas.microsoft.com/office/drawing/2014/main" id="{D9CB1345-3F2D-C60C-B810-1FC07C1CF0BC}"/>
              </a:ext>
            </a:extLst>
          </p:cNvPr>
          <p:cNvCxnSpPr>
            <a:cxnSpLocks/>
          </p:cNvCxnSpPr>
          <p:nvPr/>
        </p:nvCxnSpPr>
        <p:spPr>
          <a:xfrm>
            <a:off x="7976465" y="1503290"/>
            <a:ext cx="108000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26" name="그룹 1325">
            <a:extLst>
              <a:ext uri="{FF2B5EF4-FFF2-40B4-BE49-F238E27FC236}">
                <a16:creationId xmlns:a16="http://schemas.microsoft.com/office/drawing/2014/main" id="{37ED9228-E283-D612-4B48-C4B9C4CEE94C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4976867" y="1820848"/>
            <a:ext cx="57088" cy="108000"/>
            <a:chOff x="7604467" y="2108611"/>
            <a:chExt cx="122239" cy="239471"/>
          </a:xfrm>
        </p:grpSpPr>
        <p:grpSp>
          <p:nvGrpSpPr>
            <p:cNvPr id="1327" name="그룹 1326">
              <a:extLst>
                <a:ext uri="{FF2B5EF4-FFF2-40B4-BE49-F238E27FC236}">
                  <a16:creationId xmlns:a16="http://schemas.microsoft.com/office/drawing/2014/main" id="{FEE66AD5-6E2D-BA28-1AA8-84EA58458A1E}"/>
                </a:ext>
              </a:extLst>
            </p:cNvPr>
            <p:cNvGrpSpPr/>
            <p:nvPr/>
          </p:nvGrpSpPr>
          <p:grpSpPr>
            <a:xfrm>
              <a:off x="7604467" y="2111281"/>
              <a:ext cx="122239" cy="236801"/>
              <a:chOff x="2297548" y="3782508"/>
              <a:chExt cx="122239" cy="236801"/>
            </a:xfrm>
          </p:grpSpPr>
          <p:cxnSp>
            <p:nvCxnSpPr>
              <p:cNvPr id="1329" name="직선 연결선 359">
                <a:extLst>
                  <a:ext uri="{FF2B5EF4-FFF2-40B4-BE49-F238E27FC236}">
                    <a16:creationId xmlns:a16="http://schemas.microsoft.com/office/drawing/2014/main" id="{48BDA41F-D7DC-5966-1043-C37D08B37546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0" name="직선 연결선 360">
                <a:extLst>
                  <a:ext uri="{FF2B5EF4-FFF2-40B4-BE49-F238E27FC236}">
                    <a16:creationId xmlns:a16="http://schemas.microsoft.com/office/drawing/2014/main" id="{9A9DA93A-1E70-35EA-4D3C-58DECE5A4988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1" name="직선 연결선 361">
                <a:extLst>
                  <a:ext uri="{FF2B5EF4-FFF2-40B4-BE49-F238E27FC236}">
                    <a16:creationId xmlns:a16="http://schemas.microsoft.com/office/drawing/2014/main" id="{CCD90621-C735-C28F-0C83-11FE96838F8E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28" name="직선 연결선 363">
              <a:extLst>
                <a:ext uri="{FF2B5EF4-FFF2-40B4-BE49-F238E27FC236}">
                  <a16:creationId xmlns:a16="http://schemas.microsoft.com/office/drawing/2014/main" id="{58852892-3786-B883-0732-30BBDA7712D1}"/>
                </a:ext>
              </a:extLst>
            </p:cNvPr>
            <p:cNvCxnSpPr/>
            <p:nvPr/>
          </p:nvCxnSpPr>
          <p:spPr>
            <a:xfrm>
              <a:off x="7604467" y="2108611"/>
              <a:ext cx="0" cy="23680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871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9214F-25B8-172A-1548-BD159EBC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074E6A1-CEBC-4642-F309-940DA03C3FC1}"/>
              </a:ext>
            </a:extLst>
          </p:cNvPr>
          <p:cNvSpPr/>
          <p:nvPr/>
        </p:nvSpPr>
        <p:spPr>
          <a:xfrm>
            <a:off x="2015923" y="371162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B654D3-A7FB-4D6F-7D88-C7EBE7489B5D}"/>
              </a:ext>
            </a:extLst>
          </p:cNvPr>
          <p:cNvSpPr/>
          <p:nvPr/>
        </p:nvSpPr>
        <p:spPr>
          <a:xfrm>
            <a:off x="2015923" y="1383933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version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2B7C52-EE64-9334-D992-25950D51E56F}"/>
              </a:ext>
            </a:extLst>
          </p:cNvPr>
          <p:cNvSpPr/>
          <p:nvPr/>
        </p:nvSpPr>
        <p:spPr>
          <a:xfrm>
            <a:off x="2015923" y="2396704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showtime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E1B668-37D6-677D-1DE4-A62A83F6200C}"/>
              </a:ext>
            </a:extLst>
          </p:cNvPr>
          <p:cNvSpPr/>
          <p:nvPr/>
        </p:nvSpPr>
        <p:spPr>
          <a:xfrm>
            <a:off x="2015923" y="3409475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C8F6E-3BF4-EA69-61F2-07B6D4BFE2A0}"/>
              </a:ext>
            </a:extLst>
          </p:cNvPr>
          <p:cNvSpPr/>
          <p:nvPr/>
        </p:nvSpPr>
        <p:spPr>
          <a:xfrm>
            <a:off x="479272" y="4422246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screen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layout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B2A00C-58A8-DAFB-3BF7-163076B8B66D}"/>
              </a:ext>
            </a:extLst>
          </p:cNvPr>
          <p:cNvSpPr/>
          <p:nvPr/>
        </p:nvSpPr>
        <p:spPr>
          <a:xfrm>
            <a:off x="3552574" y="3409474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B69D87-52C2-8908-9936-EE303705EFCB}"/>
              </a:ext>
            </a:extLst>
          </p:cNvPr>
          <p:cNvSpPr/>
          <p:nvPr/>
        </p:nvSpPr>
        <p:spPr>
          <a:xfrm>
            <a:off x="3552574" y="4422245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EA3B76BA-9A28-E7EF-79DF-E433CD783541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2411401" y="836697"/>
            <a:ext cx="0" cy="54723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C3A7C2B8-B81A-146F-A8A9-AE9D58073AAA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2411401" y="1849468"/>
            <a:ext cx="0" cy="54723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5C73746A-0213-B7D3-EFB6-7F1CB851722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411401" y="2862239"/>
            <a:ext cx="0" cy="54723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2E89313B-7026-C1DF-F775-B1A0FA6BEE27}"/>
              </a:ext>
            </a:extLst>
          </p:cNvPr>
          <p:cNvCxnSpPr>
            <a:cxnSpLocks/>
            <a:stCxn id="10" idx="1"/>
            <a:endCxn id="5" idx="3"/>
          </p:cNvCxnSpPr>
          <p:nvPr/>
        </p:nvCxnSpPr>
        <p:spPr>
          <a:xfrm flipH="1">
            <a:off x="2806879" y="3642242"/>
            <a:ext cx="745695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4273642C-0B1F-68CF-D369-FBDDC916BA99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270228" y="3642243"/>
            <a:ext cx="74569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EAFFB7B2-93B8-5957-1D03-0ABFA77DE04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74750" y="3875010"/>
            <a:ext cx="0" cy="54723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0AA3C6D5-EBD0-FA68-4330-9794BCC0A7B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74750" y="4887781"/>
            <a:ext cx="0" cy="54723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5694AA67-FB65-9004-05DA-B9A99BCB882D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flipV="1">
            <a:off x="3948052" y="3875009"/>
            <a:ext cx="0" cy="54723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[E] 35">
            <a:extLst>
              <a:ext uri="{FF2B5EF4-FFF2-40B4-BE49-F238E27FC236}">
                <a16:creationId xmlns:a16="http://schemas.microsoft.com/office/drawing/2014/main" id="{FE22BE8E-AB53-9D7A-E25E-9916690F8864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944428" y="4200811"/>
            <a:ext cx="1792775" cy="1141173"/>
          </a:xfrm>
          <a:prstGeom prst="bentConnector2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[R] 50">
            <a:extLst>
              <a:ext uri="{FF2B5EF4-FFF2-40B4-BE49-F238E27FC236}">
                <a16:creationId xmlns:a16="http://schemas.microsoft.com/office/drawing/2014/main" id="{1DE53D44-FCD2-AD3C-6E40-1E8FB5187318}"/>
              </a:ext>
            </a:extLst>
          </p:cNvPr>
          <p:cNvCxnSpPr>
            <a:cxnSpLocks/>
          </p:cNvCxnSpPr>
          <p:nvPr/>
        </p:nvCxnSpPr>
        <p:spPr>
          <a:xfrm flipH="1">
            <a:off x="1270228" y="5801989"/>
            <a:ext cx="267782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1B0ADBCC-3798-5AA8-1BBA-6D32932AB61B}"/>
              </a:ext>
            </a:extLst>
          </p:cNvPr>
          <p:cNvCxnSpPr>
            <a:cxnSpLocks/>
          </p:cNvCxnSpPr>
          <p:nvPr/>
        </p:nvCxnSpPr>
        <p:spPr>
          <a:xfrm flipV="1">
            <a:off x="3937750" y="4887781"/>
            <a:ext cx="0" cy="9142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직사각형 511">
            <a:extLst>
              <a:ext uri="{FF2B5EF4-FFF2-40B4-BE49-F238E27FC236}">
                <a16:creationId xmlns:a16="http://schemas.microsoft.com/office/drawing/2014/main" id="{E855FF45-0723-FA65-273C-79CC215B95BD}"/>
              </a:ext>
            </a:extLst>
          </p:cNvPr>
          <p:cNvSpPr/>
          <p:nvPr/>
        </p:nvSpPr>
        <p:spPr>
          <a:xfrm>
            <a:off x="3552574" y="2396704"/>
            <a:ext cx="790956" cy="465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coupon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redeem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13" name="직사각형 512">
            <a:extLst>
              <a:ext uri="{FF2B5EF4-FFF2-40B4-BE49-F238E27FC236}">
                <a16:creationId xmlns:a16="http://schemas.microsoft.com/office/drawing/2014/main" id="{0A137C86-B364-A9F4-5476-7F74CB45BE03}"/>
              </a:ext>
            </a:extLst>
          </p:cNvPr>
          <p:cNvSpPr/>
          <p:nvPr/>
        </p:nvSpPr>
        <p:spPr>
          <a:xfrm>
            <a:off x="6625873" y="2396707"/>
            <a:ext cx="790956" cy="465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coupon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14" name="직사각형 513">
            <a:extLst>
              <a:ext uri="{FF2B5EF4-FFF2-40B4-BE49-F238E27FC236}">
                <a16:creationId xmlns:a16="http://schemas.microsoft.com/office/drawing/2014/main" id="{A1FD7447-1964-A8B9-5C21-16D9CB15E7A7}"/>
              </a:ext>
            </a:extLst>
          </p:cNvPr>
          <p:cNvSpPr/>
          <p:nvPr/>
        </p:nvSpPr>
        <p:spPr>
          <a:xfrm>
            <a:off x="6625873" y="1383935"/>
            <a:ext cx="790956" cy="465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promotion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15" name="직사각형 514">
            <a:extLst>
              <a:ext uri="{FF2B5EF4-FFF2-40B4-BE49-F238E27FC236}">
                <a16:creationId xmlns:a16="http://schemas.microsoft.com/office/drawing/2014/main" id="{DCF79955-D40D-03A6-A2E2-CCDEDF6801C0}"/>
              </a:ext>
            </a:extLst>
          </p:cNvPr>
          <p:cNvSpPr/>
          <p:nvPr/>
        </p:nvSpPr>
        <p:spPr>
          <a:xfrm>
            <a:off x="6625873" y="3409476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16" name="직사각형 515">
            <a:extLst>
              <a:ext uri="{FF2B5EF4-FFF2-40B4-BE49-F238E27FC236}">
                <a16:creationId xmlns:a16="http://schemas.microsoft.com/office/drawing/2014/main" id="{1575B940-587C-7170-5764-9F0EDA1E1AB5}"/>
              </a:ext>
            </a:extLst>
          </p:cNvPr>
          <p:cNvSpPr/>
          <p:nvPr/>
        </p:nvSpPr>
        <p:spPr>
          <a:xfrm>
            <a:off x="6625873" y="4422245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method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517" name="직선 연결선[R] 516">
            <a:extLst>
              <a:ext uri="{FF2B5EF4-FFF2-40B4-BE49-F238E27FC236}">
                <a16:creationId xmlns:a16="http://schemas.microsoft.com/office/drawing/2014/main" id="{291CF0A8-8736-92D5-018A-B338D7AA3368}"/>
              </a:ext>
            </a:extLst>
          </p:cNvPr>
          <p:cNvCxnSpPr>
            <a:cxnSpLocks/>
            <a:stCxn id="512" idx="2"/>
            <a:endCxn id="10" idx="0"/>
          </p:cNvCxnSpPr>
          <p:nvPr/>
        </p:nvCxnSpPr>
        <p:spPr>
          <a:xfrm>
            <a:off x="3948052" y="2862239"/>
            <a:ext cx="0" cy="5472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연결선[R] 522">
            <a:extLst>
              <a:ext uri="{FF2B5EF4-FFF2-40B4-BE49-F238E27FC236}">
                <a16:creationId xmlns:a16="http://schemas.microsoft.com/office/drawing/2014/main" id="{7FE343B0-9015-D3FC-4074-F5CBE80BAFA1}"/>
              </a:ext>
            </a:extLst>
          </p:cNvPr>
          <p:cNvCxnSpPr>
            <a:cxnSpLocks/>
            <a:stCxn id="513" idx="1"/>
            <a:endCxn id="512" idx="3"/>
          </p:cNvCxnSpPr>
          <p:nvPr/>
        </p:nvCxnSpPr>
        <p:spPr>
          <a:xfrm flipH="1" flipV="1">
            <a:off x="4343530" y="2629472"/>
            <a:ext cx="2282343" cy="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직선 연결선[R] 527">
            <a:extLst>
              <a:ext uri="{FF2B5EF4-FFF2-40B4-BE49-F238E27FC236}">
                <a16:creationId xmlns:a16="http://schemas.microsoft.com/office/drawing/2014/main" id="{27F8281C-050C-F8BB-62A0-50C3A2FC25DF}"/>
              </a:ext>
            </a:extLst>
          </p:cNvPr>
          <p:cNvCxnSpPr>
            <a:cxnSpLocks/>
            <a:stCxn id="513" idx="2"/>
            <a:endCxn id="515" idx="0"/>
          </p:cNvCxnSpPr>
          <p:nvPr/>
        </p:nvCxnSpPr>
        <p:spPr>
          <a:xfrm>
            <a:off x="7021351" y="2862242"/>
            <a:ext cx="0" cy="5472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직선 연결선[R] 531">
            <a:extLst>
              <a:ext uri="{FF2B5EF4-FFF2-40B4-BE49-F238E27FC236}">
                <a16:creationId xmlns:a16="http://schemas.microsoft.com/office/drawing/2014/main" id="{5DF74F5F-D5DA-67C5-2CED-C17769D5E1B1}"/>
              </a:ext>
            </a:extLst>
          </p:cNvPr>
          <p:cNvCxnSpPr>
            <a:cxnSpLocks/>
            <a:stCxn id="514" idx="2"/>
            <a:endCxn id="513" idx="0"/>
          </p:cNvCxnSpPr>
          <p:nvPr/>
        </p:nvCxnSpPr>
        <p:spPr>
          <a:xfrm>
            <a:off x="7021351" y="1849470"/>
            <a:ext cx="0" cy="5472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직선 연결선[R] 534">
            <a:extLst>
              <a:ext uri="{FF2B5EF4-FFF2-40B4-BE49-F238E27FC236}">
                <a16:creationId xmlns:a16="http://schemas.microsoft.com/office/drawing/2014/main" id="{14C8E4B1-1753-8886-C055-8F94114CB985}"/>
              </a:ext>
            </a:extLst>
          </p:cNvPr>
          <p:cNvCxnSpPr>
            <a:cxnSpLocks/>
            <a:stCxn id="515" idx="2"/>
            <a:endCxn id="516" idx="0"/>
          </p:cNvCxnSpPr>
          <p:nvPr/>
        </p:nvCxnSpPr>
        <p:spPr>
          <a:xfrm>
            <a:off x="7021351" y="3875011"/>
            <a:ext cx="0" cy="5472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직사각형 537">
            <a:extLst>
              <a:ext uri="{FF2B5EF4-FFF2-40B4-BE49-F238E27FC236}">
                <a16:creationId xmlns:a16="http://schemas.microsoft.com/office/drawing/2014/main" id="{EA0CD478-0CC5-BD6B-B9A8-CAEAF05F837C}"/>
              </a:ext>
            </a:extLst>
          </p:cNvPr>
          <p:cNvSpPr/>
          <p:nvPr/>
        </p:nvSpPr>
        <p:spPr>
          <a:xfrm>
            <a:off x="5089221" y="3409473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refund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541" name="직선 연결선[R] 540">
            <a:extLst>
              <a:ext uri="{FF2B5EF4-FFF2-40B4-BE49-F238E27FC236}">
                <a16:creationId xmlns:a16="http://schemas.microsoft.com/office/drawing/2014/main" id="{5D29CC20-1524-8D7F-9FF1-3C2123E6FE04}"/>
              </a:ext>
            </a:extLst>
          </p:cNvPr>
          <p:cNvCxnSpPr>
            <a:cxnSpLocks/>
            <a:stCxn id="538" idx="1"/>
            <a:endCxn id="10" idx="3"/>
          </p:cNvCxnSpPr>
          <p:nvPr/>
        </p:nvCxnSpPr>
        <p:spPr>
          <a:xfrm flipH="1">
            <a:off x="4343530" y="3642241"/>
            <a:ext cx="745691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69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2BB99-0DF8-073C-615F-D640EEA1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4CC543-2EA1-A4CA-54FB-D86FE28C0D03}"/>
              </a:ext>
            </a:extLst>
          </p:cNvPr>
          <p:cNvSpPr/>
          <p:nvPr/>
        </p:nvSpPr>
        <p:spPr>
          <a:xfrm>
            <a:off x="3446788" y="1252651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3F43EC-10DD-F2FB-C4DF-4D526E300468}"/>
              </a:ext>
            </a:extLst>
          </p:cNvPr>
          <p:cNvSpPr/>
          <p:nvPr/>
        </p:nvSpPr>
        <p:spPr>
          <a:xfrm>
            <a:off x="5028700" y="1252650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movie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version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814CEE31-798C-B2FE-156F-24EBDB25630C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237744" y="1485418"/>
            <a:ext cx="790956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BEC6E27-802B-0888-E849-716756227AED}"/>
              </a:ext>
            </a:extLst>
          </p:cNvPr>
          <p:cNvGrpSpPr/>
          <p:nvPr/>
        </p:nvGrpSpPr>
        <p:grpSpPr>
          <a:xfrm>
            <a:off x="4504438" y="2009488"/>
            <a:ext cx="122239" cy="236801"/>
            <a:chOff x="2297548" y="3782508"/>
            <a:chExt cx="122239" cy="236801"/>
          </a:xfrm>
        </p:grpSpPr>
        <p:cxnSp>
          <p:nvCxnSpPr>
            <p:cNvPr id="19" name="직선 연결선 359">
              <a:extLst>
                <a:ext uri="{FF2B5EF4-FFF2-40B4-BE49-F238E27FC236}">
                  <a16:creationId xmlns:a16="http://schemas.microsoft.com/office/drawing/2014/main" id="{2652523E-1466-CD42-AB74-36A6F7BD8D43}"/>
                </a:ext>
              </a:extLst>
            </p:cNvPr>
            <p:cNvCxnSpPr/>
            <p:nvPr/>
          </p:nvCxnSpPr>
          <p:spPr>
            <a:xfrm flipV="1">
              <a:off x="2297548" y="3782508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연결선 360">
              <a:extLst>
                <a:ext uri="{FF2B5EF4-FFF2-40B4-BE49-F238E27FC236}">
                  <a16:creationId xmlns:a16="http://schemas.microsoft.com/office/drawing/2014/main" id="{0953D720-AEDE-900E-BE07-390472517C3A}"/>
                </a:ext>
              </a:extLst>
            </p:cNvPr>
            <p:cNvCxnSpPr/>
            <p:nvPr/>
          </p:nvCxnSpPr>
          <p:spPr>
            <a:xfrm>
              <a:off x="2297548" y="3897072"/>
              <a:ext cx="122237" cy="1222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연결선 361">
              <a:extLst>
                <a:ext uri="{FF2B5EF4-FFF2-40B4-BE49-F238E27FC236}">
                  <a16:creationId xmlns:a16="http://schemas.microsoft.com/office/drawing/2014/main" id="{4B66FC67-40E6-62AA-1096-CF540C17DBE5}"/>
                </a:ext>
              </a:extLst>
            </p:cNvPr>
            <p:cNvCxnSpPr/>
            <p:nvPr/>
          </p:nvCxnSpPr>
          <p:spPr>
            <a:xfrm>
              <a:off x="2297548" y="3900404"/>
              <a:ext cx="1222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363">
            <a:extLst>
              <a:ext uri="{FF2B5EF4-FFF2-40B4-BE49-F238E27FC236}">
                <a16:creationId xmlns:a16="http://schemas.microsoft.com/office/drawing/2014/main" id="{641ABA58-E0EF-D776-7ED7-A986053D0E34}"/>
              </a:ext>
            </a:extLst>
          </p:cNvPr>
          <p:cNvCxnSpPr/>
          <p:nvPr/>
        </p:nvCxnSpPr>
        <p:spPr>
          <a:xfrm>
            <a:off x="4504438" y="2005651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363">
            <a:extLst>
              <a:ext uri="{FF2B5EF4-FFF2-40B4-BE49-F238E27FC236}">
                <a16:creationId xmlns:a16="http://schemas.microsoft.com/office/drawing/2014/main" id="{0574CFFA-898C-3F9A-7580-76F2D62D193F}"/>
              </a:ext>
            </a:extLst>
          </p:cNvPr>
          <p:cNvCxnSpPr/>
          <p:nvPr/>
        </p:nvCxnSpPr>
        <p:spPr>
          <a:xfrm>
            <a:off x="4373061" y="1365850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B2B971-3181-CE6C-CDD8-249B033E7195}"/>
              </a:ext>
            </a:extLst>
          </p:cNvPr>
          <p:cNvSpPr/>
          <p:nvPr/>
        </p:nvSpPr>
        <p:spPr>
          <a:xfrm>
            <a:off x="6610612" y="1251482"/>
            <a:ext cx="790956" cy="465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showtime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F318E8DF-B5C3-29E8-AA84-390C3744E086}"/>
              </a:ext>
            </a:extLst>
          </p:cNvPr>
          <p:cNvCxnSpPr>
            <a:cxnSpLocks/>
            <a:stCxn id="3" idx="3"/>
            <a:endCxn id="24" idx="1"/>
          </p:cNvCxnSpPr>
          <p:nvPr/>
        </p:nvCxnSpPr>
        <p:spPr>
          <a:xfrm flipV="1">
            <a:off x="5819656" y="1484250"/>
            <a:ext cx="790956" cy="11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31E268-FCBE-A4D9-5D6D-92B6F16DFA4E}"/>
              </a:ext>
            </a:extLst>
          </p:cNvPr>
          <p:cNvGrpSpPr/>
          <p:nvPr/>
        </p:nvGrpSpPr>
        <p:grpSpPr>
          <a:xfrm>
            <a:off x="6475294" y="1363180"/>
            <a:ext cx="122239" cy="239471"/>
            <a:chOff x="6820677" y="1869056"/>
            <a:chExt cx="122239" cy="23947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B0FCF83-9513-086B-A036-114315FD4C79}"/>
                </a:ext>
              </a:extLst>
            </p:cNvPr>
            <p:cNvGrpSpPr/>
            <p:nvPr/>
          </p:nvGrpSpPr>
          <p:grpSpPr>
            <a:xfrm>
              <a:off x="6820677" y="1871726"/>
              <a:ext cx="122239" cy="236801"/>
              <a:chOff x="2297548" y="3782508"/>
              <a:chExt cx="122239" cy="236801"/>
            </a:xfrm>
          </p:grpSpPr>
          <p:cxnSp>
            <p:nvCxnSpPr>
              <p:cNvPr id="30" name="직선 연결선 359">
                <a:extLst>
                  <a:ext uri="{FF2B5EF4-FFF2-40B4-BE49-F238E27FC236}">
                    <a16:creationId xmlns:a16="http://schemas.microsoft.com/office/drawing/2014/main" id="{0E9CA0C3-41FA-9B96-780B-EAC78EF4236B}"/>
                  </a:ext>
                </a:extLst>
              </p:cNvPr>
              <p:cNvCxnSpPr/>
              <p:nvPr/>
            </p:nvCxnSpPr>
            <p:spPr>
              <a:xfrm flipV="1">
                <a:off x="2297548" y="3782508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60">
                <a:extLst>
                  <a:ext uri="{FF2B5EF4-FFF2-40B4-BE49-F238E27FC236}">
                    <a16:creationId xmlns:a16="http://schemas.microsoft.com/office/drawing/2014/main" id="{7F7A2C0B-CBB9-319C-284A-CEC066C0BBE5}"/>
                  </a:ext>
                </a:extLst>
              </p:cNvPr>
              <p:cNvCxnSpPr/>
              <p:nvPr/>
            </p:nvCxnSpPr>
            <p:spPr>
              <a:xfrm>
                <a:off x="2297548" y="3897072"/>
                <a:ext cx="122237" cy="12223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61">
                <a:extLst>
                  <a:ext uri="{FF2B5EF4-FFF2-40B4-BE49-F238E27FC236}">
                    <a16:creationId xmlns:a16="http://schemas.microsoft.com/office/drawing/2014/main" id="{6D225227-02F1-A4E6-BE03-0A90E9EE47EB}"/>
                  </a:ext>
                </a:extLst>
              </p:cNvPr>
              <p:cNvCxnSpPr/>
              <p:nvPr/>
            </p:nvCxnSpPr>
            <p:spPr>
              <a:xfrm>
                <a:off x="2297548" y="3900404"/>
                <a:ext cx="1222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직선 연결선 363">
              <a:extLst>
                <a:ext uri="{FF2B5EF4-FFF2-40B4-BE49-F238E27FC236}">
                  <a16:creationId xmlns:a16="http://schemas.microsoft.com/office/drawing/2014/main" id="{02C48BBB-B833-F379-851B-ACD9B8AE75DA}"/>
                </a:ext>
              </a:extLst>
            </p:cNvPr>
            <p:cNvCxnSpPr/>
            <p:nvPr/>
          </p:nvCxnSpPr>
          <p:spPr>
            <a:xfrm>
              <a:off x="6820677" y="1869056"/>
              <a:ext cx="0" cy="2368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5" name="직선 연결선 363">
            <a:extLst>
              <a:ext uri="{FF2B5EF4-FFF2-40B4-BE49-F238E27FC236}">
                <a16:creationId xmlns:a16="http://schemas.microsoft.com/office/drawing/2014/main" id="{C48F58F4-5306-7160-9621-1E235B463121}"/>
              </a:ext>
            </a:extLst>
          </p:cNvPr>
          <p:cNvCxnSpPr/>
          <p:nvPr/>
        </p:nvCxnSpPr>
        <p:spPr>
          <a:xfrm>
            <a:off x="5945383" y="1369687"/>
            <a:ext cx="0" cy="2368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8" name="직사각형 517">
            <a:extLst>
              <a:ext uri="{FF2B5EF4-FFF2-40B4-BE49-F238E27FC236}">
                <a16:creationId xmlns:a16="http://schemas.microsoft.com/office/drawing/2014/main" id="{CD46F620-DB1E-0803-FAA4-9538F31BE202}"/>
              </a:ext>
            </a:extLst>
          </p:cNvPr>
          <p:cNvSpPr/>
          <p:nvPr/>
        </p:nvSpPr>
        <p:spPr>
          <a:xfrm>
            <a:off x="8192522" y="1247646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</a:t>
            </a:r>
          </a:p>
        </p:txBody>
      </p:sp>
      <p:sp>
        <p:nvSpPr>
          <p:cNvPr id="519" name="직사각형 518">
            <a:extLst>
              <a:ext uri="{FF2B5EF4-FFF2-40B4-BE49-F238E27FC236}">
                <a16:creationId xmlns:a16="http://schemas.microsoft.com/office/drawing/2014/main" id="{8F1F9596-4F6D-7EC2-B8FE-83381924DCC1}"/>
              </a:ext>
            </a:extLst>
          </p:cNvPr>
          <p:cNvSpPr/>
          <p:nvPr/>
        </p:nvSpPr>
        <p:spPr>
          <a:xfrm>
            <a:off x="9774434" y="1247645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type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520" name="직선 연결선[R] 519">
            <a:extLst>
              <a:ext uri="{FF2B5EF4-FFF2-40B4-BE49-F238E27FC236}">
                <a16:creationId xmlns:a16="http://schemas.microsoft.com/office/drawing/2014/main" id="{621CBC87-280B-25E2-1D5A-997548078A37}"/>
              </a:ext>
            </a:extLst>
          </p:cNvPr>
          <p:cNvCxnSpPr>
            <a:cxnSpLocks/>
            <a:stCxn id="24" idx="3"/>
            <a:endCxn id="518" idx="1"/>
          </p:cNvCxnSpPr>
          <p:nvPr/>
        </p:nvCxnSpPr>
        <p:spPr>
          <a:xfrm flipV="1">
            <a:off x="7401568" y="1480414"/>
            <a:ext cx="790954" cy="383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연결선[R] 522">
            <a:extLst>
              <a:ext uri="{FF2B5EF4-FFF2-40B4-BE49-F238E27FC236}">
                <a16:creationId xmlns:a16="http://schemas.microsoft.com/office/drawing/2014/main" id="{9CCD519A-BAA6-59F6-D2BE-5AE1689A89E1}"/>
              </a:ext>
            </a:extLst>
          </p:cNvPr>
          <p:cNvCxnSpPr>
            <a:cxnSpLocks/>
            <a:stCxn id="518" idx="3"/>
            <a:endCxn id="519" idx="1"/>
          </p:cNvCxnSpPr>
          <p:nvPr/>
        </p:nvCxnSpPr>
        <p:spPr>
          <a:xfrm flipV="1">
            <a:off x="8983478" y="1480413"/>
            <a:ext cx="790956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직사각형 525">
            <a:extLst>
              <a:ext uri="{FF2B5EF4-FFF2-40B4-BE49-F238E27FC236}">
                <a16:creationId xmlns:a16="http://schemas.microsoft.com/office/drawing/2014/main" id="{E7EC1D12-51AD-FECD-114D-B3880062121C}"/>
              </a:ext>
            </a:extLst>
          </p:cNvPr>
          <p:cNvSpPr/>
          <p:nvPr/>
        </p:nvSpPr>
        <p:spPr>
          <a:xfrm>
            <a:off x="6617155" y="2783430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422590C3-0129-69A1-D62A-1D08403D2473}"/>
              </a:ext>
            </a:extLst>
          </p:cNvPr>
          <p:cNvSpPr/>
          <p:nvPr/>
        </p:nvSpPr>
        <p:spPr>
          <a:xfrm>
            <a:off x="5035245" y="2783430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booking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35" name="직사각형 534">
            <a:extLst>
              <a:ext uri="{FF2B5EF4-FFF2-40B4-BE49-F238E27FC236}">
                <a16:creationId xmlns:a16="http://schemas.microsoft.com/office/drawing/2014/main" id="{7C2A6D98-FF30-7D0D-BF9D-27A1FE9B92B7}"/>
              </a:ext>
            </a:extLst>
          </p:cNvPr>
          <p:cNvSpPr/>
          <p:nvPr/>
        </p:nvSpPr>
        <p:spPr>
          <a:xfrm>
            <a:off x="1871421" y="3549405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theater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36" name="직사각형 535">
            <a:extLst>
              <a:ext uri="{FF2B5EF4-FFF2-40B4-BE49-F238E27FC236}">
                <a16:creationId xmlns:a16="http://schemas.microsoft.com/office/drawing/2014/main" id="{26E41F98-99F9-A49D-FB3A-3D2832234153}"/>
              </a:ext>
            </a:extLst>
          </p:cNvPr>
          <p:cNvSpPr/>
          <p:nvPr/>
        </p:nvSpPr>
        <p:spPr>
          <a:xfrm>
            <a:off x="3453331" y="3549404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screen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37" name="직사각형 536">
            <a:extLst>
              <a:ext uri="{FF2B5EF4-FFF2-40B4-BE49-F238E27FC236}">
                <a16:creationId xmlns:a16="http://schemas.microsoft.com/office/drawing/2014/main" id="{8F25829C-8277-2E5C-197B-FA7BA4A22A0C}"/>
              </a:ext>
            </a:extLst>
          </p:cNvPr>
          <p:cNvSpPr/>
          <p:nvPr/>
        </p:nvSpPr>
        <p:spPr>
          <a:xfrm>
            <a:off x="5035245" y="3549403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screen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layout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38" name="직사각형 537">
            <a:extLst>
              <a:ext uri="{FF2B5EF4-FFF2-40B4-BE49-F238E27FC236}">
                <a16:creationId xmlns:a16="http://schemas.microsoft.com/office/drawing/2014/main" id="{998CC034-5FD1-5A74-A1C5-F5063078E9C3}"/>
              </a:ext>
            </a:extLst>
          </p:cNvPr>
          <p:cNvSpPr/>
          <p:nvPr/>
        </p:nvSpPr>
        <p:spPr>
          <a:xfrm>
            <a:off x="6617155" y="3549402"/>
            <a:ext cx="790956" cy="465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539" name="직선 연결선[R] 538">
            <a:extLst>
              <a:ext uri="{FF2B5EF4-FFF2-40B4-BE49-F238E27FC236}">
                <a16:creationId xmlns:a16="http://schemas.microsoft.com/office/drawing/2014/main" id="{53470D5C-2D5D-C2CF-DA90-C8280E76ACBD}"/>
              </a:ext>
            </a:extLst>
          </p:cNvPr>
          <p:cNvCxnSpPr>
            <a:cxnSpLocks/>
            <a:stCxn id="535" idx="3"/>
            <a:endCxn id="536" idx="1"/>
          </p:cNvCxnSpPr>
          <p:nvPr/>
        </p:nvCxnSpPr>
        <p:spPr>
          <a:xfrm flipV="1">
            <a:off x="2662377" y="3782172"/>
            <a:ext cx="790954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직선 연결선[R] 539">
            <a:extLst>
              <a:ext uri="{FF2B5EF4-FFF2-40B4-BE49-F238E27FC236}">
                <a16:creationId xmlns:a16="http://schemas.microsoft.com/office/drawing/2014/main" id="{E6F5B607-F74E-25B7-4D03-5225E311C070}"/>
              </a:ext>
            </a:extLst>
          </p:cNvPr>
          <p:cNvCxnSpPr>
            <a:cxnSpLocks/>
            <a:stCxn id="536" idx="3"/>
            <a:endCxn id="537" idx="1"/>
          </p:cNvCxnSpPr>
          <p:nvPr/>
        </p:nvCxnSpPr>
        <p:spPr>
          <a:xfrm flipV="1">
            <a:off x="4244287" y="3782171"/>
            <a:ext cx="790958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연결선[R] 540">
            <a:extLst>
              <a:ext uri="{FF2B5EF4-FFF2-40B4-BE49-F238E27FC236}">
                <a16:creationId xmlns:a16="http://schemas.microsoft.com/office/drawing/2014/main" id="{000C75D8-6C8F-9DE4-6EE0-CBC171DE468F}"/>
              </a:ext>
            </a:extLst>
          </p:cNvPr>
          <p:cNvCxnSpPr>
            <a:cxnSpLocks/>
            <a:stCxn id="537" idx="3"/>
            <a:endCxn id="538" idx="1"/>
          </p:cNvCxnSpPr>
          <p:nvPr/>
        </p:nvCxnSpPr>
        <p:spPr>
          <a:xfrm flipV="1">
            <a:off x="5826201" y="3782170"/>
            <a:ext cx="790954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직선 연결선[R] 541">
            <a:extLst>
              <a:ext uri="{FF2B5EF4-FFF2-40B4-BE49-F238E27FC236}">
                <a16:creationId xmlns:a16="http://schemas.microsoft.com/office/drawing/2014/main" id="{C50E6FC0-CBAF-B545-F399-5B0ACDF8B513}"/>
              </a:ext>
            </a:extLst>
          </p:cNvPr>
          <p:cNvCxnSpPr>
            <a:cxnSpLocks/>
            <a:stCxn id="527" idx="3"/>
            <a:endCxn id="526" idx="1"/>
          </p:cNvCxnSpPr>
          <p:nvPr/>
        </p:nvCxnSpPr>
        <p:spPr>
          <a:xfrm>
            <a:off x="5826201" y="3016198"/>
            <a:ext cx="79095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직사각형 544">
            <a:extLst>
              <a:ext uri="{FF2B5EF4-FFF2-40B4-BE49-F238E27FC236}">
                <a16:creationId xmlns:a16="http://schemas.microsoft.com/office/drawing/2014/main" id="{990DFB2B-B8D6-FA65-27BF-63626E2F6786}"/>
              </a:ext>
            </a:extLst>
          </p:cNvPr>
          <p:cNvSpPr/>
          <p:nvPr/>
        </p:nvSpPr>
        <p:spPr>
          <a:xfrm>
            <a:off x="3453331" y="2783430"/>
            <a:ext cx="790956" cy="4655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546" name="직선 연결선[R] 545">
            <a:extLst>
              <a:ext uri="{FF2B5EF4-FFF2-40B4-BE49-F238E27FC236}">
                <a16:creationId xmlns:a16="http://schemas.microsoft.com/office/drawing/2014/main" id="{3F7016EE-4810-68E0-8EB0-80E9F6FE53A4}"/>
              </a:ext>
            </a:extLst>
          </p:cNvPr>
          <p:cNvCxnSpPr>
            <a:cxnSpLocks/>
            <a:stCxn id="545" idx="3"/>
            <a:endCxn id="527" idx="1"/>
          </p:cNvCxnSpPr>
          <p:nvPr/>
        </p:nvCxnSpPr>
        <p:spPr>
          <a:xfrm>
            <a:off x="4244287" y="3016198"/>
            <a:ext cx="79095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[R] 193">
            <a:extLst>
              <a:ext uri="{FF2B5EF4-FFF2-40B4-BE49-F238E27FC236}">
                <a16:creationId xmlns:a16="http://schemas.microsoft.com/office/drawing/2014/main" id="{2CA25D55-3D40-898C-FB84-9515279344AF}"/>
              </a:ext>
            </a:extLst>
          </p:cNvPr>
          <p:cNvCxnSpPr>
            <a:cxnSpLocks/>
            <a:stCxn id="538" idx="0"/>
            <a:endCxn id="526" idx="2"/>
          </p:cNvCxnSpPr>
          <p:nvPr/>
        </p:nvCxnSpPr>
        <p:spPr>
          <a:xfrm flipV="1">
            <a:off x="7012633" y="3248965"/>
            <a:ext cx="0" cy="3004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00DE6EF1-3D26-981E-53C6-E9AD4E1F8C98}"/>
              </a:ext>
            </a:extLst>
          </p:cNvPr>
          <p:cNvSpPr/>
          <p:nvPr/>
        </p:nvSpPr>
        <p:spPr>
          <a:xfrm>
            <a:off x="1871421" y="4311905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rule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B16FD41A-C53B-2CDE-A857-46CAC85A821F}"/>
              </a:ext>
            </a:extLst>
          </p:cNvPr>
          <p:cNvSpPr/>
          <p:nvPr/>
        </p:nvSpPr>
        <p:spPr>
          <a:xfrm>
            <a:off x="3453331" y="4315376"/>
            <a:ext cx="790956" cy="465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price rule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applies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02" name="직선 연결선[R] 201">
            <a:extLst>
              <a:ext uri="{FF2B5EF4-FFF2-40B4-BE49-F238E27FC236}">
                <a16:creationId xmlns:a16="http://schemas.microsoft.com/office/drawing/2014/main" id="{EDEE3171-9E6A-5F9C-9262-5AB4113F3215}"/>
              </a:ext>
            </a:extLst>
          </p:cNvPr>
          <p:cNvCxnSpPr>
            <a:cxnSpLocks/>
            <a:stCxn id="200" idx="3"/>
            <a:endCxn id="201" idx="1"/>
          </p:cNvCxnSpPr>
          <p:nvPr/>
        </p:nvCxnSpPr>
        <p:spPr>
          <a:xfrm>
            <a:off x="2662377" y="4544673"/>
            <a:ext cx="790954" cy="347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[R] 204">
            <a:extLst>
              <a:ext uri="{FF2B5EF4-FFF2-40B4-BE49-F238E27FC236}">
                <a16:creationId xmlns:a16="http://schemas.microsoft.com/office/drawing/2014/main" id="{41E3357A-0900-C0EB-1718-2DFED64B1BD4}"/>
              </a:ext>
            </a:extLst>
          </p:cNvPr>
          <p:cNvCxnSpPr>
            <a:cxnSpLocks/>
            <a:stCxn id="201" idx="0"/>
            <a:endCxn id="536" idx="2"/>
          </p:cNvCxnSpPr>
          <p:nvPr/>
        </p:nvCxnSpPr>
        <p:spPr>
          <a:xfrm flipV="1">
            <a:off x="3848809" y="4014939"/>
            <a:ext cx="0" cy="3004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꺾인 연결선[E] 211">
            <a:extLst>
              <a:ext uri="{FF2B5EF4-FFF2-40B4-BE49-F238E27FC236}">
                <a16:creationId xmlns:a16="http://schemas.microsoft.com/office/drawing/2014/main" id="{CEE00A9B-B130-C004-7308-86CB68D88C38}"/>
              </a:ext>
            </a:extLst>
          </p:cNvPr>
          <p:cNvCxnSpPr>
            <a:cxnSpLocks/>
          </p:cNvCxnSpPr>
          <p:nvPr/>
        </p:nvCxnSpPr>
        <p:spPr>
          <a:xfrm>
            <a:off x="2662373" y="3914022"/>
            <a:ext cx="790957" cy="499180"/>
          </a:xfrm>
          <a:prstGeom prst="bentConnector3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8FB9F7F-C2E0-668B-27ED-2392CF940FFA}"/>
              </a:ext>
            </a:extLst>
          </p:cNvPr>
          <p:cNvSpPr/>
          <p:nvPr/>
        </p:nvSpPr>
        <p:spPr>
          <a:xfrm>
            <a:off x="1871418" y="2783430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member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tier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BC42BF6F-7C37-8520-F10D-AFEB65DE15B8}"/>
              </a:ext>
            </a:extLst>
          </p:cNvPr>
          <p:cNvSpPr/>
          <p:nvPr/>
        </p:nvSpPr>
        <p:spPr>
          <a:xfrm>
            <a:off x="1871417" y="2017455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hold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seat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39" name="꺾인 연결선[E] 238">
            <a:extLst>
              <a:ext uri="{FF2B5EF4-FFF2-40B4-BE49-F238E27FC236}">
                <a16:creationId xmlns:a16="http://schemas.microsoft.com/office/drawing/2014/main" id="{97639BD5-BCBD-E90F-C8BC-A576CEA063DD}"/>
              </a:ext>
            </a:extLst>
          </p:cNvPr>
          <p:cNvCxnSpPr>
            <a:cxnSpLocks/>
          </p:cNvCxnSpPr>
          <p:nvPr/>
        </p:nvCxnSpPr>
        <p:spPr>
          <a:xfrm>
            <a:off x="2655833" y="2423008"/>
            <a:ext cx="790957" cy="499180"/>
          </a:xfrm>
          <a:prstGeom prst="bentConnector3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FA799096-0485-7276-58E2-99E3B8878FD8}"/>
              </a:ext>
            </a:extLst>
          </p:cNvPr>
          <p:cNvSpPr/>
          <p:nvPr/>
        </p:nvSpPr>
        <p:spPr>
          <a:xfrm>
            <a:off x="3446788" y="2021591"/>
            <a:ext cx="790956" cy="4655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notification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45" name="꺾인 연결선[E] 244">
            <a:extLst>
              <a:ext uri="{FF2B5EF4-FFF2-40B4-BE49-F238E27FC236}">
                <a16:creationId xmlns:a16="http://schemas.microsoft.com/office/drawing/2014/main" id="{48A7788C-90C7-87B7-FFB1-6A86B579D06F}"/>
              </a:ext>
            </a:extLst>
          </p:cNvPr>
          <p:cNvCxnSpPr>
            <a:cxnSpLocks/>
            <a:stCxn id="519" idx="2"/>
            <a:endCxn id="201" idx="3"/>
          </p:cNvCxnSpPr>
          <p:nvPr/>
        </p:nvCxnSpPr>
        <p:spPr>
          <a:xfrm rot="5400000">
            <a:off x="5789618" y="167850"/>
            <a:ext cx="2834964" cy="5925625"/>
          </a:xfrm>
          <a:prstGeom prst="bentConnector2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[E] 247">
            <a:extLst>
              <a:ext uri="{FF2B5EF4-FFF2-40B4-BE49-F238E27FC236}">
                <a16:creationId xmlns:a16="http://schemas.microsoft.com/office/drawing/2014/main" id="{A30FAE2B-F652-226B-663E-C9C8FF715DBE}"/>
              </a:ext>
            </a:extLst>
          </p:cNvPr>
          <p:cNvCxnSpPr>
            <a:cxnSpLocks/>
            <a:stCxn id="518" idx="2"/>
          </p:cNvCxnSpPr>
          <p:nvPr/>
        </p:nvCxnSpPr>
        <p:spPr>
          <a:xfrm rot="5400000">
            <a:off x="5069404" y="894605"/>
            <a:ext cx="2700021" cy="4337172"/>
          </a:xfrm>
          <a:prstGeom prst="bentConnector2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직선 연결선[R] 591">
            <a:extLst>
              <a:ext uri="{FF2B5EF4-FFF2-40B4-BE49-F238E27FC236}">
                <a16:creationId xmlns:a16="http://schemas.microsoft.com/office/drawing/2014/main" id="{4D0ED78A-6AB3-BC85-739F-9A000518B3E4}"/>
              </a:ext>
            </a:extLst>
          </p:cNvPr>
          <p:cNvCxnSpPr>
            <a:cxnSpLocks/>
            <a:stCxn id="240" idx="2"/>
            <a:endCxn id="545" idx="0"/>
          </p:cNvCxnSpPr>
          <p:nvPr/>
        </p:nvCxnSpPr>
        <p:spPr>
          <a:xfrm>
            <a:off x="3842266" y="2487126"/>
            <a:ext cx="6543" cy="2963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5" name="직사각형 594">
            <a:extLst>
              <a:ext uri="{FF2B5EF4-FFF2-40B4-BE49-F238E27FC236}">
                <a16:creationId xmlns:a16="http://schemas.microsoft.com/office/drawing/2014/main" id="{B0867E59-840C-A6D2-E590-AB1018F7C304}"/>
              </a:ext>
            </a:extLst>
          </p:cNvPr>
          <p:cNvSpPr/>
          <p:nvPr/>
        </p:nvSpPr>
        <p:spPr>
          <a:xfrm>
            <a:off x="5035245" y="2015538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596" name="직선 연결선[R] 595">
            <a:extLst>
              <a:ext uri="{FF2B5EF4-FFF2-40B4-BE49-F238E27FC236}">
                <a16:creationId xmlns:a16="http://schemas.microsoft.com/office/drawing/2014/main" id="{CB356C05-17AE-8299-C442-0C39FC70568D}"/>
              </a:ext>
            </a:extLst>
          </p:cNvPr>
          <p:cNvCxnSpPr>
            <a:cxnSpLocks/>
            <a:stCxn id="595" idx="2"/>
            <a:endCxn id="527" idx="0"/>
          </p:cNvCxnSpPr>
          <p:nvPr/>
        </p:nvCxnSpPr>
        <p:spPr>
          <a:xfrm>
            <a:off x="5430723" y="2481073"/>
            <a:ext cx="0" cy="30235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9" name="직사각형 598">
            <a:extLst>
              <a:ext uri="{FF2B5EF4-FFF2-40B4-BE49-F238E27FC236}">
                <a16:creationId xmlns:a16="http://schemas.microsoft.com/office/drawing/2014/main" id="{1093F23F-D0E0-2F23-8D5A-4798B364E752}"/>
              </a:ext>
            </a:extLst>
          </p:cNvPr>
          <p:cNvSpPr/>
          <p:nvPr/>
        </p:nvSpPr>
        <p:spPr>
          <a:xfrm>
            <a:off x="6617155" y="2015538"/>
            <a:ext cx="790956" cy="465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payment</a:t>
            </a:r>
          </a:p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method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04" name="직선 연결선[R] 603">
            <a:extLst>
              <a:ext uri="{FF2B5EF4-FFF2-40B4-BE49-F238E27FC236}">
                <a16:creationId xmlns:a16="http://schemas.microsoft.com/office/drawing/2014/main" id="{DD4625C9-5688-EB2F-9D79-44AF8E71664C}"/>
              </a:ext>
            </a:extLst>
          </p:cNvPr>
          <p:cNvCxnSpPr>
            <a:cxnSpLocks/>
          </p:cNvCxnSpPr>
          <p:nvPr/>
        </p:nvCxnSpPr>
        <p:spPr>
          <a:xfrm flipV="1">
            <a:off x="7797045" y="1599981"/>
            <a:ext cx="0" cy="141621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직선 연결선[R] 612">
            <a:extLst>
              <a:ext uri="{FF2B5EF4-FFF2-40B4-BE49-F238E27FC236}">
                <a16:creationId xmlns:a16="http://schemas.microsoft.com/office/drawing/2014/main" id="{436A61EA-7BDE-F10C-BC5B-14ADD4E2E2EB}"/>
              </a:ext>
            </a:extLst>
          </p:cNvPr>
          <p:cNvCxnSpPr>
            <a:cxnSpLocks/>
            <a:stCxn id="595" idx="3"/>
            <a:endCxn id="599" idx="1"/>
          </p:cNvCxnSpPr>
          <p:nvPr/>
        </p:nvCxnSpPr>
        <p:spPr>
          <a:xfrm>
            <a:off x="5826201" y="2248306"/>
            <a:ext cx="79095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B9B55EE1-5D05-BEF7-3ED3-932860F4DDF4}"/>
              </a:ext>
            </a:extLst>
          </p:cNvPr>
          <p:cNvSpPr/>
          <p:nvPr/>
        </p:nvSpPr>
        <p:spPr>
          <a:xfrm>
            <a:off x="5028698" y="485411"/>
            <a:ext cx="790956" cy="465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refund</a:t>
            </a:r>
            <a:endParaRPr lang="ko-KR" altLang="en-US" sz="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17" name="직선 연결선[R] 616">
            <a:extLst>
              <a:ext uri="{FF2B5EF4-FFF2-40B4-BE49-F238E27FC236}">
                <a16:creationId xmlns:a16="http://schemas.microsoft.com/office/drawing/2014/main" id="{014772D3-6B63-6DFB-FF7D-062149AA0432}"/>
              </a:ext>
            </a:extLst>
          </p:cNvPr>
          <p:cNvCxnSpPr>
            <a:cxnSpLocks/>
          </p:cNvCxnSpPr>
          <p:nvPr/>
        </p:nvCxnSpPr>
        <p:spPr>
          <a:xfrm flipV="1">
            <a:off x="7408111" y="3016196"/>
            <a:ext cx="388934" cy="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직선 연결선[R] 617">
            <a:extLst>
              <a:ext uri="{FF2B5EF4-FFF2-40B4-BE49-F238E27FC236}">
                <a16:creationId xmlns:a16="http://schemas.microsoft.com/office/drawing/2014/main" id="{F871E7E2-930B-5533-9D36-88E5A80ACC41}"/>
              </a:ext>
            </a:extLst>
          </p:cNvPr>
          <p:cNvCxnSpPr>
            <a:cxnSpLocks/>
          </p:cNvCxnSpPr>
          <p:nvPr/>
        </p:nvCxnSpPr>
        <p:spPr>
          <a:xfrm flipV="1">
            <a:off x="5839287" y="2909068"/>
            <a:ext cx="388934" cy="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직선 연결선[R] 618">
            <a:extLst>
              <a:ext uri="{FF2B5EF4-FFF2-40B4-BE49-F238E27FC236}">
                <a16:creationId xmlns:a16="http://schemas.microsoft.com/office/drawing/2014/main" id="{4C245685-EE43-B79C-720B-63C56D0A30CB}"/>
              </a:ext>
            </a:extLst>
          </p:cNvPr>
          <p:cNvCxnSpPr>
            <a:cxnSpLocks/>
          </p:cNvCxnSpPr>
          <p:nvPr/>
        </p:nvCxnSpPr>
        <p:spPr>
          <a:xfrm flipV="1">
            <a:off x="6215134" y="715552"/>
            <a:ext cx="0" cy="21935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직선 연결선[R] 620">
            <a:extLst>
              <a:ext uri="{FF2B5EF4-FFF2-40B4-BE49-F238E27FC236}">
                <a16:creationId xmlns:a16="http://schemas.microsoft.com/office/drawing/2014/main" id="{0A965C5C-B125-3F46-53AB-1F9E35ACACE7}"/>
              </a:ext>
            </a:extLst>
          </p:cNvPr>
          <p:cNvCxnSpPr>
            <a:cxnSpLocks/>
          </p:cNvCxnSpPr>
          <p:nvPr/>
        </p:nvCxnSpPr>
        <p:spPr>
          <a:xfrm flipH="1">
            <a:off x="7408111" y="1606488"/>
            <a:ext cx="38893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직선 연결선[R] 621">
            <a:extLst>
              <a:ext uri="{FF2B5EF4-FFF2-40B4-BE49-F238E27FC236}">
                <a16:creationId xmlns:a16="http://schemas.microsoft.com/office/drawing/2014/main" id="{FEBB9E20-3C3F-77A2-C56D-CCB78FA1A19C}"/>
              </a:ext>
            </a:extLst>
          </p:cNvPr>
          <p:cNvCxnSpPr>
            <a:cxnSpLocks/>
            <a:endCxn id="616" idx="3"/>
          </p:cNvCxnSpPr>
          <p:nvPr/>
        </p:nvCxnSpPr>
        <p:spPr>
          <a:xfrm flipH="1">
            <a:off x="5819654" y="715552"/>
            <a:ext cx="395480" cy="26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직선 연결선[R] 622">
            <a:extLst>
              <a:ext uri="{FF2B5EF4-FFF2-40B4-BE49-F238E27FC236}">
                <a16:creationId xmlns:a16="http://schemas.microsoft.com/office/drawing/2014/main" id="{ECDF1621-E5B3-8952-D005-1BAFC23B2B1A}"/>
              </a:ext>
            </a:extLst>
          </p:cNvPr>
          <p:cNvCxnSpPr>
            <a:cxnSpLocks/>
          </p:cNvCxnSpPr>
          <p:nvPr/>
        </p:nvCxnSpPr>
        <p:spPr>
          <a:xfrm>
            <a:off x="5839287" y="2131921"/>
            <a:ext cx="25671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직선 연결선[R] 625">
            <a:extLst>
              <a:ext uri="{FF2B5EF4-FFF2-40B4-BE49-F238E27FC236}">
                <a16:creationId xmlns:a16="http://schemas.microsoft.com/office/drawing/2014/main" id="{208BE25E-E5B6-6B7D-AD32-E46836B17B34}"/>
              </a:ext>
            </a:extLst>
          </p:cNvPr>
          <p:cNvCxnSpPr>
            <a:cxnSpLocks/>
          </p:cNvCxnSpPr>
          <p:nvPr/>
        </p:nvCxnSpPr>
        <p:spPr>
          <a:xfrm flipV="1">
            <a:off x="6096000" y="776087"/>
            <a:ext cx="0" cy="13558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직선 연결선[R] 631">
            <a:extLst>
              <a:ext uri="{FF2B5EF4-FFF2-40B4-BE49-F238E27FC236}">
                <a16:creationId xmlns:a16="http://schemas.microsoft.com/office/drawing/2014/main" id="{F3E29A6C-67A4-6B9B-4A09-2CAD42959CD2}"/>
              </a:ext>
            </a:extLst>
          </p:cNvPr>
          <p:cNvCxnSpPr>
            <a:cxnSpLocks/>
          </p:cNvCxnSpPr>
          <p:nvPr/>
        </p:nvCxnSpPr>
        <p:spPr>
          <a:xfrm>
            <a:off x="5819654" y="776087"/>
            <a:ext cx="25671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53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기류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6042</TotalTime>
  <Words>302</Words>
  <Application>Microsoft Macintosh PowerPoint</Application>
  <PresentationFormat>와이드스크린</PresentationFormat>
  <Paragraphs>266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KoPubWorld돋움체 Bold</vt:lpstr>
      <vt:lpstr>맑은 고딕</vt:lpstr>
      <vt:lpstr>KoPubWorld돋움체 Light</vt:lpstr>
      <vt:lpstr>Arial</vt:lpstr>
      <vt:lpstr>KoPubWorld돋움체 Medium</vt:lpstr>
      <vt:lpstr>Office 테마</vt:lpstr>
      <vt:lpstr>Database System</vt:lpstr>
      <vt:lpstr>ER Diagram</vt:lpstr>
      <vt:lpstr>ER Diagram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JAISE’18</dc:title>
  <dc:creator>Windows 사용자</dc:creator>
  <cp:lastModifiedBy>강태영</cp:lastModifiedBy>
  <cp:revision>327</cp:revision>
  <dcterms:created xsi:type="dcterms:W3CDTF">2018-08-23T01:36:56Z</dcterms:created>
  <dcterms:modified xsi:type="dcterms:W3CDTF">2025-11-23T11:07:33Z</dcterms:modified>
</cp:coreProperties>
</file>