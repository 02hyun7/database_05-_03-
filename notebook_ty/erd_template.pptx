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26" r:id="rId1"/>
  </p:sldMasterIdLst>
  <p:notesMasterIdLst>
    <p:notesMasterId r:id="rId5"/>
  </p:notesMasterIdLst>
  <p:handoutMasterIdLst>
    <p:handoutMasterId r:id="rId6"/>
  </p:handoutMasterIdLst>
  <p:sldIdLst>
    <p:sldId id="259" r:id="rId2"/>
    <p:sldId id="396" r:id="rId3"/>
    <p:sldId id="398" r:id="rId4"/>
  </p:sldIdLst>
  <p:sldSz cx="12192000" cy="6858000"/>
  <p:notesSz cx="6858000" cy="9144000"/>
  <p:embeddedFontLst>
    <p:embeddedFont>
      <p:font typeface="KoPubWorld돋움체 Bold" panose="00000800000000000000" pitchFamily="2" charset="-127"/>
      <p:bold r:id="rId7"/>
    </p:embeddedFont>
    <p:embeddedFont>
      <p:font typeface="KoPubWorld돋움체 Light" panose="00000300000000000000" pitchFamily="2" charset="-127"/>
      <p:regular r:id="rId8"/>
    </p:embeddedFont>
    <p:embeddedFont>
      <p:font typeface="KoPubWorld돋움체 Medium" panose="00000600000000000000" pitchFamily="2" charset="-127"/>
      <p:regular r:id="rId9"/>
    </p:embeddedFont>
    <p:embeddedFont>
      <p:font typeface="맑은 고딕" panose="020B0503020000020004" pitchFamily="50" charset="-127"/>
      <p:regular r:id="rId10"/>
      <p:bold r:id="rId1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9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3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00" y="1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2964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font" Target="fonts/font5.fntdata"/><Relationship Id="rId5" Type="http://schemas.openxmlformats.org/officeDocument/2006/relationships/notesMaster" Target="notesMasters/notesMaster1.xml"/><Relationship Id="rId15" Type="http://schemas.openxmlformats.org/officeDocument/2006/relationships/tableStyles" Target="tableStyles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5DFC5F-1939-41AF-891D-8BE6928784CA}" type="datetimeFigureOut">
              <a:rPr lang="ko-KR" altLang="en-US" smtClean="0"/>
              <a:t>2024-08-26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184B98-3C0E-4EA8-9CBB-0149333E58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80846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A3949-66A9-42B8-A303-0972F04D40C0}" type="datetimeFigureOut">
              <a:rPr lang="ko-KR" altLang="en-US" smtClean="0"/>
              <a:t>2024-08-26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B920D6-0251-4D4D-8E3E-8239996633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6973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5160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65739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6420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101724" y="4774456"/>
            <a:ext cx="10252075" cy="1381248"/>
          </a:xfrm>
        </p:spPr>
        <p:txBody>
          <a:bodyPr anchor="t">
            <a:normAutofit/>
          </a:bodyPr>
          <a:lstStyle>
            <a:lvl1pPr marL="0" indent="0" algn="l">
              <a:buNone/>
              <a:defRPr sz="1400" b="0" baseline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 dirty="0"/>
              <a:t>1. First goal</a:t>
            </a:r>
          </a:p>
          <a:p>
            <a:r>
              <a:rPr lang="en-US" altLang="ko-KR" dirty="0"/>
              <a:t>2. Second goal</a:t>
            </a:r>
            <a:endParaRPr lang="ko-KR" altLang="en-US" dirty="0"/>
          </a:p>
        </p:txBody>
      </p:sp>
      <p:sp>
        <p:nvSpPr>
          <p:cNvPr id="14" name="제목 13"/>
          <p:cNvSpPr>
            <a:spLocks noGrp="1"/>
          </p:cNvSpPr>
          <p:nvPr>
            <p:ph type="title" hasCustomPrompt="1"/>
          </p:nvPr>
        </p:nvSpPr>
        <p:spPr>
          <a:xfrm>
            <a:off x="1102150" y="572517"/>
            <a:ext cx="10251650" cy="1482528"/>
          </a:xfrm>
        </p:spPr>
        <p:txBody>
          <a:bodyPr anchor="b"/>
          <a:lstStyle>
            <a:lvl1pPr>
              <a:defRPr>
                <a:solidFill>
                  <a:schemeClr val="accent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22" name="텍스트 개체 틀 21"/>
          <p:cNvSpPr>
            <a:spLocks noGrp="1"/>
          </p:cNvSpPr>
          <p:nvPr>
            <p:ph type="body" sz="quarter" idx="11" hasCustomPrompt="1"/>
          </p:nvPr>
        </p:nvSpPr>
        <p:spPr>
          <a:xfrm>
            <a:off x="1101725" y="2196363"/>
            <a:ext cx="10252074" cy="1008749"/>
          </a:xfrm>
        </p:spPr>
        <p:txBody>
          <a:bodyPr/>
          <a:lstStyle>
            <a:lvl1pPr marL="0" indent="0">
              <a:buNone/>
              <a:defRPr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pPr lvl="0"/>
            <a:r>
              <a:rPr lang="en-US" altLang="ko-KR" dirty="0"/>
              <a:t>Subtitle</a:t>
            </a:r>
            <a:endParaRPr lang="ko-KR" altLang="en-US" dirty="0"/>
          </a:p>
        </p:txBody>
      </p:sp>
      <p:sp>
        <p:nvSpPr>
          <p:cNvPr id="24" name="텍스트 개체 틀 23"/>
          <p:cNvSpPr>
            <a:spLocks noGrp="1"/>
          </p:cNvSpPr>
          <p:nvPr>
            <p:ph type="body" sz="quarter" idx="12" hasCustomPrompt="1"/>
          </p:nvPr>
        </p:nvSpPr>
        <p:spPr>
          <a:xfrm>
            <a:off x="7707085" y="3527970"/>
            <a:ext cx="3646714" cy="461962"/>
          </a:xfrm>
        </p:spPr>
        <p:txBody>
          <a:bodyPr>
            <a:normAutofit/>
          </a:bodyPr>
          <a:lstStyle>
            <a:lvl1pPr marL="0" indent="0" algn="r">
              <a:buNone/>
              <a:defRPr sz="200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pPr lvl="0"/>
            <a:r>
              <a:rPr lang="en-US" altLang="ko-KR" dirty="0"/>
              <a:t>Weeks (xx/16)</a:t>
            </a:r>
            <a:endParaRPr lang="ko-KR" altLang="en-US" dirty="0"/>
          </a:p>
        </p:txBody>
      </p:sp>
      <p:sp>
        <p:nvSpPr>
          <p:cNvPr id="5" name="TextBox 4"/>
          <p:cNvSpPr txBox="1"/>
          <p:nvPr userDrawn="1"/>
        </p:nvSpPr>
        <p:spPr>
          <a:xfrm>
            <a:off x="1101725" y="4312791"/>
            <a:ext cx="1653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solidFill>
                  <a:schemeClr val="accent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License</a:t>
            </a:r>
            <a:endParaRPr lang="ko-KR" altLang="en-US" sz="2400" b="1" dirty="0">
              <a:solidFill>
                <a:schemeClr val="accent6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00369765"/>
      </p:ext>
    </p:extLst>
  </p:cSld>
  <p:clrMapOvr>
    <a:masterClrMapping/>
  </p:clrMapOvr>
  <p:hf sldNum="0" hdr="0" ftr="0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10705" y="410368"/>
            <a:ext cx="10737130" cy="654861"/>
          </a:xfrm>
        </p:spPr>
        <p:txBody>
          <a:bodyPr anchor="t"/>
          <a:lstStyle>
            <a:lvl1pPr>
              <a:defRPr sz="4400" baseline="0">
                <a:solidFill>
                  <a:schemeClr val="accent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</a:lstStyle>
          <a:p>
            <a:r>
              <a:rPr lang="en-US" altLang="ko-KR" dirty="0"/>
              <a:t>Section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44627" y="1825625"/>
            <a:ext cx="10903208" cy="4351338"/>
          </a:xfrm>
        </p:spPr>
        <p:txBody>
          <a:bodyPr>
            <a:normAutofit/>
          </a:bodyPr>
          <a:lstStyle>
            <a:lvl1pPr marL="457200" indent="-457200">
              <a:buFont typeface="맑은 고딕" panose="020B0503020000020004" pitchFamily="50" charset="-127"/>
              <a:buChar char=" "/>
              <a:defRPr sz="20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800100" indent="-342900">
              <a:buFont typeface="맑은 고딕" panose="020B0503020000020004" pitchFamily="50" charset="-127"/>
              <a:buChar char=" "/>
              <a:defRPr sz="18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2pPr>
            <a:lvl3pPr marL="1257300" indent="-342900">
              <a:buFont typeface="맑은 고딕" panose="020B0503020000020004" pitchFamily="50" charset="-127"/>
              <a:buChar char=" "/>
              <a:defRPr sz="16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3pPr>
            <a:lvl4pPr marL="1657350" indent="-285750">
              <a:buFont typeface="맑은 고딕" panose="020B0503020000020004" pitchFamily="50" charset="-127"/>
              <a:buChar char=" "/>
              <a:defRPr sz="14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4pPr>
            <a:lvl5pPr marL="2114550" indent="-285750">
              <a:buFont typeface="맑은 고딕" panose="020B0503020000020004" pitchFamily="50" charset="-127"/>
              <a:buChar char=" "/>
              <a:defRPr sz="14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0" hasCustomPrompt="1"/>
          </p:nvPr>
        </p:nvSpPr>
        <p:spPr>
          <a:xfrm>
            <a:off x="810705" y="1065229"/>
            <a:ext cx="10737130" cy="509588"/>
          </a:xfrm>
        </p:spPr>
        <p:txBody>
          <a:bodyPr/>
          <a:lstStyle>
            <a:lvl1pPr marL="0" indent="0">
              <a:buNone/>
              <a:defRPr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pPr lvl="0"/>
            <a:r>
              <a:rPr lang="en-US" altLang="ko-KR" dirty="0"/>
              <a:t>Subsection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8678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18650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fld id="{1805336C-5CC8-4FD5-A3DF-65457D0FFC6B}" type="datetimeFigureOut">
              <a:rPr lang="ko-KR" altLang="en-US" smtClean="0"/>
              <a:pPr/>
              <a:t>2024-08-26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18650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18650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fld id="{BADD9178-41EF-4962-AB62-A9BEF6BCDFE0}" type="slidenum">
              <a:rPr lang="ko-KR" altLang="en-US" smtClean="0"/>
              <a:pPr/>
              <a:t>‹#›</a:t>
            </a:fld>
            <a:endParaRPr lang="ko-KR" altLang="en-US"/>
          </a:p>
        </p:txBody>
      </p:sp>
      <p:grpSp>
        <p:nvGrpSpPr>
          <p:cNvPr id="7" name="그룹 6"/>
          <p:cNvGrpSpPr/>
          <p:nvPr userDrawn="1"/>
        </p:nvGrpSpPr>
        <p:grpSpPr>
          <a:xfrm>
            <a:off x="0" y="6551629"/>
            <a:ext cx="12192000" cy="306371"/>
            <a:chOff x="0" y="6551629"/>
            <a:chExt cx="12192000" cy="306371"/>
          </a:xfrm>
        </p:grpSpPr>
        <p:sp>
          <p:nvSpPr>
            <p:cNvPr id="8" name="직사각형 7"/>
            <p:cNvSpPr/>
            <p:nvPr userDrawn="1"/>
          </p:nvSpPr>
          <p:spPr>
            <a:xfrm>
              <a:off x="0" y="6551629"/>
              <a:ext cx="11830639" cy="30637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9" name="직사각형 8"/>
            <p:cNvSpPr/>
            <p:nvPr userDrawn="1"/>
          </p:nvSpPr>
          <p:spPr>
            <a:xfrm>
              <a:off x="11830639" y="6551629"/>
              <a:ext cx="361361" cy="306371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10" name="순서도: 데이터 9"/>
            <p:cNvSpPr/>
            <p:nvPr userDrawn="1"/>
          </p:nvSpPr>
          <p:spPr>
            <a:xfrm>
              <a:off x="11644314" y="6551629"/>
              <a:ext cx="455699" cy="306371"/>
            </a:xfrm>
            <a:prstGeom prst="flowChartInputOutpu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11" name="순서도: 데이터 10"/>
            <p:cNvSpPr/>
            <p:nvPr userDrawn="1"/>
          </p:nvSpPr>
          <p:spPr>
            <a:xfrm>
              <a:off x="11347517" y="6551629"/>
              <a:ext cx="489038" cy="306371"/>
            </a:xfrm>
            <a:prstGeom prst="flowChartInputOutpu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12" name="순서도: 데이터 11"/>
            <p:cNvSpPr/>
            <p:nvPr userDrawn="1"/>
          </p:nvSpPr>
          <p:spPr>
            <a:xfrm>
              <a:off x="10981452" y="6551629"/>
              <a:ext cx="486080" cy="306371"/>
            </a:xfrm>
            <a:prstGeom prst="flowChartInputOutpu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13" name="순서도: 데이터 12"/>
            <p:cNvSpPr/>
            <p:nvPr userDrawn="1"/>
          </p:nvSpPr>
          <p:spPr>
            <a:xfrm>
              <a:off x="10595021" y="6551629"/>
              <a:ext cx="489038" cy="306371"/>
            </a:xfrm>
            <a:prstGeom prst="flowChartInputOutpu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14" name="순서도: 데이터 13"/>
            <p:cNvSpPr/>
            <p:nvPr userDrawn="1"/>
          </p:nvSpPr>
          <p:spPr>
            <a:xfrm>
              <a:off x="10193817" y="6551629"/>
              <a:ext cx="494954" cy="306371"/>
            </a:xfrm>
            <a:prstGeom prst="flowChartInputOutpu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sp>
        <p:nvSpPr>
          <p:cNvPr id="18" name="TextBox 17"/>
          <p:cNvSpPr txBox="1"/>
          <p:nvPr userDrawn="1"/>
        </p:nvSpPr>
        <p:spPr>
          <a:xfrm>
            <a:off x="31389" y="6584248"/>
            <a:ext cx="101565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aseline="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Database Design, </a:t>
            </a:r>
            <a:r>
              <a:rPr lang="en-US" altLang="ko-KR" sz="12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School of </a:t>
            </a:r>
            <a:r>
              <a:rPr lang="en-US" altLang="ko-KR" sz="1200" dirty="0" err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Comput</a:t>
            </a:r>
            <a:r>
              <a:rPr lang="en-US" altLang="ko-KR" sz="12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. Sci. and Eng.</a:t>
            </a:r>
            <a:r>
              <a:rPr lang="en-US" altLang="ko-KR" sz="1200" baseline="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, Chung-</a:t>
            </a:r>
            <a:r>
              <a:rPr lang="en-US" altLang="ko-KR" sz="1200" baseline="0" dirty="0" err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Ang</a:t>
            </a:r>
            <a:r>
              <a:rPr lang="en-US" altLang="ko-KR" sz="1200" baseline="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Univ. </a:t>
            </a:r>
            <a:r>
              <a:rPr lang="en-US" altLang="ko-KR" sz="12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Fall Semester</a:t>
            </a:r>
            <a:r>
              <a:rPr lang="en-US" altLang="ko-KR" sz="1200" baseline="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, 2024.</a:t>
            </a:r>
            <a:endParaRPr lang="ko-KR" altLang="en-US" sz="1200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26206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부제목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You can use, copy, modify and redistribute the entire or the partial contents of this template.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Database System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ERD Template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Additional Materials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5987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ER Diagram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Notations</a:t>
            </a:r>
            <a:endParaRPr lang="ko-KR" alt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143491" y="5538287"/>
            <a:ext cx="18440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Barker’s notation</a:t>
            </a:r>
          </a:p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(CASE* method)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45806" y="5661397"/>
            <a:ext cx="1676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IE notation</a:t>
            </a:r>
          </a:p>
        </p:txBody>
      </p:sp>
      <p:cxnSp>
        <p:nvCxnSpPr>
          <p:cNvPr id="140" name="직선 연결선 139"/>
          <p:cNvCxnSpPr/>
          <p:nvPr/>
        </p:nvCxnSpPr>
        <p:spPr>
          <a:xfrm>
            <a:off x="6054969" y="1647092"/>
            <a:ext cx="0" cy="4700954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0" name="모서리가 둥근 직사각형 79"/>
          <p:cNvSpPr/>
          <p:nvPr/>
        </p:nvSpPr>
        <p:spPr>
          <a:xfrm>
            <a:off x="606067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702174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83" name="직선 연결선 82"/>
          <p:cNvCxnSpPr/>
          <p:nvPr/>
        </p:nvCxnSpPr>
        <p:spPr>
          <a:xfrm>
            <a:off x="873370" y="2228036"/>
            <a:ext cx="82880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모서리가 둥근 직사각형 83"/>
          <p:cNvSpPr/>
          <p:nvPr/>
        </p:nvSpPr>
        <p:spPr>
          <a:xfrm>
            <a:off x="2358667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3454774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86" name="직선 연결선 85"/>
          <p:cNvCxnSpPr/>
          <p:nvPr/>
        </p:nvCxnSpPr>
        <p:spPr>
          <a:xfrm>
            <a:off x="2625970" y="2228036"/>
            <a:ext cx="82880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모서리가 둥근 직사각형 86"/>
          <p:cNvSpPr/>
          <p:nvPr/>
        </p:nvSpPr>
        <p:spPr>
          <a:xfrm>
            <a:off x="4116485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5212592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89" name="직선 연결선 88"/>
          <p:cNvCxnSpPr/>
          <p:nvPr/>
        </p:nvCxnSpPr>
        <p:spPr>
          <a:xfrm>
            <a:off x="4383788" y="2228036"/>
            <a:ext cx="82880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모서리가 둥근 직사각형 90"/>
          <p:cNvSpPr/>
          <p:nvPr/>
        </p:nvSpPr>
        <p:spPr>
          <a:xfrm>
            <a:off x="606067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08" name="모서리가 둥근 직사각형 107"/>
          <p:cNvSpPr/>
          <p:nvPr/>
        </p:nvSpPr>
        <p:spPr>
          <a:xfrm>
            <a:off x="1702174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09" name="직선 연결선 108"/>
          <p:cNvCxnSpPr/>
          <p:nvPr/>
        </p:nvCxnSpPr>
        <p:spPr>
          <a:xfrm>
            <a:off x="873370" y="3024169"/>
            <a:ext cx="41568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모서리가 둥근 직사각형 109"/>
          <p:cNvSpPr/>
          <p:nvPr/>
        </p:nvSpPr>
        <p:spPr>
          <a:xfrm>
            <a:off x="2358667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11" name="모서리가 둥근 직사각형 110"/>
          <p:cNvSpPr/>
          <p:nvPr/>
        </p:nvSpPr>
        <p:spPr>
          <a:xfrm>
            <a:off x="3454774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4116485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14" name="모서리가 둥근 직사각형 113"/>
          <p:cNvSpPr/>
          <p:nvPr/>
        </p:nvSpPr>
        <p:spPr>
          <a:xfrm>
            <a:off x="5212592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sp>
        <p:nvSpPr>
          <p:cNvPr id="116" name="모서리가 둥근 직사각형 115"/>
          <p:cNvSpPr/>
          <p:nvPr/>
        </p:nvSpPr>
        <p:spPr>
          <a:xfrm>
            <a:off x="606067" y="367913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17" name="모서리가 둥근 직사각형 116"/>
          <p:cNvSpPr/>
          <p:nvPr/>
        </p:nvSpPr>
        <p:spPr>
          <a:xfrm>
            <a:off x="1702174" y="367913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sp>
        <p:nvSpPr>
          <p:cNvPr id="142" name="모서리가 둥근 직사각형 141"/>
          <p:cNvSpPr/>
          <p:nvPr/>
        </p:nvSpPr>
        <p:spPr>
          <a:xfrm>
            <a:off x="2358667" y="4471980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43" name="모서리가 둥근 직사각형 142"/>
          <p:cNvSpPr/>
          <p:nvPr/>
        </p:nvSpPr>
        <p:spPr>
          <a:xfrm>
            <a:off x="3454774" y="4471980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44" name="직선 연결선 143"/>
          <p:cNvCxnSpPr/>
          <p:nvPr/>
        </p:nvCxnSpPr>
        <p:spPr>
          <a:xfrm>
            <a:off x="2625970" y="4609868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모서리가 둥근 직사각형 144"/>
          <p:cNvSpPr/>
          <p:nvPr/>
        </p:nvSpPr>
        <p:spPr>
          <a:xfrm>
            <a:off x="6630044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46" name="모서리가 둥근 직사각형 145"/>
          <p:cNvSpPr/>
          <p:nvPr/>
        </p:nvSpPr>
        <p:spPr>
          <a:xfrm>
            <a:off x="7726151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47" name="직선 연결선 146"/>
          <p:cNvCxnSpPr/>
          <p:nvPr/>
        </p:nvCxnSpPr>
        <p:spPr>
          <a:xfrm>
            <a:off x="6897347" y="2228036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모서리가 둥근 직사각형 147"/>
          <p:cNvSpPr/>
          <p:nvPr/>
        </p:nvSpPr>
        <p:spPr>
          <a:xfrm>
            <a:off x="8382644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49" name="모서리가 둥근 직사각형 148"/>
          <p:cNvSpPr/>
          <p:nvPr/>
        </p:nvSpPr>
        <p:spPr>
          <a:xfrm>
            <a:off x="9478751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50" name="직선 연결선 149"/>
          <p:cNvCxnSpPr/>
          <p:nvPr/>
        </p:nvCxnSpPr>
        <p:spPr>
          <a:xfrm>
            <a:off x="8649947" y="2228036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1" name="모서리가 둥근 직사각형 150"/>
          <p:cNvSpPr/>
          <p:nvPr/>
        </p:nvSpPr>
        <p:spPr>
          <a:xfrm>
            <a:off x="10140462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52" name="모서리가 둥근 직사각형 151"/>
          <p:cNvSpPr/>
          <p:nvPr/>
        </p:nvSpPr>
        <p:spPr>
          <a:xfrm>
            <a:off x="11236569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53" name="직선 연결선 152"/>
          <p:cNvCxnSpPr/>
          <p:nvPr/>
        </p:nvCxnSpPr>
        <p:spPr>
          <a:xfrm>
            <a:off x="10407765" y="2228036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4" name="모서리가 둥근 직사각형 153"/>
          <p:cNvSpPr/>
          <p:nvPr/>
        </p:nvSpPr>
        <p:spPr>
          <a:xfrm>
            <a:off x="6630044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55" name="모서리가 둥근 직사각형 154"/>
          <p:cNvSpPr/>
          <p:nvPr/>
        </p:nvSpPr>
        <p:spPr>
          <a:xfrm>
            <a:off x="7726151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56" name="직선 연결선 155"/>
          <p:cNvCxnSpPr/>
          <p:nvPr/>
        </p:nvCxnSpPr>
        <p:spPr>
          <a:xfrm>
            <a:off x="6897347" y="3024169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7" name="모서리가 둥근 직사각형 156"/>
          <p:cNvSpPr/>
          <p:nvPr/>
        </p:nvSpPr>
        <p:spPr>
          <a:xfrm>
            <a:off x="8382644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58" name="모서리가 둥근 직사각형 157"/>
          <p:cNvSpPr/>
          <p:nvPr/>
        </p:nvSpPr>
        <p:spPr>
          <a:xfrm>
            <a:off x="9478751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59" name="직선 연결선 158"/>
          <p:cNvCxnSpPr/>
          <p:nvPr/>
        </p:nvCxnSpPr>
        <p:spPr>
          <a:xfrm>
            <a:off x="8649947" y="3024169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0" name="모서리가 둥근 직사각형 159"/>
          <p:cNvSpPr/>
          <p:nvPr/>
        </p:nvSpPr>
        <p:spPr>
          <a:xfrm>
            <a:off x="10140462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61" name="모서리가 둥근 직사각형 160"/>
          <p:cNvSpPr/>
          <p:nvPr/>
        </p:nvSpPr>
        <p:spPr>
          <a:xfrm>
            <a:off x="11236569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62" name="직선 연결선 161"/>
          <p:cNvCxnSpPr/>
          <p:nvPr/>
        </p:nvCxnSpPr>
        <p:spPr>
          <a:xfrm>
            <a:off x="10407765" y="3024169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3" name="모서리가 둥근 직사각형 162"/>
          <p:cNvSpPr/>
          <p:nvPr/>
        </p:nvSpPr>
        <p:spPr>
          <a:xfrm>
            <a:off x="6630044" y="367913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64" name="모서리가 둥근 직사각형 163"/>
          <p:cNvSpPr/>
          <p:nvPr/>
        </p:nvSpPr>
        <p:spPr>
          <a:xfrm>
            <a:off x="7726151" y="367913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65" name="직선 연결선 164"/>
          <p:cNvCxnSpPr/>
          <p:nvPr/>
        </p:nvCxnSpPr>
        <p:spPr>
          <a:xfrm>
            <a:off x="6897347" y="3817019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2" name="모서리가 둥근 직사각형 171"/>
          <p:cNvSpPr/>
          <p:nvPr/>
        </p:nvSpPr>
        <p:spPr>
          <a:xfrm>
            <a:off x="8382644" y="447033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73" name="모서리가 둥근 직사각형 172"/>
          <p:cNvSpPr/>
          <p:nvPr/>
        </p:nvSpPr>
        <p:spPr>
          <a:xfrm>
            <a:off x="9478751" y="447033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74" name="직선 연결선 173"/>
          <p:cNvCxnSpPr/>
          <p:nvPr/>
        </p:nvCxnSpPr>
        <p:spPr>
          <a:xfrm>
            <a:off x="8649947" y="4608226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모서리가 둥근 직사각형 174"/>
          <p:cNvSpPr/>
          <p:nvPr/>
        </p:nvSpPr>
        <p:spPr>
          <a:xfrm>
            <a:off x="606067" y="4468696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76" name="모서리가 둥근 직사각형 175"/>
          <p:cNvSpPr/>
          <p:nvPr/>
        </p:nvSpPr>
        <p:spPr>
          <a:xfrm>
            <a:off x="1702174" y="4468696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77" name="직선 연결선 176"/>
          <p:cNvCxnSpPr/>
          <p:nvPr/>
        </p:nvCxnSpPr>
        <p:spPr>
          <a:xfrm>
            <a:off x="873370" y="4606584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8" name="모서리가 둥근 직사각형 177"/>
          <p:cNvSpPr/>
          <p:nvPr/>
        </p:nvSpPr>
        <p:spPr>
          <a:xfrm>
            <a:off x="4116485" y="4468696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79" name="모서리가 둥근 직사각형 178"/>
          <p:cNvSpPr/>
          <p:nvPr/>
        </p:nvSpPr>
        <p:spPr>
          <a:xfrm>
            <a:off x="5212592" y="4468696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80" name="직선 연결선 179"/>
          <p:cNvCxnSpPr/>
          <p:nvPr/>
        </p:nvCxnSpPr>
        <p:spPr>
          <a:xfrm>
            <a:off x="4383788" y="4606584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1" name="모서리가 둥근 직사각형 180"/>
          <p:cNvSpPr/>
          <p:nvPr/>
        </p:nvSpPr>
        <p:spPr>
          <a:xfrm>
            <a:off x="6630044" y="4468696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82" name="모서리가 둥근 직사각형 181"/>
          <p:cNvSpPr/>
          <p:nvPr/>
        </p:nvSpPr>
        <p:spPr>
          <a:xfrm>
            <a:off x="7726151" y="4468696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83" name="직선 연결선 182"/>
          <p:cNvCxnSpPr/>
          <p:nvPr/>
        </p:nvCxnSpPr>
        <p:spPr>
          <a:xfrm>
            <a:off x="6897347" y="4606584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모서리가 둥근 직사각형 183"/>
          <p:cNvSpPr/>
          <p:nvPr/>
        </p:nvSpPr>
        <p:spPr>
          <a:xfrm>
            <a:off x="10140462" y="4468696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85" name="모서리가 둥근 직사각형 184"/>
          <p:cNvSpPr/>
          <p:nvPr/>
        </p:nvSpPr>
        <p:spPr>
          <a:xfrm>
            <a:off x="11236569" y="4468696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86" name="직선 연결선 185"/>
          <p:cNvCxnSpPr/>
          <p:nvPr/>
        </p:nvCxnSpPr>
        <p:spPr>
          <a:xfrm>
            <a:off x="10407765" y="4606584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직선 연결선 186"/>
          <p:cNvCxnSpPr/>
          <p:nvPr/>
        </p:nvCxnSpPr>
        <p:spPr>
          <a:xfrm>
            <a:off x="1289050" y="3024169"/>
            <a:ext cx="4156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8" name="직선 연결선 187"/>
          <p:cNvCxnSpPr/>
          <p:nvPr/>
        </p:nvCxnSpPr>
        <p:spPr>
          <a:xfrm>
            <a:off x="873370" y="3817019"/>
            <a:ext cx="4156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9" name="직선 연결선 188"/>
          <p:cNvCxnSpPr/>
          <p:nvPr/>
        </p:nvCxnSpPr>
        <p:spPr>
          <a:xfrm>
            <a:off x="1289050" y="3817019"/>
            <a:ext cx="41568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>
            <a:off x="2623414" y="3024169"/>
            <a:ext cx="41568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직선 연결선 190"/>
          <p:cNvCxnSpPr/>
          <p:nvPr/>
        </p:nvCxnSpPr>
        <p:spPr>
          <a:xfrm>
            <a:off x="3039094" y="3024169"/>
            <a:ext cx="4156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직선 연결선 191"/>
          <p:cNvCxnSpPr/>
          <p:nvPr/>
        </p:nvCxnSpPr>
        <p:spPr>
          <a:xfrm>
            <a:off x="4381232" y="3024169"/>
            <a:ext cx="41568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>
            <a:off x="4796912" y="3024169"/>
            <a:ext cx="4156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" name="그룹 10"/>
          <p:cNvGrpSpPr/>
          <p:nvPr/>
        </p:nvGrpSpPr>
        <p:grpSpPr>
          <a:xfrm>
            <a:off x="1579935" y="2112148"/>
            <a:ext cx="122239" cy="236801"/>
            <a:chOff x="2297548" y="3782508"/>
            <a:chExt cx="122239" cy="236801"/>
          </a:xfrm>
        </p:grpSpPr>
        <p:cxnSp>
          <p:nvCxnSpPr>
            <p:cNvPr id="194" name="직선 연결선 193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5" name="직선 연결선 194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6" name="직선 연결선 195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7" name="그룹 196"/>
          <p:cNvGrpSpPr/>
          <p:nvPr/>
        </p:nvGrpSpPr>
        <p:grpSpPr>
          <a:xfrm>
            <a:off x="1579935" y="2905768"/>
            <a:ext cx="122239" cy="236801"/>
            <a:chOff x="2297548" y="3782508"/>
            <a:chExt cx="122239" cy="236801"/>
          </a:xfrm>
        </p:grpSpPr>
        <p:cxnSp>
          <p:nvCxnSpPr>
            <p:cNvPr id="198" name="직선 연결선 197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9" name="직선 연결선 198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0" name="직선 연결선 199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1" name="그룹 200"/>
          <p:cNvGrpSpPr/>
          <p:nvPr/>
        </p:nvGrpSpPr>
        <p:grpSpPr>
          <a:xfrm>
            <a:off x="1579935" y="3699390"/>
            <a:ext cx="122239" cy="236801"/>
            <a:chOff x="2297548" y="3782508"/>
            <a:chExt cx="122239" cy="236801"/>
          </a:xfrm>
        </p:grpSpPr>
        <p:cxnSp>
          <p:nvCxnSpPr>
            <p:cNvPr id="202" name="직선 연결선 201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3" name="직선 연결선 202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4" name="직선 연결선 203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5" name="그룹 204"/>
          <p:cNvGrpSpPr/>
          <p:nvPr/>
        </p:nvGrpSpPr>
        <p:grpSpPr>
          <a:xfrm flipH="1">
            <a:off x="2623414" y="4490808"/>
            <a:ext cx="122239" cy="236801"/>
            <a:chOff x="2297548" y="3782508"/>
            <a:chExt cx="122239" cy="236801"/>
          </a:xfrm>
        </p:grpSpPr>
        <p:cxnSp>
          <p:nvCxnSpPr>
            <p:cNvPr id="206" name="직선 연결선 205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직선 연결선 206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8" name="직선 연결선 207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9" name="그룹 208"/>
          <p:cNvGrpSpPr/>
          <p:nvPr/>
        </p:nvGrpSpPr>
        <p:grpSpPr>
          <a:xfrm>
            <a:off x="5091063" y="4487633"/>
            <a:ext cx="122239" cy="236801"/>
            <a:chOff x="2297548" y="3782508"/>
            <a:chExt cx="122239" cy="236801"/>
          </a:xfrm>
        </p:grpSpPr>
        <p:cxnSp>
          <p:nvCxnSpPr>
            <p:cNvPr id="210" name="직선 연결선 209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1" name="직선 연결선 210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2" name="직선 연결선 211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3" name="그룹 212"/>
          <p:cNvGrpSpPr/>
          <p:nvPr/>
        </p:nvGrpSpPr>
        <p:grpSpPr>
          <a:xfrm>
            <a:off x="3331087" y="4490808"/>
            <a:ext cx="122239" cy="236801"/>
            <a:chOff x="2297548" y="3782508"/>
            <a:chExt cx="122239" cy="236801"/>
          </a:xfrm>
        </p:grpSpPr>
        <p:cxnSp>
          <p:nvCxnSpPr>
            <p:cNvPr id="214" name="직선 연결선 213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5" name="직선 연결선 214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6" name="직선 연결선 215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7" name="그룹 216"/>
          <p:cNvGrpSpPr/>
          <p:nvPr/>
        </p:nvGrpSpPr>
        <p:grpSpPr>
          <a:xfrm flipH="1">
            <a:off x="4387860" y="2112148"/>
            <a:ext cx="122239" cy="236801"/>
            <a:chOff x="2297548" y="3782508"/>
            <a:chExt cx="122239" cy="236801"/>
          </a:xfrm>
        </p:grpSpPr>
        <p:cxnSp>
          <p:nvCxnSpPr>
            <p:cNvPr id="218" name="직선 연결선 217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9" name="직선 연결선 218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0" name="직선 연결선 219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1" name="그룹 220"/>
          <p:cNvGrpSpPr/>
          <p:nvPr/>
        </p:nvGrpSpPr>
        <p:grpSpPr>
          <a:xfrm>
            <a:off x="5095533" y="2112148"/>
            <a:ext cx="122239" cy="236801"/>
            <a:chOff x="2297548" y="3782508"/>
            <a:chExt cx="122239" cy="236801"/>
          </a:xfrm>
        </p:grpSpPr>
        <p:cxnSp>
          <p:nvCxnSpPr>
            <p:cNvPr id="222" name="직선 연결선 221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직선 연결선 222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4" name="직선 연결선 223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5" name="그룹 224"/>
          <p:cNvGrpSpPr/>
          <p:nvPr/>
        </p:nvGrpSpPr>
        <p:grpSpPr>
          <a:xfrm flipH="1">
            <a:off x="4387860" y="2905768"/>
            <a:ext cx="122239" cy="236801"/>
            <a:chOff x="2297548" y="3782508"/>
            <a:chExt cx="122239" cy="236801"/>
          </a:xfrm>
        </p:grpSpPr>
        <p:cxnSp>
          <p:nvCxnSpPr>
            <p:cNvPr id="226" name="직선 연결선 225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7" name="직선 연결선 226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8" name="직선 연결선 227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9" name="그룹 228"/>
          <p:cNvGrpSpPr/>
          <p:nvPr/>
        </p:nvGrpSpPr>
        <p:grpSpPr>
          <a:xfrm>
            <a:off x="5095533" y="2905768"/>
            <a:ext cx="122239" cy="236801"/>
            <a:chOff x="2297548" y="3782508"/>
            <a:chExt cx="122239" cy="236801"/>
          </a:xfrm>
        </p:grpSpPr>
        <p:cxnSp>
          <p:nvCxnSpPr>
            <p:cNvPr id="230" name="직선 연결선 229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1" name="직선 연결선 230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2" name="직선 연결선 231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5" name="그룹 234"/>
          <p:cNvGrpSpPr/>
          <p:nvPr/>
        </p:nvGrpSpPr>
        <p:grpSpPr>
          <a:xfrm flipH="1">
            <a:off x="8649393" y="4490303"/>
            <a:ext cx="122239" cy="236801"/>
            <a:chOff x="2297548" y="3782508"/>
            <a:chExt cx="122239" cy="236801"/>
          </a:xfrm>
        </p:grpSpPr>
        <p:cxnSp>
          <p:nvCxnSpPr>
            <p:cNvPr id="236" name="직선 연결선 235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7" name="직선 연결선 236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8" name="직선 연결선 237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9" name="그룹 238"/>
          <p:cNvGrpSpPr/>
          <p:nvPr/>
        </p:nvGrpSpPr>
        <p:grpSpPr>
          <a:xfrm>
            <a:off x="9357066" y="4490303"/>
            <a:ext cx="122239" cy="236801"/>
            <a:chOff x="2297548" y="3782508"/>
            <a:chExt cx="122239" cy="236801"/>
          </a:xfrm>
        </p:grpSpPr>
        <p:cxnSp>
          <p:nvCxnSpPr>
            <p:cNvPr id="240" name="직선 연결선 239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1" name="직선 연결선 240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2" name="직선 연결선 241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43" name="직선 연결선 242"/>
          <p:cNvCxnSpPr/>
          <p:nvPr/>
        </p:nvCxnSpPr>
        <p:spPr>
          <a:xfrm>
            <a:off x="8771632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4" name="직선 연결선 243"/>
          <p:cNvCxnSpPr/>
          <p:nvPr/>
        </p:nvCxnSpPr>
        <p:spPr>
          <a:xfrm>
            <a:off x="9357066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타원 17"/>
          <p:cNvSpPr/>
          <p:nvPr/>
        </p:nvSpPr>
        <p:spPr>
          <a:xfrm>
            <a:off x="8774749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sp>
        <p:nvSpPr>
          <p:cNvPr id="245" name="타원 244"/>
          <p:cNvSpPr/>
          <p:nvPr/>
        </p:nvSpPr>
        <p:spPr>
          <a:xfrm>
            <a:off x="9162258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cxnSp>
        <p:nvCxnSpPr>
          <p:cNvPr id="254" name="직선 연결선 253"/>
          <p:cNvCxnSpPr/>
          <p:nvPr/>
        </p:nvCxnSpPr>
        <p:spPr>
          <a:xfrm>
            <a:off x="7019033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5" name="직선 연결선 254"/>
          <p:cNvCxnSpPr/>
          <p:nvPr/>
        </p:nvCxnSpPr>
        <p:spPr>
          <a:xfrm>
            <a:off x="7604467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6" name="타원 255"/>
          <p:cNvSpPr/>
          <p:nvPr/>
        </p:nvSpPr>
        <p:spPr>
          <a:xfrm>
            <a:off x="7022150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sp>
        <p:nvSpPr>
          <p:cNvPr id="257" name="타원 256"/>
          <p:cNvSpPr/>
          <p:nvPr/>
        </p:nvSpPr>
        <p:spPr>
          <a:xfrm>
            <a:off x="7409659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grpSp>
        <p:nvGrpSpPr>
          <p:cNvPr id="262" name="그룹 261"/>
          <p:cNvGrpSpPr/>
          <p:nvPr/>
        </p:nvGrpSpPr>
        <p:grpSpPr>
          <a:xfrm>
            <a:off x="11113448" y="4490303"/>
            <a:ext cx="122239" cy="236801"/>
            <a:chOff x="2297548" y="3782508"/>
            <a:chExt cx="122239" cy="236801"/>
          </a:xfrm>
        </p:grpSpPr>
        <p:cxnSp>
          <p:nvCxnSpPr>
            <p:cNvPr id="263" name="직선 연결선 262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4" name="직선 연결선 263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5" name="직선 연결선 264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6" name="직선 연결선 265"/>
          <p:cNvCxnSpPr/>
          <p:nvPr/>
        </p:nvCxnSpPr>
        <p:spPr>
          <a:xfrm>
            <a:off x="10528014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7" name="직선 연결선 266"/>
          <p:cNvCxnSpPr/>
          <p:nvPr/>
        </p:nvCxnSpPr>
        <p:spPr>
          <a:xfrm>
            <a:off x="11113448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8" name="타원 267"/>
          <p:cNvSpPr/>
          <p:nvPr/>
        </p:nvSpPr>
        <p:spPr>
          <a:xfrm>
            <a:off x="10531131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sp>
        <p:nvSpPr>
          <p:cNvPr id="269" name="타원 268"/>
          <p:cNvSpPr/>
          <p:nvPr/>
        </p:nvSpPr>
        <p:spPr>
          <a:xfrm>
            <a:off x="10918640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grpSp>
        <p:nvGrpSpPr>
          <p:cNvPr id="286" name="그룹 285"/>
          <p:cNvGrpSpPr/>
          <p:nvPr/>
        </p:nvGrpSpPr>
        <p:grpSpPr>
          <a:xfrm>
            <a:off x="7604467" y="3698828"/>
            <a:ext cx="122239" cy="236801"/>
            <a:chOff x="2297548" y="3782508"/>
            <a:chExt cx="122239" cy="236801"/>
          </a:xfrm>
        </p:grpSpPr>
        <p:cxnSp>
          <p:nvCxnSpPr>
            <p:cNvPr id="287" name="직선 연결선 286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8" name="직선 연결선 287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0" name="직선 연결선 289"/>
          <p:cNvCxnSpPr/>
          <p:nvPr/>
        </p:nvCxnSpPr>
        <p:spPr>
          <a:xfrm>
            <a:off x="7019033" y="3696158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1" name="직선 연결선 290"/>
          <p:cNvCxnSpPr/>
          <p:nvPr/>
        </p:nvCxnSpPr>
        <p:spPr>
          <a:xfrm>
            <a:off x="7604467" y="3696158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2" name="타원 291"/>
          <p:cNvSpPr/>
          <p:nvPr/>
        </p:nvSpPr>
        <p:spPr>
          <a:xfrm>
            <a:off x="7022150" y="3719826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cxnSp>
        <p:nvCxnSpPr>
          <p:cNvPr id="314" name="직선 연결선 313"/>
          <p:cNvCxnSpPr/>
          <p:nvPr/>
        </p:nvCxnSpPr>
        <p:spPr>
          <a:xfrm>
            <a:off x="8771632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5" name="직선 연결선 314"/>
          <p:cNvCxnSpPr/>
          <p:nvPr/>
        </p:nvCxnSpPr>
        <p:spPr>
          <a:xfrm>
            <a:off x="9357066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7" name="타원 316"/>
          <p:cNvSpPr/>
          <p:nvPr/>
        </p:nvSpPr>
        <p:spPr>
          <a:xfrm>
            <a:off x="9162258" y="2925800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grpSp>
        <p:nvGrpSpPr>
          <p:cNvPr id="322" name="그룹 321"/>
          <p:cNvGrpSpPr/>
          <p:nvPr/>
        </p:nvGrpSpPr>
        <p:grpSpPr>
          <a:xfrm>
            <a:off x="7604467" y="2904802"/>
            <a:ext cx="122239" cy="236801"/>
            <a:chOff x="2297548" y="3782508"/>
            <a:chExt cx="122239" cy="236801"/>
          </a:xfrm>
        </p:grpSpPr>
        <p:cxnSp>
          <p:nvCxnSpPr>
            <p:cNvPr id="323" name="직선 연결선 322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4" name="직선 연결선 323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5" name="직선 연결선 324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26" name="직선 연결선 325"/>
          <p:cNvCxnSpPr/>
          <p:nvPr/>
        </p:nvCxnSpPr>
        <p:spPr>
          <a:xfrm>
            <a:off x="7019033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>
            <a:off x="7604467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9" name="타원 328"/>
          <p:cNvSpPr/>
          <p:nvPr/>
        </p:nvSpPr>
        <p:spPr>
          <a:xfrm>
            <a:off x="7409659" y="2925800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grpSp>
        <p:nvGrpSpPr>
          <p:cNvPr id="330" name="그룹 329"/>
          <p:cNvGrpSpPr/>
          <p:nvPr/>
        </p:nvGrpSpPr>
        <p:grpSpPr>
          <a:xfrm flipH="1">
            <a:off x="10405775" y="2904802"/>
            <a:ext cx="122239" cy="236801"/>
            <a:chOff x="2297548" y="3782508"/>
            <a:chExt cx="122239" cy="236801"/>
          </a:xfrm>
        </p:grpSpPr>
        <p:cxnSp>
          <p:nvCxnSpPr>
            <p:cNvPr id="331" name="직선 연결선 330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2" name="직선 연결선 331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3" name="직선 연결선 332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34" name="그룹 333"/>
          <p:cNvGrpSpPr/>
          <p:nvPr/>
        </p:nvGrpSpPr>
        <p:grpSpPr>
          <a:xfrm>
            <a:off x="11113448" y="2904802"/>
            <a:ext cx="122239" cy="236801"/>
            <a:chOff x="2297548" y="3782508"/>
            <a:chExt cx="122239" cy="236801"/>
          </a:xfrm>
        </p:grpSpPr>
        <p:cxnSp>
          <p:nvCxnSpPr>
            <p:cNvPr id="335" name="직선 연결선 334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6" name="직선 연결선 335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7" name="직선 연결선 336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38" name="직선 연결선 337"/>
          <p:cNvCxnSpPr/>
          <p:nvPr/>
        </p:nvCxnSpPr>
        <p:spPr>
          <a:xfrm>
            <a:off x="10528014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9" name="직선 연결선 338"/>
          <p:cNvCxnSpPr/>
          <p:nvPr/>
        </p:nvCxnSpPr>
        <p:spPr>
          <a:xfrm>
            <a:off x="11113448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1" name="타원 340"/>
          <p:cNvSpPr/>
          <p:nvPr/>
        </p:nvSpPr>
        <p:spPr>
          <a:xfrm>
            <a:off x="10918640" y="2925800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cxnSp>
        <p:nvCxnSpPr>
          <p:cNvPr id="351" name="직선 연결선 350"/>
          <p:cNvCxnSpPr/>
          <p:nvPr/>
        </p:nvCxnSpPr>
        <p:spPr>
          <a:xfrm>
            <a:off x="8771632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2" name="직선 연결선 351"/>
          <p:cNvCxnSpPr/>
          <p:nvPr/>
        </p:nvCxnSpPr>
        <p:spPr>
          <a:xfrm>
            <a:off x="9357066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59" name="그룹 358"/>
          <p:cNvGrpSpPr/>
          <p:nvPr/>
        </p:nvGrpSpPr>
        <p:grpSpPr>
          <a:xfrm>
            <a:off x="7604467" y="2111281"/>
            <a:ext cx="122239" cy="236801"/>
            <a:chOff x="2297548" y="3782508"/>
            <a:chExt cx="122239" cy="236801"/>
          </a:xfrm>
        </p:grpSpPr>
        <p:cxnSp>
          <p:nvCxnSpPr>
            <p:cNvPr id="360" name="직선 연결선 359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1" name="직선 연결선 360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2" name="직선 연결선 361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63" name="직선 연결선 362"/>
          <p:cNvCxnSpPr/>
          <p:nvPr/>
        </p:nvCxnSpPr>
        <p:spPr>
          <a:xfrm>
            <a:off x="7019033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4" name="직선 연결선 363"/>
          <p:cNvCxnSpPr/>
          <p:nvPr/>
        </p:nvCxnSpPr>
        <p:spPr>
          <a:xfrm>
            <a:off x="7604467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67" name="그룹 366"/>
          <p:cNvGrpSpPr/>
          <p:nvPr/>
        </p:nvGrpSpPr>
        <p:grpSpPr>
          <a:xfrm flipH="1">
            <a:off x="10405775" y="2111281"/>
            <a:ext cx="122239" cy="236801"/>
            <a:chOff x="2297548" y="3782508"/>
            <a:chExt cx="122239" cy="236801"/>
          </a:xfrm>
        </p:grpSpPr>
        <p:cxnSp>
          <p:nvCxnSpPr>
            <p:cNvPr id="368" name="직선 연결선 367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9" name="직선 연결선 368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0" name="직선 연결선 369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71" name="그룹 370"/>
          <p:cNvGrpSpPr/>
          <p:nvPr/>
        </p:nvGrpSpPr>
        <p:grpSpPr>
          <a:xfrm>
            <a:off x="11113448" y="2111281"/>
            <a:ext cx="122239" cy="236801"/>
            <a:chOff x="2297548" y="3782508"/>
            <a:chExt cx="122239" cy="236801"/>
          </a:xfrm>
        </p:grpSpPr>
        <p:cxnSp>
          <p:nvCxnSpPr>
            <p:cNvPr id="372" name="직선 연결선 371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3" name="직선 연결선 372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4" name="직선 연결선 373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75" name="직선 연결선 374"/>
          <p:cNvCxnSpPr/>
          <p:nvPr/>
        </p:nvCxnSpPr>
        <p:spPr>
          <a:xfrm>
            <a:off x="10528014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6" name="직선 연결선 375"/>
          <p:cNvCxnSpPr/>
          <p:nvPr/>
        </p:nvCxnSpPr>
        <p:spPr>
          <a:xfrm>
            <a:off x="11113448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38750" y="1704398"/>
            <a:ext cx="1049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Customer</a:t>
            </a:r>
            <a:endParaRPr lang="ko-KR" altLang="en-US" sz="14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82" name="TextBox 381"/>
          <p:cNvSpPr txBox="1"/>
          <p:nvPr/>
        </p:nvSpPr>
        <p:spPr>
          <a:xfrm>
            <a:off x="7320719" y="1704398"/>
            <a:ext cx="1049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Order</a:t>
            </a:r>
            <a:endParaRPr lang="ko-KR" altLang="en-US" sz="14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492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ER Diagram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Example</a:t>
            </a:r>
            <a:endParaRPr lang="ko-KR" altLang="en-US" dirty="0"/>
          </a:p>
        </p:txBody>
      </p:sp>
      <p:grpSp>
        <p:nvGrpSpPr>
          <p:cNvPr id="233" name="그룹 232"/>
          <p:cNvGrpSpPr/>
          <p:nvPr/>
        </p:nvGrpSpPr>
        <p:grpSpPr>
          <a:xfrm>
            <a:off x="3497250" y="53561"/>
            <a:ext cx="8246728" cy="6399026"/>
            <a:chOff x="1680173" y="188376"/>
            <a:chExt cx="8246728" cy="6399026"/>
          </a:xfrm>
        </p:grpSpPr>
        <p:sp>
          <p:nvSpPr>
            <p:cNvPr id="234" name="직사각형 233"/>
            <p:cNvSpPr/>
            <p:nvPr/>
          </p:nvSpPr>
          <p:spPr>
            <a:xfrm>
              <a:off x="4465747" y="1420772"/>
              <a:ext cx="790956" cy="46553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246" name="직사각형 245"/>
            <p:cNvSpPr/>
            <p:nvPr/>
          </p:nvSpPr>
          <p:spPr>
            <a:xfrm>
              <a:off x="3964055" y="2663703"/>
              <a:ext cx="790956" cy="46553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247" name="직사각형 246"/>
            <p:cNvSpPr/>
            <p:nvPr/>
          </p:nvSpPr>
          <p:spPr>
            <a:xfrm>
              <a:off x="4980999" y="2663703"/>
              <a:ext cx="790956" cy="46553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248" name="직사각형 247"/>
            <p:cNvSpPr/>
            <p:nvPr/>
          </p:nvSpPr>
          <p:spPr>
            <a:xfrm>
              <a:off x="1930166" y="2663703"/>
              <a:ext cx="790956" cy="46553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249" name="직사각형 248"/>
            <p:cNvSpPr/>
            <p:nvPr/>
          </p:nvSpPr>
          <p:spPr>
            <a:xfrm>
              <a:off x="2947110" y="2663703"/>
              <a:ext cx="790956" cy="46553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250" name="직사각형 249"/>
            <p:cNvSpPr/>
            <p:nvPr/>
          </p:nvSpPr>
          <p:spPr>
            <a:xfrm>
              <a:off x="5997943" y="2663703"/>
              <a:ext cx="790956" cy="46553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251" name="직사각형 250"/>
            <p:cNvSpPr/>
            <p:nvPr/>
          </p:nvSpPr>
          <p:spPr>
            <a:xfrm>
              <a:off x="7014887" y="2663703"/>
              <a:ext cx="790956" cy="46553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252" name="직사각형 251"/>
            <p:cNvSpPr/>
            <p:nvPr/>
          </p:nvSpPr>
          <p:spPr>
            <a:xfrm>
              <a:off x="8031832" y="2663703"/>
              <a:ext cx="790956" cy="46553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253" name="직사각형 252"/>
            <p:cNvSpPr/>
            <p:nvPr/>
          </p:nvSpPr>
          <p:spPr>
            <a:xfrm>
              <a:off x="7014886" y="3766523"/>
              <a:ext cx="790956" cy="46553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258" name="직사각형 257"/>
            <p:cNvSpPr/>
            <p:nvPr/>
          </p:nvSpPr>
          <p:spPr>
            <a:xfrm>
              <a:off x="7014886" y="4869342"/>
              <a:ext cx="790956" cy="46553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259" name="직사각형 258"/>
            <p:cNvSpPr/>
            <p:nvPr/>
          </p:nvSpPr>
          <p:spPr>
            <a:xfrm>
              <a:off x="7014886" y="1420772"/>
              <a:ext cx="790956" cy="46553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260" name="직사각형 259"/>
            <p:cNvSpPr/>
            <p:nvPr/>
          </p:nvSpPr>
          <p:spPr>
            <a:xfrm>
              <a:off x="5997943" y="541681"/>
              <a:ext cx="790956" cy="46553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5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261" name="직사각형 260"/>
            <p:cNvSpPr/>
            <p:nvPr/>
          </p:nvSpPr>
          <p:spPr>
            <a:xfrm>
              <a:off x="8031832" y="541681"/>
              <a:ext cx="790956" cy="46553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270" name="직사각형 269"/>
            <p:cNvSpPr/>
            <p:nvPr/>
          </p:nvSpPr>
          <p:spPr>
            <a:xfrm>
              <a:off x="9048776" y="3766523"/>
              <a:ext cx="790956" cy="46553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grpSp>
          <p:nvGrpSpPr>
            <p:cNvPr id="271" name="그룹 270"/>
            <p:cNvGrpSpPr/>
            <p:nvPr/>
          </p:nvGrpSpPr>
          <p:grpSpPr>
            <a:xfrm rot="10800000">
              <a:off x="7805843" y="3909330"/>
              <a:ext cx="1242934" cy="179918"/>
              <a:chOff x="7756782" y="4369985"/>
              <a:chExt cx="1654345" cy="239471"/>
            </a:xfrm>
          </p:grpSpPr>
          <p:cxnSp>
            <p:nvCxnSpPr>
              <p:cNvPr id="540" name="직선 연결선 539"/>
              <p:cNvCxnSpPr/>
              <p:nvPr/>
            </p:nvCxnSpPr>
            <p:spPr>
              <a:xfrm rot="10800000" flipH="1">
                <a:off x="7756782" y="4494892"/>
                <a:ext cx="1654344" cy="0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541" name="그룹 540"/>
              <p:cNvGrpSpPr/>
              <p:nvPr/>
            </p:nvGrpSpPr>
            <p:grpSpPr>
              <a:xfrm>
                <a:off x="9288888" y="4372655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545" name="직선 연결선 544"/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46" name="직선 연결선 545"/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47" name="직선 연결선 546"/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42" name="직선 연결선 541"/>
              <p:cNvCxnSpPr/>
              <p:nvPr/>
            </p:nvCxnSpPr>
            <p:spPr>
              <a:xfrm>
                <a:off x="7898675" y="436998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3" name="직선 연결선 542"/>
              <p:cNvCxnSpPr/>
              <p:nvPr/>
            </p:nvCxnSpPr>
            <p:spPr>
              <a:xfrm>
                <a:off x="9288888" y="436998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4" name="타원 543"/>
              <p:cNvSpPr/>
              <p:nvPr/>
            </p:nvSpPr>
            <p:spPr>
              <a:xfrm>
                <a:off x="9094080" y="4393653"/>
                <a:ext cx="194806" cy="194806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</p:grpSp>
        <p:grpSp>
          <p:nvGrpSpPr>
            <p:cNvPr id="272" name="그룹 271"/>
            <p:cNvGrpSpPr/>
            <p:nvPr/>
          </p:nvGrpSpPr>
          <p:grpSpPr>
            <a:xfrm rot="5400000">
              <a:off x="7091722" y="4460741"/>
              <a:ext cx="637287" cy="179918"/>
              <a:chOff x="8562897" y="4369985"/>
              <a:chExt cx="848230" cy="239471"/>
            </a:xfrm>
          </p:grpSpPr>
          <p:cxnSp>
            <p:nvCxnSpPr>
              <p:cNvPr id="532" name="직선 연결선 531"/>
              <p:cNvCxnSpPr/>
              <p:nvPr/>
            </p:nvCxnSpPr>
            <p:spPr>
              <a:xfrm rot="16200000">
                <a:off x="8987011" y="4065607"/>
                <a:ext cx="0" cy="848227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533" name="그룹 532"/>
              <p:cNvGrpSpPr/>
              <p:nvPr/>
            </p:nvGrpSpPr>
            <p:grpSpPr>
              <a:xfrm>
                <a:off x="9288888" y="4372655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537" name="직선 연결선 536"/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8" name="직선 연결선 537"/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9" name="직선 연결선 538"/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34" name="직선 연결선 533"/>
              <p:cNvCxnSpPr/>
              <p:nvPr/>
            </p:nvCxnSpPr>
            <p:spPr>
              <a:xfrm>
                <a:off x="8704889" y="436998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5" name="직선 연결선 534"/>
              <p:cNvCxnSpPr/>
              <p:nvPr/>
            </p:nvCxnSpPr>
            <p:spPr>
              <a:xfrm>
                <a:off x="9288888" y="436998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36" name="타원 535"/>
              <p:cNvSpPr/>
              <p:nvPr/>
            </p:nvSpPr>
            <p:spPr>
              <a:xfrm>
                <a:off x="9094080" y="4393653"/>
                <a:ext cx="194806" cy="194806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</p:grpSp>
        <p:cxnSp>
          <p:nvCxnSpPr>
            <p:cNvPr id="273" name="직선 연결선 272"/>
            <p:cNvCxnSpPr>
              <a:stCxn id="250" idx="2"/>
            </p:cNvCxnSpPr>
            <p:nvPr/>
          </p:nvCxnSpPr>
          <p:spPr>
            <a:xfrm flipH="1">
              <a:off x="6393421" y="3129238"/>
              <a:ext cx="1" cy="332203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4" name="직선 연결선 273"/>
            <p:cNvCxnSpPr>
              <a:endCxn id="253" idx="0"/>
            </p:cNvCxnSpPr>
            <p:nvPr/>
          </p:nvCxnSpPr>
          <p:spPr>
            <a:xfrm>
              <a:off x="7406479" y="3129238"/>
              <a:ext cx="3886" cy="63728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5" name="직선 연결선 274"/>
            <p:cNvCxnSpPr/>
            <p:nvPr/>
          </p:nvCxnSpPr>
          <p:spPr>
            <a:xfrm>
              <a:off x="8423423" y="3129238"/>
              <a:ext cx="0" cy="332203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6" name="직선 연결선 275"/>
            <p:cNvCxnSpPr/>
            <p:nvPr/>
          </p:nvCxnSpPr>
          <p:spPr>
            <a:xfrm flipV="1">
              <a:off x="6393421" y="3454974"/>
              <a:ext cx="2030002" cy="1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277" name="그룹 276"/>
            <p:cNvGrpSpPr/>
            <p:nvPr/>
          </p:nvGrpSpPr>
          <p:grpSpPr>
            <a:xfrm>
              <a:off x="7269794" y="3282298"/>
              <a:ext cx="273366" cy="266712"/>
              <a:chOff x="9572828" y="3343638"/>
              <a:chExt cx="363851" cy="354994"/>
            </a:xfrm>
          </p:grpSpPr>
          <p:sp>
            <p:nvSpPr>
              <p:cNvPr id="529" name="순서도: 지연 528"/>
              <p:cNvSpPr/>
              <p:nvPr/>
            </p:nvSpPr>
            <p:spPr>
              <a:xfrm rot="16200000">
                <a:off x="9580405" y="3342358"/>
                <a:ext cx="354994" cy="357554"/>
              </a:xfrm>
              <a:prstGeom prst="flowChartDelay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  <p:cxnSp>
            <p:nvCxnSpPr>
              <p:cNvPr id="530" name="직선 연결선 529"/>
              <p:cNvCxnSpPr/>
              <p:nvPr/>
            </p:nvCxnSpPr>
            <p:spPr>
              <a:xfrm>
                <a:off x="9579125" y="3484124"/>
                <a:ext cx="357554" cy="17749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1" name="직선 연결선 530"/>
              <p:cNvCxnSpPr/>
              <p:nvPr/>
            </p:nvCxnSpPr>
            <p:spPr>
              <a:xfrm flipH="1">
                <a:off x="9572828" y="3484124"/>
                <a:ext cx="363851" cy="17737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78" name="그룹 277"/>
            <p:cNvGrpSpPr/>
            <p:nvPr/>
          </p:nvGrpSpPr>
          <p:grpSpPr>
            <a:xfrm rot="16200000">
              <a:off x="7595767" y="1744911"/>
              <a:ext cx="1656489" cy="181096"/>
              <a:chOff x="7206341" y="4369985"/>
              <a:chExt cx="2204787" cy="241039"/>
            </a:xfrm>
          </p:grpSpPr>
          <p:cxnSp>
            <p:nvCxnSpPr>
              <p:cNvPr id="521" name="직선 연결선 520"/>
              <p:cNvCxnSpPr>
                <a:stCxn id="252" idx="0"/>
                <a:endCxn id="261" idx="2"/>
              </p:cNvCxnSpPr>
              <p:nvPr/>
            </p:nvCxnSpPr>
            <p:spPr>
              <a:xfrm rot="5400000" flipV="1">
                <a:off x="8308735" y="3392502"/>
                <a:ext cx="0" cy="2204787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522" name="그룹 521"/>
              <p:cNvGrpSpPr/>
              <p:nvPr/>
            </p:nvGrpSpPr>
            <p:grpSpPr>
              <a:xfrm>
                <a:off x="9288888" y="4372655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526" name="직선 연결선 525"/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27" name="직선 연결선 526"/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28" name="직선 연결선 527"/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23" name="직선 연결선 522"/>
              <p:cNvCxnSpPr/>
              <p:nvPr/>
            </p:nvCxnSpPr>
            <p:spPr>
              <a:xfrm>
                <a:off x="7331503" y="4374223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24" name="직선 연결선 523"/>
              <p:cNvCxnSpPr/>
              <p:nvPr/>
            </p:nvCxnSpPr>
            <p:spPr>
              <a:xfrm>
                <a:off x="9288888" y="436998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5" name="타원 524"/>
              <p:cNvSpPr/>
              <p:nvPr/>
            </p:nvSpPr>
            <p:spPr>
              <a:xfrm>
                <a:off x="9094080" y="4401336"/>
                <a:ext cx="194806" cy="194806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</p:grpSp>
        <p:grpSp>
          <p:nvGrpSpPr>
            <p:cNvPr id="279" name="그룹 278"/>
            <p:cNvGrpSpPr/>
            <p:nvPr/>
          </p:nvGrpSpPr>
          <p:grpSpPr>
            <a:xfrm rot="10800000">
              <a:off x="6788899" y="684488"/>
              <a:ext cx="1242933" cy="179918"/>
              <a:chOff x="7756785" y="4369985"/>
              <a:chExt cx="1654343" cy="239471"/>
            </a:xfrm>
          </p:grpSpPr>
          <p:cxnSp>
            <p:nvCxnSpPr>
              <p:cNvPr id="513" name="직선 연결선 512"/>
              <p:cNvCxnSpPr>
                <a:stCxn id="261" idx="1"/>
                <a:endCxn id="260" idx="3"/>
              </p:cNvCxnSpPr>
              <p:nvPr/>
            </p:nvCxnSpPr>
            <p:spPr>
              <a:xfrm rot="10800000" flipH="1">
                <a:off x="7756785" y="4489720"/>
                <a:ext cx="1654343" cy="0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514" name="그룹 513"/>
              <p:cNvGrpSpPr/>
              <p:nvPr/>
            </p:nvGrpSpPr>
            <p:grpSpPr>
              <a:xfrm>
                <a:off x="9288888" y="4372655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518" name="직선 연결선 517"/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9" name="직선 연결선 518"/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20" name="직선 연결선 519"/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15" name="직선 연결선 514"/>
              <p:cNvCxnSpPr/>
              <p:nvPr/>
            </p:nvCxnSpPr>
            <p:spPr>
              <a:xfrm>
                <a:off x="7881297" y="4369987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6" name="직선 연결선 515"/>
              <p:cNvCxnSpPr/>
              <p:nvPr/>
            </p:nvCxnSpPr>
            <p:spPr>
              <a:xfrm>
                <a:off x="9288888" y="436998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17" name="타원 516"/>
              <p:cNvSpPr/>
              <p:nvPr/>
            </p:nvSpPr>
            <p:spPr>
              <a:xfrm>
                <a:off x="9094080" y="4393653"/>
                <a:ext cx="194806" cy="194806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</p:grpSp>
        <p:grpSp>
          <p:nvGrpSpPr>
            <p:cNvPr id="280" name="그룹 279"/>
            <p:cNvGrpSpPr/>
            <p:nvPr/>
          </p:nvGrpSpPr>
          <p:grpSpPr>
            <a:xfrm rot="5400000">
              <a:off x="5067637" y="490465"/>
              <a:ext cx="637385" cy="1223227"/>
              <a:chOff x="8562771" y="2981340"/>
              <a:chExt cx="848360" cy="1628116"/>
            </a:xfrm>
          </p:grpSpPr>
          <p:cxnSp>
            <p:nvCxnSpPr>
              <p:cNvPr id="503" name="직선 연결선 502"/>
              <p:cNvCxnSpPr>
                <a:endCxn id="234" idx="0"/>
              </p:cNvCxnSpPr>
              <p:nvPr/>
            </p:nvCxnSpPr>
            <p:spPr>
              <a:xfrm rot="16200000" flipH="1">
                <a:off x="9038146" y="4121327"/>
                <a:ext cx="3" cy="745967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504" name="그룹 503"/>
              <p:cNvGrpSpPr/>
              <p:nvPr/>
            </p:nvGrpSpPr>
            <p:grpSpPr>
              <a:xfrm>
                <a:off x="9288888" y="4372655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510" name="직선 연결선 509"/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1" name="직선 연결선 510"/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2" name="직선 연결선 511"/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05" name="직선 연결선 504"/>
              <p:cNvCxnSpPr/>
              <p:nvPr/>
            </p:nvCxnSpPr>
            <p:spPr>
              <a:xfrm rot="16200000" flipH="1" flipV="1">
                <a:off x="7923731" y="3732279"/>
                <a:ext cx="1507048" cy="5170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06" name="직선 연결선 505"/>
              <p:cNvCxnSpPr/>
              <p:nvPr/>
            </p:nvCxnSpPr>
            <p:spPr>
              <a:xfrm>
                <a:off x="9288888" y="436998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07" name="타원 506"/>
              <p:cNvSpPr/>
              <p:nvPr/>
            </p:nvSpPr>
            <p:spPr>
              <a:xfrm>
                <a:off x="9094080" y="4393653"/>
                <a:ext cx="194806" cy="194806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  <p:cxnSp>
            <p:nvCxnSpPr>
              <p:cNvPr id="508" name="직선 연결선 507"/>
              <p:cNvCxnSpPr/>
              <p:nvPr/>
            </p:nvCxnSpPr>
            <p:spPr>
              <a:xfrm rot="5400000">
                <a:off x="8681172" y="2991673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09" name="타원 508"/>
              <p:cNvSpPr/>
              <p:nvPr/>
            </p:nvSpPr>
            <p:spPr>
              <a:xfrm>
                <a:off x="8579311" y="3116523"/>
                <a:ext cx="194807" cy="194807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</p:grpSp>
        <p:cxnSp>
          <p:nvCxnSpPr>
            <p:cNvPr id="281" name="직선 연결선 280"/>
            <p:cNvCxnSpPr/>
            <p:nvPr/>
          </p:nvCxnSpPr>
          <p:spPr>
            <a:xfrm>
              <a:off x="4359532" y="2272563"/>
              <a:ext cx="1" cy="391141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직선 연결선 281"/>
            <p:cNvCxnSpPr/>
            <p:nvPr/>
          </p:nvCxnSpPr>
          <p:spPr>
            <a:xfrm>
              <a:off x="5373462" y="2272563"/>
              <a:ext cx="1" cy="391141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flipH="1">
              <a:off x="4860788" y="1886981"/>
              <a:ext cx="1" cy="3855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4" name="직선 연결선 283"/>
            <p:cNvCxnSpPr/>
            <p:nvPr/>
          </p:nvCxnSpPr>
          <p:spPr>
            <a:xfrm flipV="1">
              <a:off x="4358461" y="2272564"/>
              <a:ext cx="1015001" cy="1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285" name="그룹 284"/>
            <p:cNvGrpSpPr/>
            <p:nvPr/>
          </p:nvGrpSpPr>
          <p:grpSpPr>
            <a:xfrm>
              <a:off x="4724105" y="2098687"/>
              <a:ext cx="273366" cy="266712"/>
              <a:chOff x="9572828" y="3343638"/>
              <a:chExt cx="363851" cy="354994"/>
            </a:xfrm>
          </p:grpSpPr>
          <p:sp>
            <p:nvSpPr>
              <p:cNvPr id="500" name="순서도: 지연 499"/>
              <p:cNvSpPr/>
              <p:nvPr/>
            </p:nvSpPr>
            <p:spPr>
              <a:xfrm rot="16200000">
                <a:off x="9580405" y="3342358"/>
                <a:ext cx="354994" cy="357554"/>
              </a:xfrm>
              <a:prstGeom prst="flowChartDelay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  <p:cxnSp>
            <p:nvCxnSpPr>
              <p:cNvPr id="501" name="직선 연결선 500"/>
              <p:cNvCxnSpPr/>
              <p:nvPr/>
            </p:nvCxnSpPr>
            <p:spPr>
              <a:xfrm>
                <a:off x="9579125" y="3484124"/>
                <a:ext cx="357554" cy="177497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02" name="직선 연결선 501"/>
              <p:cNvCxnSpPr/>
              <p:nvPr/>
            </p:nvCxnSpPr>
            <p:spPr>
              <a:xfrm flipH="1">
                <a:off x="9572828" y="3484124"/>
                <a:ext cx="363851" cy="17737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93" name="그룹 292"/>
            <p:cNvGrpSpPr/>
            <p:nvPr/>
          </p:nvGrpSpPr>
          <p:grpSpPr>
            <a:xfrm rot="16200000">
              <a:off x="7017196" y="2182790"/>
              <a:ext cx="777397" cy="184433"/>
              <a:chOff x="8381612" y="4376008"/>
              <a:chExt cx="1034716" cy="245480"/>
            </a:xfrm>
          </p:grpSpPr>
          <p:cxnSp>
            <p:nvCxnSpPr>
              <p:cNvPr id="492" name="직선 연결선 491"/>
              <p:cNvCxnSpPr>
                <a:stCxn id="251" idx="0"/>
                <a:endCxn id="259" idx="2"/>
              </p:cNvCxnSpPr>
              <p:nvPr/>
            </p:nvCxnSpPr>
            <p:spPr>
              <a:xfrm rot="5400000" flipH="1" flipV="1">
                <a:off x="8898969" y="3987342"/>
                <a:ext cx="2" cy="1034716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493" name="그룹 492"/>
              <p:cNvGrpSpPr/>
              <p:nvPr/>
            </p:nvGrpSpPr>
            <p:grpSpPr>
              <a:xfrm>
                <a:off x="9288888" y="4384687"/>
                <a:ext cx="122239" cy="236801"/>
                <a:chOff x="2297548" y="3794540"/>
                <a:chExt cx="122239" cy="236801"/>
              </a:xfrm>
            </p:grpSpPr>
            <p:cxnSp>
              <p:nvCxnSpPr>
                <p:cNvPr id="497" name="직선 연결선 496"/>
                <p:cNvCxnSpPr/>
                <p:nvPr/>
              </p:nvCxnSpPr>
              <p:spPr>
                <a:xfrm flipV="1">
                  <a:off x="2297548" y="3794540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98" name="직선 연결선 497"/>
                <p:cNvCxnSpPr/>
                <p:nvPr/>
              </p:nvCxnSpPr>
              <p:spPr>
                <a:xfrm>
                  <a:off x="2297548" y="3909104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99" name="직선 연결선 498"/>
                <p:cNvCxnSpPr/>
                <p:nvPr/>
              </p:nvCxnSpPr>
              <p:spPr>
                <a:xfrm>
                  <a:off x="2297548" y="3912438"/>
                  <a:ext cx="122239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94" name="직선 연결선 493"/>
              <p:cNvCxnSpPr/>
              <p:nvPr/>
            </p:nvCxnSpPr>
            <p:spPr>
              <a:xfrm>
                <a:off x="8508700" y="4376008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95" name="직선 연결선 494"/>
              <p:cNvCxnSpPr/>
              <p:nvPr/>
            </p:nvCxnSpPr>
            <p:spPr>
              <a:xfrm>
                <a:off x="9288888" y="4382017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96" name="타원 495"/>
              <p:cNvSpPr/>
              <p:nvPr/>
            </p:nvSpPr>
            <p:spPr>
              <a:xfrm>
                <a:off x="9094080" y="4405685"/>
                <a:ext cx="194806" cy="194806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</p:grpSp>
        <p:grpSp>
          <p:nvGrpSpPr>
            <p:cNvPr id="294" name="그룹 293"/>
            <p:cNvGrpSpPr/>
            <p:nvPr/>
          </p:nvGrpSpPr>
          <p:grpSpPr>
            <a:xfrm>
              <a:off x="6301115" y="1007215"/>
              <a:ext cx="713770" cy="738541"/>
              <a:chOff x="8465571" y="3638490"/>
              <a:chExt cx="950028" cy="982998"/>
            </a:xfrm>
          </p:grpSpPr>
          <p:cxnSp>
            <p:nvCxnSpPr>
              <p:cNvPr id="483" name="직선 연결선 482"/>
              <p:cNvCxnSpPr>
                <a:endCxn id="259" idx="1"/>
              </p:cNvCxnSpPr>
              <p:nvPr/>
            </p:nvCxnSpPr>
            <p:spPr>
              <a:xfrm flipV="1">
                <a:off x="8588424" y="4498748"/>
                <a:ext cx="827175" cy="5951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484" name="그룹 483"/>
              <p:cNvGrpSpPr/>
              <p:nvPr/>
            </p:nvGrpSpPr>
            <p:grpSpPr>
              <a:xfrm>
                <a:off x="9288888" y="4384687"/>
                <a:ext cx="122239" cy="236801"/>
                <a:chOff x="2297548" y="3794540"/>
                <a:chExt cx="122239" cy="236801"/>
              </a:xfrm>
            </p:grpSpPr>
            <p:cxnSp>
              <p:nvCxnSpPr>
                <p:cNvPr id="489" name="직선 연결선 488"/>
                <p:cNvCxnSpPr/>
                <p:nvPr/>
              </p:nvCxnSpPr>
              <p:spPr>
                <a:xfrm flipV="1">
                  <a:off x="2297548" y="3794540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90" name="직선 연결선 489"/>
                <p:cNvCxnSpPr/>
                <p:nvPr/>
              </p:nvCxnSpPr>
              <p:spPr>
                <a:xfrm>
                  <a:off x="2297548" y="3909104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91" name="직선 연결선 490"/>
                <p:cNvCxnSpPr/>
                <p:nvPr/>
              </p:nvCxnSpPr>
              <p:spPr>
                <a:xfrm>
                  <a:off x="2297548" y="3912438"/>
                  <a:ext cx="122239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5" name="직선 연결선 484"/>
              <p:cNvCxnSpPr>
                <a:stCxn id="260" idx="2"/>
              </p:cNvCxnSpPr>
              <p:nvPr/>
            </p:nvCxnSpPr>
            <p:spPr>
              <a:xfrm>
                <a:off x="8588430" y="3638490"/>
                <a:ext cx="6496" cy="868434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6" name="직선 연결선 485"/>
              <p:cNvCxnSpPr/>
              <p:nvPr/>
            </p:nvCxnSpPr>
            <p:spPr>
              <a:xfrm>
                <a:off x="9288888" y="4382017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7" name="타원 486"/>
              <p:cNvSpPr/>
              <p:nvPr/>
            </p:nvSpPr>
            <p:spPr>
              <a:xfrm>
                <a:off x="9094080" y="4405685"/>
                <a:ext cx="194806" cy="194806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  <p:cxnSp>
            <p:nvCxnSpPr>
              <p:cNvPr id="488" name="직선 연결선 487"/>
              <p:cNvCxnSpPr/>
              <p:nvPr/>
            </p:nvCxnSpPr>
            <p:spPr>
              <a:xfrm rot="5400000">
                <a:off x="8583972" y="3642331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95" name="그룹 294"/>
            <p:cNvGrpSpPr/>
            <p:nvPr/>
          </p:nvGrpSpPr>
          <p:grpSpPr>
            <a:xfrm rot="16200000">
              <a:off x="5719280" y="2697281"/>
              <a:ext cx="871054" cy="1734972"/>
              <a:chOff x="8251753" y="4375065"/>
              <a:chExt cx="1159374" cy="2309247"/>
            </a:xfrm>
          </p:grpSpPr>
          <p:cxnSp>
            <p:nvCxnSpPr>
              <p:cNvPr id="474" name="직선 연결선 473"/>
              <p:cNvCxnSpPr/>
              <p:nvPr/>
            </p:nvCxnSpPr>
            <p:spPr>
              <a:xfrm rot="5400000" flipV="1">
                <a:off x="8891976" y="3975744"/>
                <a:ext cx="0" cy="1038300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475" name="그룹 474"/>
              <p:cNvGrpSpPr/>
              <p:nvPr/>
            </p:nvGrpSpPr>
            <p:grpSpPr>
              <a:xfrm>
                <a:off x="9288888" y="4377735"/>
                <a:ext cx="122239" cy="236801"/>
                <a:chOff x="2297548" y="3787588"/>
                <a:chExt cx="122239" cy="236801"/>
              </a:xfrm>
            </p:grpSpPr>
            <p:cxnSp>
              <p:nvCxnSpPr>
                <p:cNvPr id="480" name="직선 연결선 479"/>
                <p:cNvCxnSpPr/>
                <p:nvPr/>
              </p:nvCxnSpPr>
              <p:spPr>
                <a:xfrm flipV="1">
                  <a:off x="2297548" y="3787588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81" name="직선 연결선 480"/>
                <p:cNvCxnSpPr/>
                <p:nvPr/>
              </p:nvCxnSpPr>
              <p:spPr>
                <a:xfrm>
                  <a:off x="2297548" y="3902152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82" name="직선 연결선 481"/>
                <p:cNvCxnSpPr/>
                <p:nvPr/>
              </p:nvCxnSpPr>
              <p:spPr>
                <a:xfrm>
                  <a:off x="2297548" y="3905485"/>
                  <a:ext cx="122239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76" name="직선 연결선 475"/>
              <p:cNvCxnSpPr/>
              <p:nvPr/>
            </p:nvCxnSpPr>
            <p:spPr>
              <a:xfrm rot="5400000">
                <a:off x="7276668" y="5593441"/>
                <a:ext cx="2181742" cy="0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7" name="직선 연결선 476"/>
              <p:cNvCxnSpPr/>
              <p:nvPr/>
            </p:nvCxnSpPr>
            <p:spPr>
              <a:xfrm>
                <a:off x="9288888" y="437506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8" name="타원 477"/>
              <p:cNvSpPr/>
              <p:nvPr/>
            </p:nvSpPr>
            <p:spPr>
              <a:xfrm>
                <a:off x="9094080" y="4398735"/>
                <a:ext cx="194806" cy="194806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  <p:cxnSp>
            <p:nvCxnSpPr>
              <p:cNvPr id="479" name="직선 연결선 478"/>
              <p:cNvCxnSpPr/>
              <p:nvPr/>
            </p:nvCxnSpPr>
            <p:spPr>
              <a:xfrm rot="16200000">
                <a:off x="8370154" y="6430302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96" name="그룹 295"/>
            <p:cNvGrpSpPr/>
            <p:nvPr/>
          </p:nvGrpSpPr>
          <p:grpSpPr>
            <a:xfrm rot="16200000">
              <a:off x="5193077" y="2359759"/>
              <a:ext cx="1048967" cy="2587929"/>
              <a:chOff x="8014952" y="4375065"/>
              <a:chExt cx="1396175" cy="3444534"/>
            </a:xfrm>
          </p:grpSpPr>
          <p:cxnSp>
            <p:nvCxnSpPr>
              <p:cNvPr id="465" name="직선 연결선 464"/>
              <p:cNvCxnSpPr/>
              <p:nvPr/>
            </p:nvCxnSpPr>
            <p:spPr>
              <a:xfrm rot="5400000" flipV="1">
                <a:off x="8773575" y="3857342"/>
                <a:ext cx="0" cy="1275102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466" name="그룹 465"/>
              <p:cNvGrpSpPr/>
              <p:nvPr/>
            </p:nvGrpSpPr>
            <p:grpSpPr>
              <a:xfrm>
                <a:off x="9288888" y="4377735"/>
                <a:ext cx="122239" cy="236801"/>
                <a:chOff x="2297548" y="3787588"/>
                <a:chExt cx="122239" cy="236801"/>
              </a:xfrm>
            </p:grpSpPr>
            <p:cxnSp>
              <p:nvCxnSpPr>
                <p:cNvPr id="471" name="직선 연결선 470"/>
                <p:cNvCxnSpPr/>
                <p:nvPr/>
              </p:nvCxnSpPr>
              <p:spPr>
                <a:xfrm flipV="1">
                  <a:off x="2297548" y="3787588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72" name="직선 연결선 471"/>
                <p:cNvCxnSpPr/>
                <p:nvPr/>
              </p:nvCxnSpPr>
              <p:spPr>
                <a:xfrm>
                  <a:off x="2297548" y="3902152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73" name="직선 연결선 472"/>
                <p:cNvCxnSpPr/>
                <p:nvPr/>
              </p:nvCxnSpPr>
              <p:spPr>
                <a:xfrm>
                  <a:off x="2297548" y="3905485"/>
                  <a:ext cx="122239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7" name="직선 연결선 466"/>
              <p:cNvCxnSpPr/>
              <p:nvPr/>
            </p:nvCxnSpPr>
            <p:spPr>
              <a:xfrm rot="5400000">
                <a:off x="6467089" y="6155950"/>
                <a:ext cx="3327299" cy="0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8" name="직선 연결선 467"/>
              <p:cNvCxnSpPr/>
              <p:nvPr/>
            </p:nvCxnSpPr>
            <p:spPr>
              <a:xfrm>
                <a:off x="9288888" y="437506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69" name="타원 468"/>
              <p:cNvSpPr/>
              <p:nvPr/>
            </p:nvSpPr>
            <p:spPr>
              <a:xfrm>
                <a:off x="9094080" y="4398735"/>
                <a:ext cx="194806" cy="194806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  <p:cxnSp>
            <p:nvCxnSpPr>
              <p:cNvPr id="470" name="직선 연결선 469"/>
              <p:cNvCxnSpPr/>
              <p:nvPr/>
            </p:nvCxnSpPr>
            <p:spPr>
              <a:xfrm rot="16200000">
                <a:off x="8133353" y="7577683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97" name="그룹 296"/>
            <p:cNvGrpSpPr/>
            <p:nvPr/>
          </p:nvGrpSpPr>
          <p:grpSpPr>
            <a:xfrm rot="16200000">
              <a:off x="3527803" y="1840387"/>
              <a:ext cx="2205637" cy="4783343"/>
              <a:chOff x="6475424" y="4375065"/>
              <a:chExt cx="2935703" cy="6366630"/>
            </a:xfrm>
          </p:grpSpPr>
          <p:cxnSp>
            <p:nvCxnSpPr>
              <p:cNvPr id="456" name="직선 연결선 455"/>
              <p:cNvCxnSpPr/>
              <p:nvPr/>
            </p:nvCxnSpPr>
            <p:spPr>
              <a:xfrm rot="5400000" flipV="1">
                <a:off x="8002475" y="3086243"/>
                <a:ext cx="0" cy="2817301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457" name="그룹 456"/>
              <p:cNvGrpSpPr/>
              <p:nvPr/>
            </p:nvGrpSpPr>
            <p:grpSpPr>
              <a:xfrm>
                <a:off x="9288888" y="4377735"/>
                <a:ext cx="122239" cy="236801"/>
                <a:chOff x="2297548" y="3787588"/>
                <a:chExt cx="122239" cy="236801"/>
              </a:xfrm>
            </p:grpSpPr>
            <p:cxnSp>
              <p:nvCxnSpPr>
                <p:cNvPr id="462" name="직선 연결선 461"/>
                <p:cNvCxnSpPr/>
                <p:nvPr/>
              </p:nvCxnSpPr>
              <p:spPr>
                <a:xfrm flipV="1">
                  <a:off x="2297548" y="3787588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63" name="직선 연결선 462"/>
                <p:cNvCxnSpPr/>
                <p:nvPr/>
              </p:nvCxnSpPr>
              <p:spPr>
                <a:xfrm>
                  <a:off x="2297548" y="3902152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64" name="직선 연결선 463"/>
                <p:cNvCxnSpPr/>
                <p:nvPr/>
              </p:nvCxnSpPr>
              <p:spPr>
                <a:xfrm>
                  <a:off x="2297548" y="3905485"/>
                  <a:ext cx="122239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58" name="직선 연결선 457"/>
              <p:cNvCxnSpPr/>
              <p:nvPr/>
            </p:nvCxnSpPr>
            <p:spPr>
              <a:xfrm rot="5400000">
                <a:off x="3470349" y="7620834"/>
                <a:ext cx="6241723" cy="0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9" name="직선 연결선 458"/>
              <p:cNvCxnSpPr/>
              <p:nvPr/>
            </p:nvCxnSpPr>
            <p:spPr>
              <a:xfrm>
                <a:off x="9288888" y="437506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60" name="타원 459"/>
              <p:cNvSpPr/>
              <p:nvPr/>
            </p:nvSpPr>
            <p:spPr>
              <a:xfrm>
                <a:off x="9094080" y="4398735"/>
                <a:ext cx="194806" cy="194806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  <p:cxnSp>
            <p:nvCxnSpPr>
              <p:cNvPr id="461" name="직선 연결선 460"/>
              <p:cNvCxnSpPr/>
              <p:nvPr/>
            </p:nvCxnSpPr>
            <p:spPr>
              <a:xfrm rot="16200000">
                <a:off x="6593825" y="10494547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98" name="그룹 297"/>
            <p:cNvGrpSpPr/>
            <p:nvPr/>
          </p:nvGrpSpPr>
          <p:grpSpPr>
            <a:xfrm rot="16200000">
              <a:off x="4102568" y="2280147"/>
              <a:ext cx="2056663" cy="3761251"/>
              <a:chOff x="6673709" y="4375065"/>
              <a:chExt cx="2737418" cy="5006225"/>
            </a:xfrm>
          </p:grpSpPr>
          <p:cxnSp>
            <p:nvCxnSpPr>
              <p:cNvPr id="447" name="직선 연결선 446"/>
              <p:cNvCxnSpPr/>
              <p:nvPr/>
            </p:nvCxnSpPr>
            <p:spPr>
              <a:xfrm rot="5400000" flipV="1">
                <a:off x="8101617" y="3185386"/>
                <a:ext cx="0" cy="2619015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448" name="그룹 447"/>
              <p:cNvGrpSpPr/>
              <p:nvPr/>
            </p:nvGrpSpPr>
            <p:grpSpPr>
              <a:xfrm>
                <a:off x="9288888" y="4377735"/>
                <a:ext cx="122239" cy="236801"/>
                <a:chOff x="2297548" y="3787588"/>
                <a:chExt cx="122239" cy="236801"/>
              </a:xfrm>
            </p:grpSpPr>
            <p:cxnSp>
              <p:nvCxnSpPr>
                <p:cNvPr id="453" name="직선 연결선 452"/>
                <p:cNvCxnSpPr/>
                <p:nvPr/>
              </p:nvCxnSpPr>
              <p:spPr>
                <a:xfrm flipV="1">
                  <a:off x="2297548" y="3787588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54" name="직선 연결선 453"/>
                <p:cNvCxnSpPr/>
                <p:nvPr/>
              </p:nvCxnSpPr>
              <p:spPr>
                <a:xfrm>
                  <a:off x="2297548" y="3902152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55" name="직선 연결선 454"/>
                <p:cNvCxnSpPr/>
                <p:nvPr/>
              </p:nvCxnSpPr>
              <p:spPr>
                <a:xfrm>
                  <a:off x="2297548" y="3905485"/>
                  <a:ext cx="122239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49" name="직선 연결선 448"/>
              <p:cNvCxnSpPr/>
              <p:nvPr/>
            </p:nvCxnSpPr>
            <p:spPr>
              <a:xfrm rot="5400000">
                <a:off x="4348837" y="6940632"/>
                <a:ext cx="4881317" cy="0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0" name="직선 연결선 449"/>
              <p:cNvCxnSpPr/>
              <p:nvPr/>
            </p:nvCxnSpPr>
            <p:spPr>
              <a:xfrm>
                <a:off x="9288888" y="437506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51" name="타원 450"/>
              <p:cNvSpPr/>
              <p:nvPr/>
            </p:nvSpPr>
            <p:spPr>
              <a:xfrm>
                <a:off x="9094080" y="4398735"/>
                <a:ext cx="194806" cy="194806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  <p:cxnSp>
            <p:nvCxnSpPr>
              <p:cNvPr id="452" name="직선 연결선 451"/>
              <p:cNvCxnSpPr/>
              <p:nvPr/>
            </p:nvCxnSpPr>
            <p:spPr>
              <a:xfrm rot="16200000">
                <a:off x="6792110" y="914847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99" name="그룹 298"/>
            <p:cNvGrpSpPr/>
            <p:nvPr/>
          </p:nvGrpSpPr>
          <p:grpSpPr>
            <a:xfrm rot="16200000">
              <a:off x="4610172" y="2635765"/>
              <a:ext cx="1915445" cy="2908799"/>
              <a:chOff x="6861669" y="4375065"/>
              <a:chExt cx="2549458" cy="3871611"/>
            </a:xfrm>
          </p:grpSpPr>
          <p:cxnSp>
            <p:nvCxnSpPr>
              <p:cNvPr id="438" name="직선 연결선 437"/>
              <p:cNvCxnSpPr/>
              <p:nvPr/>
            </p:nvCxnSpPr>
            <p:spPr>
              <a:xfrm rot="5400000" flipV="1">
                <a:off x="8195597" y="3279367"/>
                <a:ext cx="0" cy="2431054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439" name="그룹 438"/>
              <p:cNvGrpSpPr/>
              <p:nvPr/>
            </p:nvGrpSpPr>
            <p:grpSpPr>
              <a:xfrm>
                <a:off x="9288888" y="4377735"/>
                <a:ext cx="122239" cy="236801"/>
                <a:chOff x="2297548" y="3787588"/>
                <a:chExt cx="122239" cy="236801"/>
              </a:xfrm>
            </p:grpSpPr>
            <p:cxnSp>
              <p:nvCxnSpPr>
                <p:cNvPr id="444" name="직선 연결선 443"/>
                <p:cNvCxnSpPr/>
                <p:nvPr/>
              </p:nvCxnSpPr>
              <p:spPr>
                <a:xfrm flipV="1">
                  <a:off x="2297548" y="3787588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45" name="직선 연결선 444"/>
                <p:cNvCxnSpPr/>
                <p:nvPr/>
              </p:nvCxnSpPr>
              <p:spPr>
                <a:xfrm>
                  <a:off x="2297548" y="3902152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46" name="직선 연결선 445"/>
                <p:cNvCxnSpPr/>
                <p:nvPr/>
              </p:nvCxnSpPr>
              <p:spPr>
                <a:xfrm>
                  <a:off x="2297548" y="3905485"/>
                  <a:ext cx="122239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40" name="직선 연결선 439"/>
              <p:cNvCxnSpPr/>
              <p:nvPr/>
            </p:nvCxnSpPr>
            <p:spPr>
              <a:xfrm rot="5400000">
                <a:off x="5104103" y="6373325"/>
                <a:ext cx="3746703" cy="0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1" name="직선 연결선 440"/>
              <p:cNvCxnSpPr/>
              <p:nvPr/>
            </p:nvCxnSpPr>
            <p:spPr>
              <a:xfrm>
                <a:off x="9288888" y="437506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42" name="타원 441"/>
              <p:cNvSpPr/>
              <p:nvPr/>
            </p:nvSpPr>
            <p:spPr>
              <a:xfrm>
                <a:off x="9094080" y="4398735"/>
                <a:ext cx="194806" cy="194806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  <p:cxnSp>
            <p:nvCxnSpPr>
              <p:cNvPr id="443" name="직선 연결선 442"/>
              <p:cNvCxnSpPr/>
              <p:nvPr/>
            </p:nvCxnSpPr>
            <p:spPr>
              <a:xfrm rot="16200000">
                <a:off x="6980070" y="7999529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300" name="그룹 299"/>
            <p:cNvGrpSpPr/>
            <p:nvPr/>
          </p:nvGrpSpPr>
          <p:grpSpPr>
            <a:xfrm rot="5400000" flipV="1">
              <a:off x="3574817" y="1952358"/>
              <a:ext cx="389156" cy="1029566"/>
              <a:chOff x="8893160" y="4375065"/>
              <a:chExt cx="517967" cy="1370353"/>
            </a:xfrm>
          </p:grpSpPr>
          <p:cxnSp>
            <p:nvCxnSpPr>
              <p:cNvPr id="428" name="직선 연결선 427"/>
              <p:cNvCxnSpPr/>
              <p:nvPr/>
            </p:nvCxnSpPr>
            <p:spPr>
              <a:xfrm rot="5400000" flipV="1">
                <a:off x="9152143" y="4235910"/>
                <a:ext cx="0" cy="517966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429" name="그룹 428"/>
              <p:cNvGrpSpPr/>
              <p:nvPr/>
            </p:nvGrpSpPr>
            <p:grpSpPr>
              <a:xfrm>
                <a:off x="9288888" y="4377735"/>
                <a:ext cx="122239" cy="236801"/>
                <a:chOff x="2297548" y="3787588"/>
                <a:chExt cx="122239" cy="236801"/>
              </a:xfrm>
            </p:grpSpPr>
            <p:cxnSp>
              <p:nvCxnSpPr>
                <p:cNvPr id="435" name="직선 연결선 434"/>
                <p:cNvCxnSpPr/>
                <p:nvPr/>
              </p:nvCxnSpPr>
              <p:spPr>
                <a:xfrm flipV="1">
                  <a:off x="2297548" y="3787588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36" name="직선 연결선 435"/>
                <p:cNvCxnSpPr/>
                <p:nvPr/>
              </p:nvCxnSpPr>
              <p:spPr>
                <a:xfrm>
                  <a:off x="2297548" y="3902152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37" name="직선 연결선 436"/>
                <p:cNvCxnSpPr/>
                <p:nvPr/>
              </p:nvCxnSpPr>
              <p:spPr>
                <a:xfrm>
                  <a:off x="2297548" y="3905485"/>
                  <a:ext cx="122239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30" name="직선 연결선 429"/>
              <p:cNvCxnSpPr/>
              <p:nvPr/>
            </p:nvCxnSpPr>
            <p:spPr>
              <a:xfrm rot="5400000" flipV="1">
                <a:off x="8317737" y="5067724"/>
                <a:ext cx="1150847" cy="0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1" name="직선 연결선 430"/>
              <p:cNvCxnSpPr/>
              <p:nvPr/>
            </p:nvCxnSpPr>
            <p:spPr>
              <a:xfrm>
                <a:off x="9288888" y="437506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32" name="타원 431"/>
              <p:cNvSpPr/>
              <p:nvPr/>
            </p:nvSpPr>
            <p:spPr>
              <a:xfrm>
                <a:off x="9094080" y="4398735"/>
                <a:ext cx="194806" cy="194806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  <p:cxnSp>
            <p:nvCxnSpPr>
              <p:cNvPr id="433" name="직선 연결선 432"/>
              <p:cNvCxnSpPr/>
              <p:nvPr/>
            </p:nvCxnSpPr>
            <p:spPr>
              <a:xfrm>
                <a:off x="9275145" y="5508617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4" name="직선 연결선 433"/>
              <p:cNvCxnSpPr/>
              <p:nvPr/>
            </p:nvCxnSpPr>
            <p:spPr>
              <a:xfrm rot="5400000" flipV="1">
                <a:off x="9152144" y="5372938"/>
                <a:ext cx="0" cy="517967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301" name="그룹 300"/>
            <p:cNvGrpSpPr/>
            <p:nvPr/>
          </p:nvGrpSpPr>
          <p:grpSpPr>
            <a:xfrm rot="5400000">
              <a:off x="2803076" y="1005202"/>
              <a:ext cx="1096202" cy="2222419"/>
              <a:chOff x="7952082" y="1651416"/>
              <a:chExt cx="1459045" cy="2958040"/>
            </a:xfrm>
          </p:grpSpPr>
          <p:cxnSp>
            <p:nvCxnSpPr>
              <p:cNvPr id="419" name="직선 연결선 418"/>
              <p:cNvCxnSpPr/>
              <p:nvPr/>
            </p:nvCxnSpPr>
            <p:spPr>
              <a:xfrm rot="16200000">
                <a:off x="8738324" y="3821506"/>
                <a:ext cx="0" cy="1345607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420" name="그룹 419"/>
              <p:cNvGrpSpPr/>
              <p:nvPr/>
            </p:nvGrpSpPr>
            <p:grpSpPr>
              <a:xfrm>
                <a:off x="9288888" y="4372655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425" name="직선 연결선 424"/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26" name="직선 연결선 425"/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27" name="직선 연결선 426"/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21" name="직선 연결선 420"/>
              <p:cNvCxnSpPr/>
              <p:nvPr/>
            </p:nvCxnSpPr>
            <p:spPr>
              <a:xfrm rot="16200000" flipH="1" flipV="1">
                <a:off x="6651248" y="3069317"/>
                <a:ext cx="2835803" cy="1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2" name="직선 연결선 421"/>
              <p:cNvCxnSpPr/>
              <p:nvPr/>
            </p:nvCxnSpPr>
            <p:spPr>
              <a:xfrm>
                <a:off x="9288888" y="436998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23" name="타원 422"/>
              <p:cNvSpPr/>
              <p:nvPr/>
            </p:nvSpPr>
            <p:spPr>
              <a:xfrm>
                <a:off x="9094080" y="4393653"/>
                <a:ext cx="194806" cy="194806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  <p:cxnSp>
            <p:nvCxnSpPr>
              <p:cNvPr id="424" name="직선 연결선 423"/>
              <p:cNvCxnSpPr/>
              <p:nvPr/>
            </p:nvCxnSpPr>
            <p:spPr>
              <a:xfrm rot="5400000">
                <a:off x="8070483" y="1661749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2" name="직사각형 301"/>
            <p:cNvSpPr/>
            <p:nvPr/>
          </p:nvSpPr>
          <p:spPr>
            <a:xfrm>
              <a:off x="7014886" y="6061650"/>
              <a:ext cx="790956" cy="465535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303" name="직사각형 302"/>
            <p:cNvSpPr/>
            <p:nvPr/>
          </p:nvSpPr>
          <p:spPr>
            <a:xfrm>
              <a:off x="5982367" y="6061650"/>
              <a:ext cx="790956" cy="465535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304" name="직사각형 303"/>
            <p:cNvSpPr/>
            <p:nvPr/>
          </p:nvSpPr>
          <p:spPr>
            <a:xfrm>
              <a:off x="8034720" y="6061650"/>
              <a:ext cx="790956" cy="465535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grpSp>
          <p:nvGrpSpPr>
            <p:cNvPr id="305" name="그룹 304"/>
            <p:cNvGrpSpPr/>
            <p:nvPr/>
          </p:nvGrpSpPr>
          <p:grpSpPr>
            <a:xfrm rot="5400000">
              <a:off x="7044765" y="5608308"/>
              <a:ext cx="726774" cy="179918"/>
              <a:chOff x="8443791" y="4369985"/>
              <a:chExt cx="967336" cy="239471"/>
            </a:xfrm>
          </p:grpSpPr>
          <p:cxnSp>
            <p:nvCxnSpPr>
              <p:cNvPr id="410" name="직선 연결선 409"/>
              <p:cNvCxnSpPr/>
              <p:nvPr/>
            </p:nvCxnSpPr>
            <p:spPr>
              <a:xfrm rot="16200000">
                <a:off x="8927458" y="4006053"/>
                <a:ext cx="0" cy="967334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411" name="그룹 410"/>
              <p:cNvGrpSpPr/>
              <p:nvPr/>
            </p:nvGrpSpPr>
            <p:grpSpPr>
              <a:xfrm>
                <a:off x="9288888" y="4372655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416" name="직선 연결선 415"/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17" name="직선 연결선 416"/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18" name="직선 연결선 417"/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2" name="직선 연결선 411"/>
              <p:cNvCxnSpPr/>
              <p:nvPr/>
            </p:nvCxnSpPr>
            <p:spPr>
              <a:xfrm>
                <a:off x="8568899" y="436998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3" name="직선 연결선 412"/>
              <p:cNvCxnSpPr/>
              <p:nvPr/>
            </p:nvCxnSpPr>
            <p:spPr>
              <a:xfrm>
                <a:off x="9288888" y="436998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4" name="타원 413"/>
              <p:cNvSpPr/>
              <p:nvPr/>
            </p:nvSpPr>
            <p:spPr>
              <a:xfrm>
                <a:off x="9094080" y="4393653"/>
                <a:ext cx="194806" cy="194806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  <p:sp>
            <p:nvSpPr>
              <p:cNvPr id="415" name="타원 414"/>
              <p:cNvSpPr/>
              <p:nvPr/>
            </p:nvSpPr>
            <p:spPr>
              <a:xfrm>
                <a:off x="8571242" y="4393653"/>
                <a:ext cx="194806" cy="194806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</p:grpSp>
        <p:grpSp>
          <p:nvGrpSpPr>
            <p:cNvPr id="306" name="그룹 305"/>
            <p:cNvGrpSpPr/>
            <p:nvPr/>
          </p:nvGrpSpPr>
          <p:grpSpPr>
            <a:xfrm rot="5400000">
              <a:off x="7660333" y="5201828"/>
              <a:ext cx="726775" cy="992873"/>
              <a:chOff x="8443788" y="4369985"/>
              <a:chExt cx="967339" cy="1321513"/>
            </a:xfrm>
          </p:grpSpPr>
          <p:cxnSp>
            <p:nvCxnSpPr>
              <p:cNvPr id="399" name="직선 연결선 398"/>
              <p:cNvCxnSpPr/>
              <p:nvPr/>
            </p:nvCxnSpPr>
            <p:spPr>
              <a:xfrm rot="16200000">
                <a:off x="9169292" y="4247888"/>
                <a:ext cx="0" cy="483665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400" name="그룹 399"/>
              <p:cNvGrpSpPr/>
              <p:nvPr/>
            </p:nvGrpSpPr>
            <p:grpSpPr>
              <a:xfrm>
                <a:off x="9288888" y="4372655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407" name="직선 연결선 406"/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08" name="직선 연결선 407"/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09" name="직선 연결선 408"/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01" name="직선 연결선 400"/>
              <p:cNvCxnSpPr/>
              <p:nvPr/>
            </p:nvCxnSpPr>
            <p:spPr>
              <a:xfrm rot="16200000" flipH="1">
                <a:off x="8415868" y="5011668"/>
                <a:ext cx="1023189" cy="0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2" name="직선 연결선 401"/>
              <p:cNvCxnSpPr/>
              <p:nvPr/>
            </p:nvCxnSpPr>
            <p:spPr>
              <a:xfrm>
                <a:off x="9288888" y="436998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03" name="타원 402"/>
              <p:cNvSpPr/>
              <p:nvPr/>
            </p:nvSpPr>
            <p:spPr>
              <a:xfrm>
                <a:off x="9094080" y="4393653"/>
                <a:ext cx="194806" cy="194806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  <p:cxnSp>
            <p:nvCxnSpPr>
              <p:cNvPr id="404" name="직선 연결선 403"/>
              <p:cNvCxnSpPr/>
              <p:nvPr/>
            </p:nvCxnSpPr>
            <p:spPr>
              <a:xfrm rot="16200000">
                <a:off x="8685625" y="5331259"/>
                <a:ext cx="0" cy="483673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5" name="직선 연결선 404"/>
              <p:cNvCxnSpPr/>
              <p:nvPr/>
            </p:nvCxnSpPr>
            <p:spPr>
              <a:xfrm>
                <a:off x="8568869" y="5454697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06" name="타원 405"/>
              <p:cNvSpPr/>
              <p:nvPr/>
            </p:nvSpPr>
            <p:spPr>
              <a:xfrm>
                <a:off x="8577895" y="5485753"/>
                <a:ext cx="194805" cy="194806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</p:grpSp>
        <p:grpSp>
          <p:nvGrpSpPr>
            <p:cNvPr id="307" name="그룹 306"/>
            <p:cNvGrpSpPr/>
            <p:nvPr/>
          </p:nvGrpSpPr>
          <p:grpSpPr>
            <a:xfrm rot="16200000" flipH="1">
              <a:off x="6430295" y="5201829"/>
              <a:ext cx="726775" cy="992873"/>
              <a:chOff x="8443788" y="4369985"/>
              <a:chExt cx="967339" cy="1321513"/>
            </a:xfrm>
          </p:grpSpPr>
          <p:cxnSp>
            <p:nvCxnSpPr>
              <p:cNvPr id="389" name="직선 연결선 388"/>
              <p:cNvCxnSpPr/>
              <p:nvPr/>
            </p:nvCxnSpPr>
            <p:spPr>
              <a:xfrm rot="16200000">
                <a:off x="9169292" y="4247888"/>
                <a:ext cx="0" cy="483665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390" name="그룹 389"/>
              <p:cNvGrpSpPr/>
              <p:nvPr/>
            </p:nvGrpSpPr>
            <p:grpSpPr>
              <a:xfrm>
                <a:off x="9288888" y="4372655"/>
                <a:ext cx="122239" cy="236801"/>
                <a:chOff x="2297548" y="3782508"/>
                <a:chExt cx="122239" cy="236801"/>
              </a:xfrm>
            </p:grpSpPr>
            <p:cxnSp>
              <p:nvCxnSpPr>
                <p:cNvPr id="396" name="직선 연결선 395"/>
                <p:cNvCxnSpPr/>
                <p:nvPr/>
              </p:nvCxnSpPr>
              <p:spPr>
                <a:xfrm flipV="1">
                  <a:off x="2297548" y="3782508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97" name="직선 연결선 396"/>
                <p:cNvCxnSpPr/>
                <p:nvPr/>
              </p:nvCxnSpPr>
              <p:spPr>
                <a:xfrm>
                  <a:off x="2297548" y="3897072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98" name="직선 연결선 397"/>
                <p:cNvCxnSpPr/>
                <p:nvPr/>
              </p:nvCxnSpPr>
              <p:spPr>
                <a:xfrm>
                  <a:off x="2297548" y="3900404"/>
                  <a:ext cx="122239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91" name="직선 연결선 390"/>
              <p:cNvCxnSpPr/>
              <p:nvPr/>
            </p:nvCxnSpPr>
            <p:spPr>
              <a:xfrm rot="16200000" flipH="1">
                <a:off x="8415868" y="5011668"/>
                <a:ext cx="1023189" cy="0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2" name="직선 연결선 391"/>
              <p:cNvCxnSpPr/>
              <p:nvPr/>
            </p:nvCxnSpPr>
            <p:spPr>
              <a:xfrm>
                <a:off x="9288888" y="436998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93" name="타원 392"/>
              <p:cNvSpPr/>
              <p:nvPr/>
            </p:nvSpPr>
            <p:spPr>
              <a:xfrm>
                <a:off x="9094080" y="4393653"/>
                <a:ext cx="194806" cy="194806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  <p:cxnSp>
            <p:nvCxnSpPr>
              <p:cNvPr id="394" name="직선 연결선 393"/>
              <p:cNvCxnSpPr/>
              <p:nvPr/>
            </p:nvCxnSpPr>
            <p:spPr>
              <a:xfrm rot="16200000">
                <a:off x="8685625" y="5331259"/>
                <a:ext cx="0" cy="483673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5" name="직선 연결선 394"/>
              <p:cNvCxnSpPr/>
              <p:nvPr/>
            </p:nvCxnSpPr>
            <p:spPr>
              <a:xfrm>
                <a:off x="8568869" y="5454697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8" name="직사각형 307"/>
            <p:cNvSpPr/>
            <p:nvPr/>
          </p:nvSpPr>
          <p:spPr>
            <a:xfrm>
              <a:off x="2325644" y="5477015"/>
              <a:ext cx="790956" cy="46553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309" name="직사각형 308"/>
            <p:cNvSpPr/>
            <p:nvPr/>
          </p:nvSpPr>
          <p:spPr>
            <a:xfrm>
              <a:off x="2325644" y="6061650"/>
              <a:ext cx="790956" cy="46553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1774252" y="1072570"/>
              <a:ext cx="722720" cy="3357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A</a:t>
              </a:r>
              <a:endParaRPr lang="ko-KR" altLang="en-US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311" name="모서리가 둥근 직사각형 310"/>
            <p:cNvSpPr/>
            <p:nvPr/>
          </p:nvSpPr>
          <p:spPr>
            <a:xfrm>
              <a:off x="1854978" y="1383155"/>
              <a:ext cx="3979351" cy="1807250"/>
            </a:xfrm>
            <a:prstGeom prst="roundRect">
              <a:avLst>
                <a:gd name="adj" fmla="val 1912"/>
              </a:avLst>
            </a:prstGeom>
            <a:noFill/>
            <a:ln>
              <a:solidFill>
                <a:schemeClr val="accent3"/>
              </a:solidFill>
              <a:prstDash val="sysDot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12" name="모서리가 둥근 직사각형 311"/>
            <p:cNvSpPr/>
            <p:nvPr/>
          </p:nvSpPr>
          <p:spPr>
            <a:xfrm>
              <a:off x="5937462" y="2605497"/>
              <a:ext cx="3944523" cy="2763963"/>
            </a:xfrm>
            <a:prstGeom prst="roundRect">
              <a:avLst>
                <a:gd name="adj" fmla="val 1912"/>
              </a:avLst>
            </a:prstGeom>
            <a:noFill/>
            <a:ln>
              <a:solidFill>
                <a:schemeClr val="accent3"/>
              </a:solidFill>
              <a:prstDash val="sysDot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13" name="TextBox 312"/>
            <p:cNvSpPr txBox="1"/>
            <p:nvPr/>
          </p:nvSpPr>
          <p:spPr>
            <a:xfrm>
              <a:off x="9383911" y="2267210"/>
              <a:ext cx="542990" cy="3357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D</a:t>
              </a:r>
              <a:endParaRPr lang="ko-KR" altLang="en-US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316" name="모서리가 둥근 직사각형 315"/>
            <p:cNvSpPr/>
            <p:nvPr/>
          </p:nvSpPr>
          <p:spPr>
            <a:xfrm>
              <a:off x="5937462" y="5776726"/>
              <a:ext cx="2942925" cy="810676"/>
            </a:xfrm>
            <a:prstGeom prst="roundRect">
              <a:avLst>
                <a:gd name="adj" fmla="val 1912"/>
              </a:avLst>
            </a:prstGeom>
            <a:noFill/>
            <a:ln>
              <a:solidFill>
                <a:schemeClr val="accent3"/>
              </a:solidFill>
              <a:prstDash val="sysDot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18" name="모서리가 둥근 직사각형 317"/>
            <p:cNvSpPr/>
            <p:nvPr/>
          </p:nvSpPr>
          <p:spPr>
            <a:xfrm>
              <a:off x="2276958" y="5424257"/>
              <a:ext cx="2146638" cy="1163144"/>
            </a:xfrm>
            <a:prstGeom prst="roundRect">
              <a:avLst>
                <a:gd name="adj" fmla="val 1912"/>
              </a:avLst>
            </a:prstGeom>
            <a:noFill/>
            <a:ln>
              <a:solidFill>
                <a:schemeClr val="accent3"/>
              </a:solidFill>
              <a:prstDash val="sysDot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19" name="모서리가 둥근 직사각형 318"/>
            <p:cNvSpPr/>
            <p:nvPr/>
          </p:nvSpPr>
          <p:spPr>
            <a:xfrm>
              <a:off x="3913717" y="499924"/>
              <a:ext cx="4966670" cy="555029"/>
            </a:xfrm>
            <a:prstGeom prst="roundRect">
              <a:avLst>
                <a:gd name="adj" fmla="val 1912"/>
              </a:avLst>
            </a:prstGeom>
            <a:noFill/>
            <a:ln>
              <a:solidFill>
                <a:schemeClr val="accent3"/>
              </a:solidFill>
              <a:prstDash val="sysDot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1680173" y="5427476"/>
              <a:ext cx="722720" cy="3357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F</a:t>
              </a:r>
              <a:endParaRPr lang="ko-KR" altLang="en-US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321" name="TextBox 320"/>
            <p:cNvSpPr txBox="1"/>
            <p:nvPr/>
          </p:nvSpPr>
          <p:spPr>
            <a:xfrm>
              <a:off x="5771743" y="5478578"/>
              <a:ext cx="722720" cy="3357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E</a:t>
              </a:r>
              <a:endParaRPr lang="ko-KR" altLang="en-US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328" name="모서리가 둥근 직사각형 327"/>
            <p:cNvSpPr/>
            <p:nvPr/>
          </p:nvSpPr>
          <p:spPr>
            <a:xfrm>
              <a:off x="6967804" y="1374053"/>
              <a:ext cx="2914181" cy="553148"/>
            </a:xfrm>
            <a:prstGeom prst="roundRect">
              <a:avLst>
                <a:gd name="adj" fmla="val 1912"/>
              </a:avLst>
            </a:prstGeom>
            <a:noFill/>
            <a:ln>
              <a:solidFill>
                <a:schemeClr val="accent3"/>
              </a:solidFill>
              <a:prstDash val="sysDot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40" name="TextBox 339"/>
            <p:cNvSpPr txBox="1"/>
            <p:nvPr/>
          </p:nvSpPr>
          <p:spPr>
            <a:xfrm>
              <a:off x="9378143" y="1034044"/>
              <a:ext cx="542990" cy="3357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C</a:t>
              </a:r>
              <a:endParaRPr lang="ko-KR" altLang="en-US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342" name="TextBox 341"/>
            <p:cNvSpPr txBox="1"/>
            <p:nvPr/>
          </p:nvSpPr>
          <p:spPr>
            <a:xfrm>
              <a:off x="8216255" y="188376"/>
              <a:ext cx="722720" cy="3357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B</a:t>
              </a:r>
              <a:endParaRPr lang="ko-KR" altLang="en-US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343" name="TextBox 342"/>
            <p:cNvSpPr txBox="1"/>
            <p:nvPr/>
          </p:nvSpPr>
          <p:spPr>
            <a:xfrm>
              <a:off x="4960852" y="1981946"/>
              <a:ext cx="52441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Type</a:t>
              </a:r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344" name="TextBox 343"/>
            <p:cNvSpPr txBox="1"/>
            <p:nvPr/>
          </p:nvSpPr>
          <p:spPr>
            <a:xfrm>
              <a:off x="7462054" y="3486636"/>
              <a:ext cx="52441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Type</a:t>
              </a:r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345" name="직사각형 344"/>
            <p:cNvSpPr/>
            <p:nvPr/>
          </p:nvSpPr>
          <p:spPr>
            <a:xfrm>
              <a:off x="3574711" y="6061650"/>
              <a:ext cx="790956" cy="46553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grpSp>
          <p:nvGrpSpPr>
            <p:cNvPr id="346" name="그룹 345"/>
            <p:cNvGrpSpPr/>
            <p:nvPr/>
          </p:nvGrpSpPr>
          <p:grpSpPr>
            <a:xfrm>
              <a:off x="3116600" y="6182064"/>
              <a:ext cx="458111" cy="217149"/>
              <a:chOff x="3116600" y="6182064"/>
              <a:chExt cx="458111" cy="217149"/>
            </a:xfrm>
          </p:grpSpPr>
          <p:cxnSp>
            <p:nvCxnSpPr>
              <p:cNvPr id="386" name="직선 연결선 385"/>
              <p:cNvCxnSpPr/>
              <p:nvPr/>
            </p:nvCxnSpPr>
            <p:spPr>
              <a:xfrm flipH="1">
                <a:off x="3207143" y="6182064"/>
                <a:ext cx="1" cy="217149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87" name="직선 연결선 386"/>
              <p:cNvCxnSpPr/>
              <p:nvPr/>
            </p:nvCxnSpPr>
            <p:spPr>
              <a:xfrm flipV="1">
                <a:off x="3116600" y="6292875"/>
                <a:ext cx="458111" cy="1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88" name="직선 연결선 387"/>
              <p:cNvCxnSpPr/>
              <p:nvPr/>
            </p:nvCxnSpPr>
            <p:spPr>
              <a:xfrm flipH="1">
                <a:off x="3488676" y="6182064"/>
                <a:ext cx="1" cy="217149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47" name="직사각형 346"/>
            <p:cNvSpPr/>
            <p:nvPr/>
          </p:nvSpPr>
          <p:spPr>
            <a:xfrm>
              <a:off x="9048776" y="4867380"/>
              <a:ext cx="790956" cy="46553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grpSp>
          <p:nvGrpSpPr>
            <p:cNvPr id="348" name="그룹 347"/>
            <p:cNvGrpSpPr/>
            <p:nvPr/>
          </p:nvGrpSpPr>
          <p:grpSpPr>
            <a:xfrm rot="10800000">
              <a:off x="7805845" y="5012193"/>
              <a:ext cx="1242933" cy="177912"/>
              <a:chOff x="7756782" y="4369985"/>
              <a:chExt cx="1654344" cy="236801"/>
            </a:xfrm>
          </p:grpSpPr>
          <p:cxnSp>
            <p:nvCxnSpPr>
              <p:cNvPr id="383" name="직선 연결선 382"/>
              <p:cNvCxnSpPr/>
              <p:nvPr/>
            </p:nvCxnSpPr>
            <p:spPr>
              <a:xfrm rot="10800000" flipH="1">
                <a:off x="7756782" y="4494892"/>
                <a:ext cx="1654344" cy="0"/>
              </a:xfrm>
              <a:prstGeom prst="line">
                <a:avLst/>
              </a:prstGeom>
              <a:ln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84" name="직선 연결선 383"/>
              <p:cNvCxnSpPr/>
              <p:nvPr/>
            </p:nvCxnSpPr>
            <p:spPr>
              <a:xfrm>
                <a:off x="7898675" y="436998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85" name="직선 연결선 384"/>
              <p:cNvCxnSpPr/>
              <p:nvPr/>
            </p:nvCxnSpPr>
            <p:spPr>
              <a:xfrm>
                <a:off x="9288888" y="4369985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49" name="직사각형 348"/>
            <p:cNvSpPr/>
            <p:nvPr/>
          </p:nvSpPr>
          <p:spPr>
            <a:xfrm>
              <a:off x="3959176" y="541681"/>
              <a:ext cx="790956" cy="46553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05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grpSp>
          <p:nvGrpSpPr>
            <p:cNvPr id="350" name="그룹 349"/>
            <p:cNvGrpSpPr/>
            <p:nvPr/>
          </p:nvGrpSpPr>
          <p:grpSpPr>
            <a:xfrm>
              <a:off x="4750132" y="595985"/>
              <a:ext cx="1247810" cy="177912"/>
              <a:chOff x="4750132" y="595985"/>
              <a:chExt cx="1247810" cy="177912"/>
            </a:xfrm>
          </p:grpSpPr>
          <p:cxnSp>
            <p:nvCxnSpPr>
              <p:cNvPr id="379" name="직선 연결선 378"/>
              <p:cNvCxnSpPr/>
              <p:nvPr/>
            </p:nvCxnSpPr>
            <p:spPr>
              <a:xfrm flipH="1">
                <a:off x="4750132" y="683940"/>
                <a:ext cx="1247810" cy="0"/>
              </a:xfrm>
              <a:prstGeom prst="line">
                <a:avLst/>
              </a:prstGeom>
              <a:ln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80" name="직선 연결선 379"/>
              <p:cNvCxnSpPr/>
              <p:nvPr/>
            </p:nvCxnSpPr>
            <p:spPr>
              <a:xfrm rot="10800000">
                <a:off x="5901222" y="595985"/>
                <a:ext cx="0" cy="1779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81" name="직선 연결선 380"/>
              <p:cNvCxnSpPr/>
              <p:nvPr/>
            </p:nvCxnSpPr>
            <p:spPr>
              <a:xfrm rot="10800000">
                <a:off x="4860788" y="595985"/>
                <a:ext cx="0" cy="1779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53" name="직사각형 352"/>
            <p:cNvSpPr/>
            <p:nvPr/>
          </p:nvSpPr>
          <p:spPr>
            <a:xfrm>
              <a:off x="9050367" y="1420772"/>
              <a:ext cx="790956" cy="46553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grpSp>
          <p:nvGrpSpPr>
            <p:cNvPr id="354" name="그룹 353"/>
            <p:cNvGrpSpPr/>
            <p:nvPr/>
          </p:nvGrpSpPr>
          <p:grpSpPr>
            <a:xfrm>
              <a:off x="7811608" y="1565835"/>
              <a:ext cx="1237964" cy="179918"/>
              <a:chOff x="7767869" y="4382017"/>
              <a:chExt cx="1647730" cy="239471"/>
            </a:xfrm>
          </p:grpSpPr>
          <p:cxnSp>
            <p:nvCxnSpPr>
              <p:cNvPr id="355" name="직선 연결선 354"/>
              <p:cNvCxnSpPr/>
              <p:nvPr/>
            </p:nvCxnSpPr>
            <p:spPr>
              <a:xfrm>
                <a:off x="7767869" y="4498748"/>
                <a:ext cx="1647730" cy="1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356" name="그룹 355"/>
              <p:cNvGrpSpPr/>
              <p:nvPr/>
            </p:nvGrpSpPr>
            <p:grpSpPr>
              <a:xfrm>
                <a:off x="9288888" y="4384687"/>
                <a:ext cx="122239" cy="236801"/>
                <a:chOff x="2297548" y="3794540"/>
                <a:chExt cx="122239" cy="236801"/>
              </a:xfrm>
            </p:grpSpPr>
            <p:cxnSp>
              <p:nvCxnSpPr>
                <p:cNvPr id="366" name="직선 연결선 365"/>
                <p:cNvCxnSpPr/>
                <p:nvPr/>
              </p:nvCxnSpPr>
              <p:spPr>
                <a:xfrm flipV="1">
                  <a:off x="2297548" y="3794540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77" name="직선 연결선 376"/>
                <p:cNvCxnSpPr/>
                <p:nvPr/>
              </p:nvCxnSpPr>
              <p:spPr>
                <a:xfrm>
                  <a:off x="2297548" y="3909104"/>
                  <a:ext cx="122237" cy="12223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78" name="직선 연결선 377"/>
                <p:cNvCxnSpPr/>
                <p:nvPr/>
              </p:nvCxnSpPr>
              <p:spPr>
                <a:xfrm>
                  <a:off x="2297548" y="3912438"/>
                  <a:ext cx="122239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57" name="직선 연결선 356"/>
              <p:cNvCxnSpPr/>
              <p:nvPr/>
            </p:nvCxnSpPr>
            <p:spPr>
              <a:xfrm>
                <a:off x="9288888" y="4382017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58" name="타원 357"/>
              <p:cNvSpPr/>
              <p:nvPr/>
            </p:nvSpPr>
            <p:spPr>
              <a:xfrm>
                <a:off x="9094080" y="4405692"/>
                <a:ext cx="194806" cy="194807"/>
              </a:xfrm>
              <a:prstGeom prst="ellipse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endParaRPr>
              </a:p>
            </p:txBody>
          </p:sp>
          <p:cxnSp>
            <p:nvCxnSpPr>
              <p:cNvPr id="365" name="직선 연결선 364"/>
              <p:cNvCxnSpPr/>
              <p:nvPr/>
            </p:nvCxnSpPr>
            <p:spPr>
              <a:xfrm>
                <a:off x="7899621" y="4382017"/>
                <a:ext cx="0" cy="23680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72934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4777</TotalTime>
  <Words>93</Words>
  <Application>Microsoft Office PowerPoint</Application>
  <PresentationFormat>와이드스크린</PresentationFormat>
  <Paragraphs>64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9" baseType="lpstr">
      <vt:lpstr>KoPubWorld돋움체 Bold</vt:lpstr>
      <vt:lpstr>KoPubWorld돋움체 Light</vt:lpstr>
      <vt:lpstr>맑은 고딕</vt:lpstr>
      <vt:lpstr>KoPubWorld돋움체 Medium</vt:lpstr>
      <vt:lpstr>Arial</vt:lpstr>
      <vt:lpstr>Office 테마</vt:lpstr>
      <vt:lpstr>Database System</vt:lpstr>
      <vt:lpstr>ER Diagram</vt:lpstr>
      <vt:lpstr>ER Diagram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JAISE’18</dc:title>
  <dc:creator>Windows 사용자</dc:creator>
  <cp:lastModifiedBy>SeongHun Lee</cp:lastModifiedBy>
  <cp:revision>322</cp:revision>
  <dcterms:created xsi:type="dcterms:W3CDTF">2018-08-23T01:36:56Z</dcterms:created>
  <dcterms:modified xsi:type="dcterms:W3CDTF">2024-08-26T12:05:24Z</dcterms:modified>
</cp:coreProperties>
</file>